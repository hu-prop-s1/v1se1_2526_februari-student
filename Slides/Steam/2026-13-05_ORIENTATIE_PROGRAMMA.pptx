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4" r:id="rId4"/>
  </p:sldMasterIdLst>
  <p:notesMasterIdLst>
    <p:notesMasterId r:id="rId9"/>
  </p:notesMasterIdLst>
  <p:handoutMasterIdLst>
    <p:handoutMasterId r:id="rId10"/>
  </p:handoutMasterIdLst>
  <p:sldIdLst>
    <p:sldId id="311" r:id="rId5"/>
    <p:sldId id="262" r:id="rId6"/>
    <p:sldId id="312" r:id="rId7"/>
    <p:sldId id="313" r:id="rId8"/>
  </p:sldIdLst>
  <p:sldSz cx="12192000" cy="6858000"/>
  <p:notesSz cx="6794500" cy="9982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6A363C6-917A-4C1A-BE8A-75754FD4CF31}">
          <p14:sldIdLst>
            <p14:sldId id="311"/>
            <p14:sldId id="262"/>
            <p14:sldId id="312"/>
            <p14:sldId id="313"/>
          </p14:sldIdLst>
        </p14:section>
        <p14:section name="Merge sort" id="{C0717928-DED3-4FFE-A860-E07D61A5B6A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86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635" userDrawn="1">
          <p15:clr>
            <a:srgbClr val="A4A3A4"/>
          </p15:clr>
        </p15:guide>
        <p15:guide id="5" pos="14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05A6F"/>
    <a:srgbClr val="ED0010"/>
    <a:srgbClr val="00ADCD"/>
    <a:srgbClr val="4497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5751F3-51EC-4B5D-A420-5FD873412508}" v="3" dt="2026-05-04T10:33:54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94" autoAdjust="0"/>
    <p:restoredTop sz="54128" autoAdjust="0"/>
  </p:normalViewPr>
  <p:slideViewPr>
    <p:cSldViewPr>
      <p:cViewPr varScale="1">
        <p:scale>
          <a:sx n="45" d="100"/>
          <a:sy n="45" d="100"/>
        </p:scale>
        <p:origin x="106" y="48"/>
      </p:cViewPr>
      <p:guideLst>
        <p:guide orient="horz" pos="2160"/>
        <p:guide orient="horz" pos="866"/>
        <p:guide pos="3840"/>
        <p:guide pos="635"/>
        <p:guide pos="148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s Steigenga" userId="c6ad07b8-4588-4f17-840f-a3ad34330eb6" providerId="ADAL" clId="{413FE094-838A-4C59-8100-5AB5E825CBA6}"/>
    <pc:docChg chg="custSel addSld delSld modSld modSection">
      <pc:chgData name="Roos Steigenga" userId="c6ad07b8-4588-4f17-840f-a3ad34330eb6" providerId="ADAL" clId="{413FE094-838A-4C59-8100-5AB5E825CBA6}" dt="2026-05-04T10:33:54.223" v="407"/>
      <pc:docMkLst>
        <pc:docMk/>
      </pc:docMkLst>
      <pc:sldChg chg="modSp mod">
        <pc:chgData name="Roos Steigenga" userId="c6ad07b8-4588-4f17-840f-a3ad34330eb6" providerId="ADAL" clId="{413FE094-838A-4C59-8100-5AB5E825CBA6}" dt="2026-05-04T10:33:54.223" v="407"/>
        <pc:sldMkLst>
          <pc:docMk/>
          <pc:sldMk cId="4047423071" sldId="262"/>
        </pc:sldMkLst>
        <pc:spChg chg="mod">
          <ac:chgData name="Roos Steigenga" userId="c6ad07b8-4588-4f17-840f-a3ad34330eb6" providerId="ADAL" clId="{413FE094-838A-4C59-8100-5AB5E825CBA6}" dt="2026-05-04T10:33:54.223" v="407"/>
          <ac:spMkLst>
            <pc:docMk/>
            <pc:sldMk cId="4047423071" sldId="262"/>
            <ac:spMk id="6" creationId="{7F8B8D0C-BF90-4B7F-AFD9-D312C8D2A7B9}"/>
          </ac:spMkLst>
        </pc:spChg>
      </pc:sldChg>
      <pc:sldChg chg="modSp mod">
        <pc:chgData name="Roos Steigenga" userId="c6ad07b8-4588-4f17-840f-a3ad34330eb6" providerId="ADAL" clId="{413FE094-838A-4C59-8100-5AB5E825CBA6}" dt="2026-05-04T07:25:30.729" v="395" actId="20577"/>
        <pc:sldMkLst>
          <pc:docMk/>
          <pc:sldMk cId="1490028159" sldId="311"/>
        </pc:sldMkLst>
        <pc:spChg chg="mod">
          <ac:chgData name="Roos Steigenga" userId="c6ad07b8-4588-4f17-840f-a3ad34330eb6" providerId="ADAL" clId="{413FE094-838A-4C59-8100-5AB5E825CBA6}" dt="2026-05-04T07:25:30.729" v="395" actId="20577"/>
          <ac:spMkLst>
            <pc:docMk/>
            <pc:sldMk cId="1490028159" sldId="311"/>
            <ac:spMk id="8" creationId="{2964A64A-324A-0347-9067-1916E2DEC92D}"/>
          </ac:spMkLst>
        </pc:spChg>
      </pc:sldChg>
      <pc:sldChg chg="modSp add mod">
        <pc:chgData name="Roos Steigenga" userId="c6ad07b8-4588-4f17-840f-a3ad34330eb6" providerId="ADAL" clId="{413FE094-838A-4C59-8100-5AB5E825CBA6}" dt="2026-05-04T10:33:54.223" v="407"/>
        <pc:sldMkLst>
          <pc:docMk/>
          <pc:sldMk cId="3840454017" sldId="312"/>
        </pc:sldMkLst>
        <pc:spChg chg="mod">
          <ac:chgData name="Roos Steigenga" userId="c6ad07b8-4588-4f17-840f-a3ad34330eb6" providerId="ADAL" clId="{413FE094-838A-4C59-8100-5AB5E825CBA6}" dt="2026-04-23T11:24:23.743" v="215" actId="20577"/>
          <ac:spMkLst>
            <pc:docMk/>
            <pc:sldMk cId="3840454017" sldId="312"/>
            <ac:spMk id="5" creationId="{A224B80A-6B15-70E1-1DB0-A5EC497AFC73}"/>
          </ac:spMkLst>
        </pc:spChg>
        <pc:spChg chg="mod">
          <ac:chgData name="Roos Steigenga" userId="c6ad07b8-4588-4f17-840f-a3ad34330eb6" providerId="ADAL" clId="{413FE094-838A-4C59-8100-5AB5E825CBA6}" dt="2026-05-04T10:33:54.223" v="407"/>
          <ac:spMkLst>
            <pc:docMk/>
            <pc:sldMk cId="3840454017" sldId="312"/>
            <ac:spMk id="6" creationId="{E557F187-E724-1A1C-3DD8-83DC978B7EBF}"/>
          </ac:spMkLst>
        </pc:spChg>
      </pc:sldChg>
      <pc:sldChg chg="modSp add mod">
        <pc:chgData name="Roos Steigenga" userId="c6ad07b8-4588-4f17-840f-a3ad34330eb6" providerId="ADAL" clId="{413FE094-838A-4C59-8100-5AB5E825CBA6}" dt="2026-05-04T10:33:54.223" v="407"/>
        <pc:sldMkLst>
          <pc:docMk/>
          <pc:sldMk cId="3914153077" sldId="313"/>
        </pc:sldMkLst>
        <pc:spChg chg="mod">
          <ac:chgData name="Roos Steigenga" userId="c6ad07b8-4588-4f17-840f-a3ad34330eb6" providerId="ADAL" clId="{413FE094-838A-4C59-8100-5AB5E825CBA6}" dt="2026-04-23T11:24:29.023" v="219" actId="20577"/>
          <ac:spMkLst>
            <pc:docMk/>
            <pc:sldMk cId="3914153077" sldId="313"/>
            <ac:spMk id="5" creationId="{82825DC6-DF1C-5AFE-C5F4-8504CC245CA1}"/>
          </ac:spMkLst>
        </pc:spChg>
        <pc:spChg chg="mod">
          <ac:chgData name="Roos Steigenga" userId="c6ad07b8-4588-4f17-840f-a3ad34330eb6" providerId="ADAL" clId="{413FE094-838A-4C59-8100-5AB5E825CBA6}" dt="2026-05-04T10:33:54.223" v="407"/>
          <ac:spMkLst>
            <pc:docMk/>
            <pc:sldMk cId="3914153077" sldId="313"/>
            <ac:spMk id="6" creationId="{C4EDD5D9-5451-E8E5-54A0-31B065F85AD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645" y="0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B12D154-6756-477F-ACF6-75A5A1CA1461}" type="datetime1">
              <a:rPr lang="nl-NL" altLang="nl-NL" smtClean="0"/>
              <a:t>4-5-2026</a:t>
            </a:fld>
            <a:endParaRPr lang="en-US" altLang="nl-NL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81358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645" y="9481358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0582700-5991-49A4-A0D5-6241D3A3416A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76525756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TCIF-V2DS-16 Datascience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645" y="0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802B35E-981B-4772-B04D-75CC2431A8B0}" type="datetime1">
              <a:rPr lang="nl-NL" altLang="nl-NL" smtClean="0"/>
              <a:t>4-5-2026</a:t>
            </a:fld>
            <a:endParaRPr lang="en-US" altLang="nl-NL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850" y="749300"/>
            <a:ext cx="6654800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41545"/>
            <a:ext cx="5435600" cy="449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81358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HBO-ICT - SIE</a:t>
            </a: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645" y="9481358"/>
            <a:ext cx="2944283" cy="49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B22E908-7DBC-4D32-B654-1FA166BAB2FA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90794610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Introductie</a:t>
            </a:r>
            <a:r>
              <a:rPr lang="en-US" dirty="0"/>
              <a:t> </a:t>
            </a:r>
            <a:r>
              <a:rPr lang="en-US" b="1" dirty="0"/>
              <a:t>meld </a:t>
            </a:r>
            <a:r>
              <a:rPr lang="en-US" b="1" dirty="0" err="1"/>
              <a:t>dit</a:t>
            </a:r>
            <a:r>
              <a:rPr lang="en-US" b="1" dirty="0"/>
              <a:t> </a:t>
            </a:r>
            <a:r>
              <a:rPr lang="en-US" b="1" dirty="0" err="1"/>
              <a:t>aan</a:t>
            </a:r>
            <a:r>
              <a:rPr lang="en-US" b="1" dirty="0"/>
              <a:t> de </a:t>
            </a:r>
            <a:r>
              <a:rPr lang="en-US" b="1" dirty="0" err="1"/>
              <a:t>studenten</a:t>
            </a:r>
            <a:r>
              <a:rPr lang="en-US" b="0" dirty="0"/>
              <a:t>: je </a:t>
            </a:r>
            <a:r>
              <a:rPr lang="en-US" b="0" dirty="0" err="1"/>
              <a:t>verwerkt</a:t>
            </a:r>
            <a:r>
              <a:rPr lang="en-US" b="0" dirty="0"/>
              <a:t> de </a:t>
            </a:r>
            <a:r>
              <a:rPr lang="en-US" b="0" dirty="0" err="1"/>
              <a:t>opgedane</a:t>
            </a:r>
            <a:r>
              <a:rPr lang="en-US" b="0" dirty="0"/>
              <a:t> </a:t>
            </a:r>
            <a:r>
              <a:rPr lang="en-US" b="0" dirty="0" err="1"/>
              <a:t>kennis</a:t>
            </a:r>
            <a:r>
              <a:rPr lang="en-US" b="0" dirty="0"/>
              <a:t> in de </a:t>
            </a:r>
            <a:r>
              <a:rPr lang="en-US" b="0" dirty="0" err="1"/>
              <a:t>oriëntatieopdracht</a:t>
            </a:r>
            <a:endParaRPr lang="nl-NL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61974-9E8E-6746-92D0-7BB71B3C7E1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25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1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LET OP: pak de juiste slide erbij</a:t>
            </a:r>
          </a:p>
          <a:p>
            <a:endParaRPr lang="nl-NL" sz="1200" b="1" kern="1200" dirty="0">
              <a:solidFill>
                <a:schemeClr val="tx1"/>
              </a:solidFill>
              <a:effectLst/>
              <a:latin typeface="Arial" charset="0"/>
              <a:ea typeface="MS PGothic" panose="020B0600070205080204" pitchFamily="34" charset="-128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Vragen bedenken</a:t>
            </a:r>
            <a:endParaRPr lang="nl-NL" sz="1200" b="0" kern="1200" dirty="0">
              <a:solidFill>
                <a:schemeClr val="tx1"/>
              </a:solidFill>
              <a:effectLst/>
              <a:latin typeface="Arial" charset="0"/>
              <a:ea typeface="MS PGothic" panose="020B0600070205080204" pitchFamily="34" charset="-128"/>
              <a:cs typeface="+mn-cs"/>
            </a:endParaRP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Student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Studenten gaan met de experts van de groepjes per richting bij elkaar zitten en bedenken minimaal 3 vragen voor de desbetreffende afstudeerrichting. Als er een vraag is voor een andere afstudeerrichting dan waar je in zit mag deze aan die richting gegeven worden.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Probeer de vragen te categoriseren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Elk groepje is verantwoordelijk voor de vragen van een richting.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Studenten mogen natuurlijk ook spontaan vragen stellen.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5378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B7835-F26D-B5CD-AAD2-CC6B3ABB8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94FD683-A5B3-2F2C-2FB4-5BC7E3C99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CB5F469-A276-C740-0610-E74808949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1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LET OP: pak de juiste slide erbij</a:t>
            </a:r>
          </a:p>
          <a:p>
            <a:endParaRPr lang="nl-NL" sz="1200" b="1" kern="1200" dirty="0">
              <a:solidFill>
                <a:schemeClr val="tx1"/>
              </a:solidFill>
              <a:effectLst/>
              <a:latin typeface="Arial" charset="0"/>
              <a:ea typeface="MS PGothic" panose="020B0600070205080204" pitchFamily="34" charset="-128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Vragen bedenken</a:t>
            </a:r>
            <a:endParaRPr lang="nl-NL" sz="1200" b="0" kern="1200" dirty="0">
              <a:solidFill>
                <a:schemeClr val="tx1"/>
              </a:solidFill>
              <a:effectLst/>
              <a:latin typeface="Arial" charset="0"/>
              <a:ea typeface="MS PGothic" panose="020B0600070205080204" pitchFamily="34" charset="-128"/>
              <a:cs typeface="+mn-cs"/>
            </a:endParaRP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Student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Studenten gaan met de experts van de groepjes per richting bij elkaar zitten en bedenken minimaal 3 vragen voor de desbetreffende afstudeerrichting. Als er een vraag is voor een andere afstudeerrichting dan waar je in zit mag deze aan die richting gegeven worden.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Probeer de vragen te categoriseren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Elk groepje is verantwoordelijk voor de vragen van een richting.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Studenten mogen natuurlijk ook spontaan vragen stellen.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6C01851-97B2-2E91-4AE8-1F156FA0A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2659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561B-1469-21D4-EBDF-88774BE2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CC40190-9008-8E19-8583-4938761B1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262D1BF-DEE8-5CCF-1C81-B562183B1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1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LET OP: pak de juiste slide erbij</a:t>
            </a:r>
          </a:p>
          <a:p>
            <a:endParaRPr lang="nl-NL" sz="1200" b="1" kern="1200" dirty="0">
              <a:solidFill>
                <a:schemeClr val="tx1"/>
              </a:solidFill>
              <a:effectLst/>
              <a:latin typeface="Arial" charset="0"/>
              <a:ea typeface="MS PGothic" panose="020B0600070205080204" pitchFamily="34" charset="-128"/>
              <a:cs typeface="+mn-cs"/>
            </a:endParaRPr>
          </a:p>
          <a:p>
            <a:r>
              <a:rPr lang="nl-NL" sz="1200" b="1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Vragen bedenken</a:t>
            </a:r>
            <a:endParaRPr lang="nl-NL" sz="1200" b="0" kern="1200" dirty="0">
              <a:solidFill>
                <a:schemeClr val="tx1"/>
              </a:solidFill>
              <a:effectLst/>
              <a:latin typeface="Arial" charset="0"/>
              <a:ea typeface="MS PGothic" panose="020B0600070205080204" pitchFamily="34" charset="-128"/>
              <a:cs typeface="+mn-cs"/>
            </a:endParaRP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Student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Studenten gaan met de experts van de groepjes per richting bij elkaar zitten en bedenken minimaal 3 vragen voor de desbetreffende afstudeerrichting. Als er een vraag is voor een andere afstudeerrichting dan waar je in zit mag deze aan die richting gegeven worden.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Probeer de vragen te categoriseren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Elk groepje is verantwoordelijk voor de vragen van een richting.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Arial" charset="0"/>
                <a:ea typeface="MS PGothic" panose="020B0600070205080204" pitchFamily="34" charset="-128"/>
                <a:cs typeface="+mn-cs"/>
              </a:rPr>
              <a:t>Studenten mogen natuurlijk ook spontaan vragen stellen.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0788888-0EFB-CA9E-159E-C6D6BE3B0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1321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6FBE2429-3394-4D2F-AD24-5EABA86125D2}" type="datetime1">
              <a:rPr lang="en-US" smtClean="0"/>
              <a:t>5/4/2026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49" y="1797051"/>
            <a:ext cx="4800000" cy="408093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inhoud 15">
            <a:extLst>
              <a:ext uri="{FF2B5EF4-FFF2-40B4-BE49-F238E27FC236}">
                <a16:creationId xmlns:a16="http://schemas.microsoft.com/office/drawing/2014/main" id="{4FC9E3EF-B5D6-4148-81B7-175C3D01645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1" y="1797051"/>
            <a:ext cx="4800600" cy="408093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336169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C64382B0-5218-4485-9784-F5CE4DEC3F99}" type="datetime1">
              <a:rPr lang="en-US" smtClean="0"/>
              <a:t>5/4/2026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52" y="1797051"/>
            <a:ext cx="9925049" cy="408093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181403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0F344198-347E-4968-8A5E-24FAF398C80A}" type="datetime1">
              <a:rPr lang="en-US" smtClean="0"/>
              <a:t>5/4/2026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49" y="2499784"/>
            <a:ext cx="4800000" cy="33782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inhoud 15">
            <a:extLst>
              <a:ext uri="{FF2B5EF4-FFF2-40B4-BE49-F238E27FC236}">
                <a16:creationId xmlns:a16="http://schemas.microsoft.com/office/drawing/2014/main" id="{4FC9E3EF-B5D6-4148-81B7-175C3D01645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1" y="2499784"/>
            <a:ext cx="4800601" cy="33782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6EDF895-B7D1-4441-89CE-FC604E2C61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71549" y="1678517"/>
            <a:ext cx="4800000" cy="793749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18D6D157-830E-472B-A8A5-982AAFED65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398" y="1678517"/>
            <a:ext cx="4800601" cy="793749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98765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ef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E0F52BC7-4251-4386-84EB-B9E3042EAC7A}" type="datetime1">
              <a:rPr lang="en-US" smtClean="0"/>
              <a:t>5/4/2026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52" y="1797051"/>
            <a:ext cx="9925049" cy="408093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pic>
        <p:nvPicPr>
          <p:cNvPr id="7" name="Pictogram">
            <a:extLst>
              <a:ext uri="{FF2B5EF4-FFF2-40B4-BE49-F238E27FC236}">
                <a16:creationId xmlns:a16="http://schemas.microsoft.com/office/drawing/2014/main" id="{6BB6BD9F-BBC2-4C62-B72A-1D9C3C2DC9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3001" y="576852"/>
            <a:ext cx="927419" cy="92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461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efening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A09D2FD6-A4EA-47AF-92F4-E02146872DB1}" type="datetime1">
              <a:rPr lang="en-US" smtClean="0"/>
              <a:t>5/4/2026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95EAD7FD-9E2E-446E-ABC5-913951BAF34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52" y="1797051"/>
            <a:ext cx="9925049" cy="408093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6CBBC2-229A-4179-BF74-E29AAD55A4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687" y="469147"/>
            <a:ext cx="1083733" cy="103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37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B4D4BE46-82C7-48CE-BFD3-54BCCDB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72" y="325969"/>
            <a:ext cx="9924529" cy="132503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1F2FEB28-E807-40A4-9055-525CD06B5082}" type="datetime1">
              <a:rPr lang="en-US" smtClean="0"/>
              <a:t>5/4/2026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3638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D7E7F37-22C8-429B-BAD4-57F0735174CA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812867" y="6356351"/>
            <a:ext cx="1083733" cy="366183"/>
          </a:xfrm>
        </p:spPr>
        <p:txBody>
          <a:bodyPr/>
          <a:lstStyle/>
          <a:p>
            <a:fld id="{AE9478F3-55F5-463C-8DD4-17D1FC1FACF4}" type="datetime1">
              <a:rPr lang="en-US" smtClean="0"/>
              <a:t>5/4/2026</a:t>
            </a:fld>
            <a:endParaRPr lang="nl-NL"/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0CB7902A-6436-4E71-9CC0-B50585D9A0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77819" y="6356351"/>
            <a:ext cx="7992535" cy="366183"/>
          </a:xfrm>
        </p:spPr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DB56C006-F6E0-4E00-9F80-9566D353EA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72071" y="6356351"/>
            <a:ext cx="601133" cy="366183"/>
          </a:xfrm>
        </p:spPr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8692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htergrond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9" name="Dianummer">
            <a:extLst>
              <a:ext uri="{FF2B5EF4-FFF2-40B4-BE49-F238E27FC236}">
                <a16:creationId xmlns:a16="http://schemas.microsoft.com/office/drawing/2014/main" id="{26848480-8112-419D-B34B-C11933364B3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5536" y="5899151"/>
            <a:ext cx="1056000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Voettekst">
            <a:extLst>
              <a:ext uri="{FF2B5EF4-FFF2-40B4-BE49-F238E27FC236}">
                <a16:creationId xmlns:a16="http://schemas.microsoft.com/office/drawing/2014/main" id="{6D2DF633-EA52-45A8-879B-C026C25500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159000" y="5899151"/>
            <a:ext cx="6192000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E77EF371-812E-477A-8EE0-D26B8676C7A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25536" y="5899151"/>
            <a:ext cx="1680000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E44E4F-F209-4BD9-8EDA-84907311B367}" type="datetime1">
              <a:rPr lang="en-US" smtClean="0"/>
              <a:t>5/4/2026</a:t>
            </a:fld>
            <a:endParaRPr lang="nl-NL"/>
          </a:p>
        </p:txBody>
      </p:sp>
      <p:pic>
        <p:nvPicPr>
          <p:cNvPr id="6" name="Logo" descr="hu volui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36" y="915007"/>
            <a:ext cx="4031973" cy="984615"/>
          </a:xfrm>
          <a:prstGeom prst="rect">
            <a:avLst/>
          </a:prstGeom>
        </p:spPr>
      </p:pic>
      <p:sp>
        <p:nvSpPr>
          <p:cNvPr id="7" name="Ondertitel">
            <a:extLst>
              <a:ext uri="{FF2B5EF4-FFF2-40B4-BE49-F238E27FC236}">
                <a16:creationId xmlns:a16="http://schemas.microsoft.com/office/drawing/2014/main" id="{5A67F249-E426-4913-A7A1-0DC6C47F6A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4336" y="3613526"/>
            <a:ext cx="9601200" cy="12340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33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Ondertitel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8F44797-10EF-4356-B568-4F79B1B9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536" y="2813448"/>
            <a:ext cx="9600000" cy="615553"/>
          </a:xfrm>
          <a:prstGeom prst="rect">
            <a:avLst/>
          </a:prstGeom>
        </p:spPr>
        <p:txBody>
          <a:bodyPr/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64804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voor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htergrond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2" name="Datum">
            <a:extLst>
              <a:ext uri="{FF2B5EF4-FFF2-40B4-BE49-F238E27FC236}">
                <a16:creationId xmlns:a16="http://schemas.microsoft.com/office/drawing/2014/main" id="{10927F8C-5A80-4319-BDBF-9A3AB0138747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517030" y="6356351"/>
            <a:ext cx="1083733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2DBBD6E-4801-4C8F-8ED0-C2AF858A61AA}" type="datetime1">
              <a:rPr lang="en-US" smtClean="0"/>
              <a:t>5/4/2026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490227BA-4906-4781-8AD2-5643A02088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900967" y="6356351"/>
            <a:ext cx="7412368" cy="3661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1A1E9383-ECE6-4B18-8D0E-B56E497240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07534" y="6356351"/>
            <a:ext cx="601133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Logo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151" y="375143"/>
            <a:ext cx="876300" cy="1328455"/>
          </a:xfrm>
          <a:prstGeom prst="rect">
            <a:avLst/>
          </a:prstGeom>
        </p:spPr>
      </p:pic>
      <p:sp>
        <p:nvSpPr>
          <p:cNvPr id="11" name="Titeldecoratie"/>
          <p:cNvSpPr/>
          <p:nvPr userDrawn="1"/>
        </p:nvSpPr>
        <p:spPr>
          <a:xfrm>
            <a:off x="705523" y="4640332"/>
            <a:ext cx="144000" cy="9769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13" name="Ondertitel">
            <a:extLst>
              <a:ext uri="{FF2B5EF4-FFF2-40B4-BE49-F238E27FC236}">
                <a16:creationId xmlns:a16="http://schemas.microsoft.com/office/drawing/2014/main" id="{3C731FDD-BD4E-40B2-B5C7-E1DB10585B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1184" y="5213003"/>
            <a:ext cx="9599083" cy="9757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33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Ondertitel</a:t>
            </a:r>
          </a:p>
        </p:txBody>
      </p:sp>
      <p:sp>
        <p:nvSpPr>
          <p:cNvPr id="6" name="Titel"/>
          <p:cNvSpPr>
            <a:spLocks noGrp="1"/>
          </p:cNvSpPr>
          <p:nvPr>
            <p:ph type="title"/>
          </p:nvPr>
        </p:nvSpPr>
        <p:spPr>
          <a:xfrm>
            <a:off x="1000763" y="4444657"/>
            <a:ext cx="9600000" cy="615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72903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voorblad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htergrond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>
              <a:solidFill>
                <a:schemeClr val="bg1"/>
              </a:solidFill>
            </a:endParaRPr>
          </a:p>
        </p:txBody>
      </p:sp>
      <p:sp>
        <p:nvSpPr>
          <p:cNvPr id="2" name="Datum">
            <a:extLst>
              <a:ext uri="{FF2B5EF4-FFF2-40B4-BE49-F238E27FC236}">
                <a16:creationId xmlns:a16="http://schemas.microsoft.com/office/drawing/2014/main" id="{D539146E-4701-437B-BCA5-5AC8EE309AC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516534" y="6356351"/>
            <a:ext cx="1083733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734E01-D590-442B-B31B-FE10FED18193}" type="datetime1">
              <a:rPr lang="en-US" smtClean="0"/>
              <a:t>5/4/2026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B785231E-3480-411A-8355-2793DB32CC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6" name="Dianummer">
            <a:extLst>
              <a:ext uri="{FF2B5EF4-FFF2-40B4-BE49-F238E27FC236}">
                <a16:creationId xmlns:a16="http://schemas.microsoft.com/office/drawing/2014/main" id="{1A9E668B-D224-466A-89CE-5C3C945EE61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90600" y="6356351"/>
            <a:ext cx="601133" cy="366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5" name="Afbeelding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8922667" cy="475934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6" name="Logo" descr="HU logo payoff wit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151" y="375143"/>
            <a:ext cx="876300" cy="1328455"/>
          </a:xfrm>
          <a:prstGeom prst="rect">
            <a:avLst/>
          </a:prstGeom>
        </p:spPr>
      </p:pic>
      <p:sp>
        <p:nvSpPr>
          <p:cNvPr id="13" name="Titeldecoratie"/>
          <p:cNvSpPr/>
          <p:nvPr userDrawn="1"/>
        </p:nvSpPr>
        <p:spPr>
          <a:xfrm>
            <a:off x="705523" y="5150101"/>
            <a:ext cx="144000" cy="9769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3" name="Ondertitel">
            <a:extLst>
              <a:ext uri="{FF2B5EF4-FFF2-40B4-BE49-F238E27FC236}">
                <a16:creationId xmlns:a16="http://schemas.microsoft.com/office/drawing/2014/main" id="{5CA13914-06A2-46D7-A98A-1CC2B2F056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1184" y="5687137"/>
            <a:ext cx="9599083" cy="6140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33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Ondertitel</a:t>
            </a:r>
          </a:p>
        </p:txBody>
      </p:sp>
      <p:sp>
        <p:nvSpPr>
          <p:cNvPr id="4" name="Titel"/>
          <p:cNvSpPr>
            <a:spLocks noGrp="1"/>
          </p:cNvSpPr>
          <p:nvPr>
            <p:ph type="title"/>
          </p:nvPr>
        </p:nvSpPr>
        <p:spPr>
          <a:xfrm>
            <a:off x="1000760" y="4954423"/>
            <a:ext cx="9600000" cy="6140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2511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ervol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">
            <a:extLst>
              <a:ext uri="{FF2B5EF4-FFF2-40B4-BE49-F238E27FC236}">
                <a16:creationId xmlns:a16="http://schemas.microsoft.com/office/drawing/2014/main" id="{9B40D12A-149A-4DCE-8C42-4088CD7A8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AB6A4D-1945-47DE-BAFF-682D7CF56FF2}" type="datetime1">
              <a:rPr lang="en-US" smtClean="0"/>
              <a:t>5/4/2026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E5A64523-357B-4B86-93CD-B3CF0626CB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B7CEBE79-820C-40D2-A38E-27E5CDBCA5B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6" name="Inhoud">
            <a:extLst>
              <a:ext uri="{FF2B5EF4-FFF2-40B4-BE49-F238E27FC236}">
                <a16:creationId xmlns:a16="http://schemas.microsoft.com/office/drawing/2014/main" id="{CA2DE4A9-D9F4-4AE1-A336-BFCE81BB6F4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4917" y="778933"/>
            <a:ext cx="10081683" cy="50990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Vervolg</a:t>
            </a:r>
          </a:p>
        </p:txBody>
      </p:sp>
    </p:spTree>
    <p:extLst>
      <p:ext uri="{BB962C8B-B14F-4D97-AF65-F5344CB8AC3E}">
        <p14:creationId xmlns:p14="http://schemas.microsoft.com/office/powerpoint/2010/main" val="1668929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2 afbeeldingen bo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beelding links"/>
          <p:cNvSpPr>
            <a:spLocks noGrp="1"/>
          </p:cNvSpPr>
          <p:nvPr>
            <p:ph type="pic" sz="quarter" idx="13"/>
          </p:nvPr>
        </p:nvSpPr>
        <p:spPr>
          <a:xfrm>
            <a:off x="8" y="-2016"/>
            <a:ext cx="6093977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3" name="Afbeelding rechts"/>
          <p:cNvSpPr>
            <a:spLocks noGrp="1"/>
          </p:cNvSpPr>
          <p:nvPr>
            <p:ph type="pic" sz="quarter" idx="15"/>
          </p:nvPr>
        </p:nvSpPr>
        <p:spPr>
          <a:xfrm>
            <a:off x="6093985" y="-2016"/>
            <a:ext cx="6093977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teldecoratie"/>
          <p:cNvSpPr/>
          <p:nvPr/>
        </p:nvSpPr>
        <p:spPr>
          <a:xfrm>
            <a:off x="708085" y="3869681"/>
            <a:ext cx="144000" cy="609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28" name="Tekst"/>
          <p:cNvSpPr>
            <a:spLocks noGrp="1"/>
          </p:cNvSpPr>
          <p:nvPr>
            <p:ph type="body" sz="quarter" idx="17"/>
          </p:nvPr>
        </p:nvSpPr>
        <p:spPr>
          <a:xfrm flipH="1">
            <a:off x="814917" y="4552633"/>
            <a:ext cx="10081683" cy="143224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">
            <a:extLst>
              <a:ext uri="{FF2B5EF4-FFF2-40B4-BE49-F238E27FC236}">
                <a16:creationId xmlns:a16="http://schemas.microsoft.com/office/drawing/2014/main" id="{C9D2C67F-4BD6-45C2-9C96-FE2566BA3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8" y="3705034"/>
            <a:ext cx="10124733" cy="615553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85DDF9D-2B17-4DED-9512-9F8A7A57FE3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E5C9FBB-E996-401B-A15A-B30463621E74}" type="datetime1">
              <a:rPr lang="en-US" smtClean="0"/>
              <a:t>5/4/2026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90DEEB3-09D2-4333-9FF1-5461D5D3E99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4B914B9-9F1D-4C1D-AE7E-826397420BB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9208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3 afbeeldingen o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beelding rechts"/>
          <p:cNvSpPr>
            <a:spLocks noGrp="1"/>
          </p:cNvSpPr>
          <p:nvPr>
            <p:ph type="pic" sz="quarter" idx="15"/>
          </p:nvPr>
        </p:nvSpPr>
        <p:spPr>
          <a:xfrm>
            <a:off x="8112003" y="3435349"/>
            <a:ext cx="4079999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Afbeelding midden"/>
          <p:cNvSpPr>
            <a:spLocks noGrp="1"/>
          </p:cNvSpPr>
          <p:nvPr>
            <p:ph type="pic" sz="quarter" idx="16"/>
          </p:nvPr>
        </p:nvSpPr>
        <p:spPr>
          <a:xfrm>
            <a:off x="4084860" y="3435349"/>
            <a:ext cx="4031997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Afbeelding links"/>
          <p:cNvSpPr>
            <a:spLocks noGrp="1"/>
          </p:cNvSpPr>
          <p:nvPr>
            <p:ph type="pic" sz="quarter" idx="13"/>
          </p:nvPr>
        </p:nvSpPr>
        <p:spPr>
          <a:xfrm>
            <a:off x="7" y="3435349"/>
            <a:ext cx="4079999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8467795E-BE0E-47E8-BCC2-D151E59EDFF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D86A16-1316-40EA-ACBE-8B2631E6FF9F}" type="datetime1">
              <a:rPr lang="en-US" smtClean="0"/>
              <a:t>5/4/2026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B2430F08-8263-4811-BC43-F87BF48A780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7A01C895-BF20-46EC-ABA8-DD9B24E77DE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ekst"/>
          <p:cNvSpPr>
            <a:spLocks noGrp="1"/>
          </p:cNvSpPr>
          <p:nvPr>
            <p:ph type="body" sz="quarter" idx="11"/>
          </p:nvPr>
        </p:nvSpPr>
        <p:spPr>
          <a:xfrm flipH="1">
            <a:off x="957712" y="1595121"/>
            <a:ext cx="10226755" cy="14724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2" name="Logo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957" y="6145253"/>
            <a:ext cx="576000" cy="493369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1BC1CB4D-2DB2-4F85-9CB5-70B257E8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763" y="775568"/>
            <a:ext cx="10005904" cy="615553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922701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3 afbeeldingen bo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beelding rechts"/>
          <p:cNvSpPr>
            <a:spLocks noGrp="1"/>
          </p:cNvSpPr>
          <p:nvPr>
            <p:ph type="pic" sz="quarter" idx="15"/>
          </p:nvPr>
        </p:nvSpPr>
        <p:spPr>
          <a:xfrm>
            <a:off x="8112003" y="6349"/>
            <a:ext cx="4079999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Afbeelding midden"/>
          <p:cNvSpPr>
            <a:spLocks noGrp="1"/>
          </p:cNvSpPr>
          <p:nvPr>
            <p:ph type="pic" sz="quarter" idx="16"/>
          </p:nvPr>
        </p:nvSpPr>
        <p:spPr>
          <a:xfrm>
            <a:off x="4084860" y="6349"/>
            <a:ext cx="4031997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Afbeelding links"/>
          <p:cNvSpPr>
            <a:spLocks noGrp="1"/>
          </p:cNvSpPr>
          <p:nvPr>
            <p:ph type="pic" sz="quarter" idx="13"/>
          </p:nvPr>
        </p:nvSpPr>
        <p:spPr>
          <a:xfrm>
            <a:off x="7" y="6349"/>
            <a:ext cx="4079999" cy="34226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/>
          <a:lstStyle>
            <a:lvl1pPr marL="0" indent="0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B4F857FD-BFB3-4545-8692-90B56608788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411F2CB-B58B-4B3B-99BD-F8BF469ACBEE}" type="datetime1">
              <a:rPr lang="en-US" smtClean="0"/>
              <a:t>5/4/2026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86AFB18C-1EA8-418B-921A-DF7ADE25FA6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4148FFCD-33EC-4B70-AB72-C959479C0C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Titeldecoratie"/>
          <p:cNvSpPr/>
          <p:nvPr/>
        </p:nvSpPr>
        <p:spPr>
          <a:xfrm>
            <a:off x="708085" y="3757921"/>
            <a:ext cx="144000" cy="609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13" name="Tekst"/>
          <p:cNvSpPr>
            <a:spLocks noGrp="1"/>
          </p:cNvSpPr>
          <p:nvPr>
            <p:ph type="body" sz="quarter" idx="11"/>
          </p:nvPr>
        </p:nvSpPr>
        <p:spPr>
          <a:xfrm flipH="1">
            <a:off x="814917" y="4439921"/>
            <a:ext cx="10081683" cy="14724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BC1CB4D-2DB2-4F85-9CB5-70B257E8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7" y="3620368"/>
            <a:ext cx="10081683" cy="615553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72967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afbeelding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fbeelding"/>
          <p:cNvSpPr>
            <a:spLocks noGrp="1"/>
          </p:cNvSpPr>
          <p:nvPr>
            <p:ph type="pic" sz="quarter" idx="13"/>
          </p:nvPr>
        </p:nvSpPr>
        <p:spPr>
          <a:xfrm>
            <a:off x="8" y="0"/>
            <a:ext cx="6093977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7D99692A-D52A-4A80-B7FC-3D6FDD8266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ABD780B-88DC-493B-A593-4A4CB2D84C3B}" type="datetime1">
              <a:rPr lang="en-US" smtClean="0"/>
              <a:t>5/4/2026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0322DF50-32EF-41B2-8EA1-3A3486DA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CDB85868-4AF2-4121-8E41-546A5A0F3C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Titeldecoratie"/>
          <p:cNvSpPr/>
          <p:nvPr/>
        </p:nvSpPr>
        <p:spPr>
          <a:xfrm>
            <a:off x="6806567" y="913121"/>
            <a:ext cx="144000" cy="609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13" name="Tekst"/>
          <p:cNvSpPr>
            <a:spLocks noGrp="1"/>
          </p:cNvSpPr>
          <p:nvPr>
            <p:ph type="body" sz="quarter" idx="11"/>
          </p:nvPr>
        </p:nvSpPr>
        <p:spPr>
          <a:xfrm flipH="1">
            <a:off x="7056198" y="1595121"/>
            <a:ext cx="3840401" cy="438975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1AD873CB-895E-4138-8DAB-6B7F91565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200" y="734612"/>
            <a:ext cx="3840401" cy="61555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17721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afbeelding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fbeelding"/>
          <p:cNvSpPr>
            <a:spLocks noGrp="1"/>
          </p:cNvSpPr>
          <p:nvPr>
            <p:ph type="pic" sz="quarter" idx="13"/>
          </p:nvPr>
        </p:nvSpPr>
        <p:spPr>
          <a:xfrm>
            <a:off x="6098030" y="0"/>
            <a:ext cx="6093977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8" name="Logo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957" y="6145253"/>
            <a:ext cx="576000" cy="493369"/>
          </a:xfrm>
          <a:prstGeom prst="rect">
            <a:avLst/>
          </a:prstGeom>
        </p:spPr>
      </p:pic>
      <p:sp>
        <p:nvSpPr>
          <p:cNvPr id="3" name="Datum">
            <a:extLst>
              <a:ext uri="{FF2B5EF4-FFF2-40B4-BE49-F238E27FC236}">
                <a16:creationId xmlns:a16="http://schemas.microsoft.com/office/drawing/2014/main" id="{9D31CFC5-410C-4748-B6C7-A722E69497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19B05D6-86B8-4218-9682-953FF99C49E4}" type="datetime1">
              <a:rPr lang="en-US" smtClean="0"/>
              <a:t>5/4/2026</a:t>
            </a:fld>
            <a:endParaRPr lang="nl-NL"/>
          </a:p>
        </p:txBody>
      </p:sp>
      <p:sp>
        <p:nvSpPr>
          <p:cNvPr id="4" name="Voettekst">
            <a:extLst>
              <a:ext uri="{FF2B5EF4-FFF2-40B4-BE49-F238E27FC236}">
                <a16:creationId xmlns:a16="http://schemas.microsoft.com/office/drawing/2014/main" id="{0CB614FB-0599-4F33-AE24-A266A79E9A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Dianummer">
            <a:extLst>
              <a:ext uri="{FF2B5EF4-FFF2-40B4-BE49-F238E27FC236}">
                <a16:creationId xmlns:a16="http://schemas.microsoft.com/office/drawing/2014/main" id="{F7361324-3AD2-4A1C-B9DE-436592B7E8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kst"/>
          <p:cNvSpPr>
            <a:spLocks noGrp="1"/>
          </p:cNvSpPr>
          <p:nvPr>
            <p:ph type="body" sz="quarter" idx="11"/>
          </p:nvPr>
        </p:nvSpPr>
        <p:spPr>
          <a:xfrm flipH="1">
            <a:off x="800299" y="1595121"/>
            <a:ext cx="4815648" cy="438975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">
            <a:extLst>
              <a:ext uri="{FF2B5EF4-FFF2-40B4-BE49-F238E27FC236}">
                <a16:creationId xmlns:a16="http://schemas.microsoft.com/office/drawing/2014/main" id="{6D366FD9-FE48-4E10-8BCE-1292B606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300" y="325969"/>
            <a:ext cx="4815648" cy="132503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83538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htergr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3" name="Datum">
            <a:extLst>
              <a:ext uri="{FF2B5EF4-FFF2-40B4-BE49-F238E27FC236}">
                <a16:creationId xmlns:a16="http://schemas.microsoft.com/office/drawing/2014/main" id="{68A5FA88-603D-448E-A991-878A5BF9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E4080C-BA09-4263-8B37-85DB698DA235}" type="datetime1">
              <a:rPr lang="en-US" smtClean="0"/>
              <a:t>5/4/2026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C447EC34-3FCD-4AF9-93D4-2F7E44A3B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6" name="Dianummer">
            <a:extLst>
              <a:ext uri="{FF2B5EF4-FFF2-40B4-BE49-F238E27FC236}">
                <a16:creationId xmlns:a16="http://schemas.microsoft.com/office/drawing/2014/main" id="{3FB4A23C-1705-4B39-9C44-37CD7099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Logo" descr="hu roo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957" y="6145253"/>
            <a:ext cx="576000" cy="493369"/>
          </a:xfrm>
          <a:prstGeom prst="rect">
            <a:avLst/>
          </a:prstGeom>
        </p:spPr>
      </p:pic>
      <p:sp>
        <p:nvSpPr>
          <p:cNvPr id="12" name="Titeldecoratie"/>
          <p:cNvSpPr/>
          <p:nvPr/>
        </p:nvSpPr>
        <p:spPr>
          <a:xfrm>
            <a:off x="705523" y="914999"/>
            <a:ext cx="144000" cy="9769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BA0D956-0B37-4F2B-BD64-4682BAE8E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99" y="647702"/>
            <a:ext cx="10096300" cy="1325033"/>
          </a:xfrm>
        </p:spPr>
        <p:txBody>
          <a:bodyPr anchor="t"/>
          <a:lstStyle>
            <a:lvl1pPr>
              <a:spcBef>
                <a:spcPts val="1600"/>
              </a:spcBef>
              <a:defRPr i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413227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blauwe 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lauwe balk"/>
          <p:cNvSpPr/>
          <p:nvPr/>
        </p:nvSpPr>
        <p:spPr>
          <a:xfrm>
            <a:off x="0" y="4"/>
            <a:ext cx="12192000" cy="21335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9" name="Titeldecoratie"/>
          <p:cNvSpPr/>
          <p:nvPr/>
        </p:nvSpPr>
        <p:spPr>
          <a:xfrm>
            <a:off x="708085" y="913121"/>
            <a:ext cx="144000" cy="609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48FD308B-A17C-459D-AD21-0988223F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A6F08B07-1555-4E47-8951-0ECAD9F5A3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14918" y="2110127"/>
            <a:ext cx="10096500" cy="376785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887473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ks in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18" name="Rechthoek 17"/>
          <p:cNvSpPr/>
          <p:nvPr/>
        </p:nvSpPr>
        <p:spPr>
          <a:xfrm>
            <a:off x="708085" y="913121"/>
            <a:ext cx="144000" cy="609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  <p:sp>
        <p:nvSpPr>
          <p:cNvPr id="20" name="Tijdelijke aanduiding voor tekst 10"/>
          <p:cNvSpPr>
            <a:spLocks noGrp="1"/>
          </p:cNvSpPr>
          <p:nvPr>
            <p:ph type="body" sz="quarter" idx="11"/>
          </p:nvPr>
        </p:nvSpPr>
        <p:spPr>
          <a:xfrm flipH="1">
            <a:off x="800296" y="1595121"/>
            <a:ext cx="4896755" cy="438975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E799FC-BB9B-4680-9378-7D7DAE7A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99" y="325969"/>
            <a:ext cx="4896753" cy="132503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59847E-1AEB-4364-9B40-CB9FE59D213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437D89-8F6D-4346-831F-8A669749D0AA}" type="datetime1">
              <a:rPr lang="en-US" smtClean="0"/>
              <a:t>5/4/2026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112DF11-8467-40DB-B310-0BE80520F9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71B7FDD-8445-4B6C-928C-42E20728C1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3900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fbeelding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5" name="Logo" descr="hu roo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957" y="6145253"/>
            <a:ext cx="576000" cy="493369"/>
          </a:xfrm>
          <a:prstGeom prst="rect">
            <a:avLst/>
          </a:prstGeom>
        </p:spPr>
      </p:pic>
      <p:sp>
        <p:nvSpPr>
          <p:cNvPr id="2" name="Datum">
            <a:extLst>
              <a:ext uri="{FF2B5EF4-FFF2-40B4-BE49-F238E27FC236}">
                <a16:creationId xmlns:a16="http://schemas.microsoft.com/office/drawing/2014/main" id="{E2087E8A-EBF1-4939-A6EC-C8B71CD1F23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202C83-CF6B-4CB4-A3C5-136B676E759A}" type="datetime1">
              <a:rPr lang="en-US" smtClean="0"/>
              <a:t>5/4/2026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51ABAC98-76D6-4AA2-8123-35DE7B9C5D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F035DCDC-840A-41D8-8CF0-86E58D1BED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0322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fbeelding"/>
          <p:cNvSpPr>
            <a:spLocks noGrp="1"/>
          </p:cNvSpPr>
          <p:nvPr>
            <p:ph type="pic" sz="quarter" idx="13"/>
          </p:nvPr>
        </p:nvSpPr>
        <p:spPr>
          <a:xfrm>
            <a:off x="0" y="8483"/>
            <a:ext cx="12192000" cy="44307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anchor="ctr" anchorCtr="0"/>
          <a:lstStyle>
            <a:lvl1pPr marL="0" indent="0" algn="ctr">
              <a:buNone/>
              <a:defRPr sz="2667"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Datum">
            <a:extLst>
              <a:ext uri="{FF2B5EF4-FFF2-40B4-BE49-F238E27FC236}">
                <a16:creationId xmlns:a16="http://schemas.microsoft.com/office/drawing/2014/main" id="{6D906BA2-E053-48E4-AB1A-B98F822F373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3A86145-E806-4748-B60F-3B208FA67D04}" type="datetime1">
              <a:rPr lang="en-US" smtClean="0"/>
              <a:t>5/4/2026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9EFAB82E-0F83-4580-84EB-A0052930C7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4" name="Dianummer">
            <a:extLst>
              <a:ext uri="{FF2B5EF4-FFF2-40B4-BE49-F238E27FC236}">
                <a16:creationId xmlns:a16="http://schemas.microsoft.com/office/drawing/2014/main" id="{E4E548A3-BE10-43A7-8499-801A7AA2EC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Tekst"/>
          <p:cNvSpPr>
            <a:spLocks noGrp="1"/>
          </p:cNvSpPr>
          <p:nvPr>
            <p:ph type="body" sz="quarter" idx="12" hasCustomPrompt="1"/>
          </p:nvPr>
        </p:nvSpPr>
        <p:spPr>
          <a:xfrm>
            <a:off x="708086" y="4927953"/>
            <a:ext cx="10476381" cy="1056923"/>
          </a:xfrm>
          <a:prstGeom prst="rect">
            <a:avLst/>
          </a:prstGeom>
        </p:spPr>
        <p:txBody>
          <a:bodyPr vert="horz" wrap="square">
            <a:noAutofit/>
          </a:bodyPr>
          <a:lstStyle>
            <a:lvl1pPr marL="0" indent="0">
              <a:buNone/>
              <a:defRPr sz="2667" b="0"/>
            </a:lvl1pPr>
            <a:lvl2pPr marL="609585" indent="0">
              <a:buNone/>
              <a:defRPr sz="2667" b="1"/>
            </a:lvl2pPr>
            <a:lvl3pPr marL="1219170" indent="0">
              <a:buNone/>
              <a:defRPr sz="2667" b="1"/>
            </a:lvl3pPr>
            <a:lvl4pPr marL="1828754" indent="0">
              <a:buNone/>
              <a:defRPr sz="2667" b="1"/>
            </a:lvl4pPr>
            <a:lvl5pPr marL="2438339" indent="0">
              <a:buNone/>
              <a:defRPr sz="2667" b="1"/>
            </a:lvl5pPr>
          </a:lstStyle>
          <a:p>
            <a:pPr lvl="0"/>
            <a:r>
              <a:rPr lang="en-US" err="1"/>
              <a:t>Bijschrift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8643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7950-1FC4-4886-986A-1438624A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84F72-33B9-4570-88CD-D787C30A2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E68B4-BBE4-4E94-B026-D29791D66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F321-131A-4464-B26F-3DE164580998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8DE4D-8757-4E7D-A2F2-1ECD998D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BB35B-CFC7-4BC2-9830-188AD1BD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F747-8C7E-42F0-ABD7-47587DAC0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743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5FF5-F209-48FF-8F63-889658338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A6E54-DED3-48F4-ADA5-D43F1ECB8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92387-4818-4980-8536-928E8A30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7EB0-489E-4691-ADF0-E061285BBA69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68271-C5DF-482E-834E-348D9B0A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Analytical Skills – Les 1: Getallen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DC279-59BC-470D-8EFC-ACC7FF4A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F747-8C7E-42F0-ABD7-47587DAC0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799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A157B720-52B7-804C-A0D3-E1214CD524D4}"/>
              </a:ext>
            </a:extLst>
          </p:cNvPr>
          <p:cNvSpPr/>
          <p:nvPr userDrawn="1"/>
        </p:nvSpPr>
        <p:spPr>
          <a:xfrm>
            <a:off x="0" y="2"/>
            <a:ext cx="6096000" cy="5661025"/>
          </a:xfrm>
          <a:prstGeom prst="rect">
            <a:avLst/>
          </a:prstGeom>
          <a:solidFill>
            <a:srgbClr val="ED00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48753-774D-8743-964C-36B63EB18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5" y="476253"/>
            <a:ext cx="5040311" cy="3566407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BE572-709C-644D-AC4C-63C4300BE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4" y="4374076"/>
            <a:ext cx="5038381" cy="365125"/>
          </a:xfrm>
        </p:spPr>
        <p:txBody>
          <a:bodyPr>
            <a:normAutofit/>
          </a:bodyPr>
          <a:lstStyle>
            <a:lvl1pPr marL="0" indent="0" algn="l">
              <a:buNone/>
              <a:defRPr sz="2100" b="1" i="0">
                <a:solidFill>
                  <a:schemeClr val="bg1"/>
                </a:solidFill>
                <a:latin typeface="Arial Black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9EA1FD-E0A8-2242-A5C3-2C1FF8B369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77" y="4714323"/>
            <a:ext cx="5040299" cy="3651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lang="en-US" sz="2100" b="0" i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F5BB4F2-4F6D-2443-9267-1938424A8A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2"/>
            <a:ext cx="6096000" cy="5661025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9CD55D-D706-2F41-A5BD-14240E79B9CE}"/>
              </a:ext>
            </a:extLst>
          </p:cNvPr>
          <p:cNvGrpSpPr/>
          <p:nvPr userDrawn="1"/>
        </p:nvGrpSpPr>
        <p:grpSpPr>
          <a:xfrm>
            <a:off x="550866" y="6001272"/>
            <a:ext cx="1898159" cy="463885"/>
            <a:chOff x="612356" y="5989450"/>
            <a:chExt cx="1898159" cy="463885"/>
          </a:xfrm>
        </p:grpSpPr>
        <p:sp>
          <p:nvSpPr>
            <p:cNvPr id="50" name="Shape">
              <a:extLst>
                <a:ext uri="{FF2B5EF4-FFF2-40B4-BE49-F238E27FC236}">
                  <a16:creationId xmlns:a16="http://schemas.microsoft.com/office/drawing/2014/main" id="{B7FA90FF-C68E-1E45-8E83-1534D026AC0F}"/>
                </a:ext>
              </a:extLst>
            </p:cNvPr>
            <p:cNvSpPr/>
            <p:nvPr userDrawn="1"/>
          </p:nvSpPr>
          <p:spPr>
            <a:xfrm>
              <a:off x="765063" y="5992444"/>
              <a:ext cx="76391" cy="190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51" name="Shape">
              <a:extLst>
                <a:ext uri="{FF2B5EF4-FFF2-40B4-BE49-F238E27FC236}">
                  <a16:creationId xmlns:a16="http://schemas.microsoft.com/office/drawing/2014/main" id="{30A6A744-722A-F445-8733-37C519CF8B65}"/>
                </a:ext>
              </a:extLst>
            </p:cNvPr>
            <p:cNvSpPr/>
            <p:nvPr userDrawn="1"/>
          </p:nvSpPr>
          <p:spPr>
            <a:xfrm>
              <a:off x="765063" y="6258933"/>
              <a:ext cx="76391" cy="190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6AB8E0E4-4143-B142-939F-21D1A2F68B8D}"/>
                </a:ext>
              </a:extLst>
            </p:cNvPr>
            <p:cNvSpPr/>
            <p:nvPr userDrawn="1"/>
          </p:nvSpPr>
          <p:spPr>
            <a:xfrm>
              <a:off x="612356" y="5992444"/>
              <a:ext cx="76391" cy="458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53" name="Shape">
              <a:extLst>
                <a:ext uri="{FF2B5EF4-FFF2-40B4-BE49-F238E27FC236}">
                  <a16:creationId xmlns:a16="http://schemas.microsoft.com/office/drawing/2014/main" id="{1FD02E03-8E28-5F4C-A93B-6BD1EA6D061B}"/>
                </a:ext>
              </a:extLst>
            </p:cNvPr>
            <p:cNvSpPr/>
            <p:nvPr userDrawn="1"/>
          </p:nvSpPr>
          <p:spPr>
            <a:xfrm>
              <a:off x="917770" y="5992444"/>
              <a:ext cx="229211" cy="343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799"/>
                    <a:pt x="10801" y="16799"/>
                  </a:cubicBezTo>
                  <a:cubicBezTo>
                    <a:pt x="8807" y="16799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4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rgbClr val="ED001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D0F42141-6C0F-3C42-80F0-19E25BB873AE}"/>
                </a:ext>
              </a:extLst>
            </p:cNvPr>
            <p:cNvSpPr/>
            <p:nvPr userDrawn="1"/>
          </p:nvSpPr>
          <p:spPr>
            <a:xfrm>
              <a:off x="1299537" y="5989450"/>
              <a:ext cx="1210978" cy="195118"/>
            </a:xfrm>
            <a:custGeom>
              <a:avLst/>
              <a:gdLst>
                <a:gd name="connsiteX0" fmla="*/ 1045838 w 1210978"/>
                <a:gd name="connsiteY0" fmla="*/ 29584 h 195118"/>
                <a:gd name="connsiteX1" fmla="*/ 1030072 w 1210978"/>
                <a:gd name="connsiteY1" fmla="*/ 46431 h 195118"/>
                <a:gd name="connsiteX2" fmla="*/ 1030072 w 1210978"/>
                <a:gd name="connsiteY2" fmla="*/ 148696 h 195118"/>
                <a:gd name="connsiteX3" fmla="*/ 1045838 w 1210978"/>
                <a:gd name="connsiteY3" fmla="*/ 165281 h 195118"/>
                <a:gd name="connsiteX4" fmla="*/ 1061587 w 1210978"/>
                <a:gd name="connsiteY4" fmla="*/ 148696 h 195118"/>
                <a:gd name="connsiteX5" fmla="*/ 1061587 w 1210978"/>
                <a:gd name="connsiteY5" fmla="*/ 46431 h 195118"/>
                <a:gd name="connsiteX6" fmla="*/ 1045838 w 1210978"/>
                <a:gd name="connsiteY6" fmla="*/ 29584 h 195118"/>
                <a:gd name="connsiteX7" fmla="*/ 918583 w 1210978"/>
                <a:gd name="connsiteY7" fmla="*/ 29584 h 195118"/>
                <a:gd name="connsiteX8" fmla="*/ 902830 w 1210978"/>
                <a:gd name="connsiteY8" fmla="*/ 46431 h 195118"/>
                <a:gd name="connsiteX9" fmla="*/ 902830 w 1210978"/>
                <a:gd name="connsiteY9" fmla="*/ 148696 h 195118"/>
                <a:gd name="connsiteX10" fmla="*/ 918583 w 1210978"/>
                <a:gd name="connsiteY10" fmla="*/ 165281 h 195118"/>
                <a:gd name="connsiteX11" fmla="*/ 934332 w 1210978"/>
                <a:gd name="connsiteY11" fmla="*/ 148696 h 195118"/>
                <a:gd name="connsiteX12" fmla="*/ 934332 w 1210978"/>
                <a:gd name="connsiteY12" fmla="*/ 46431 h 195118"/>
                <a:gd name="connsiteX13" fmla="*/ 918583 w 1210978"/>
                <a:gd name="connsiteY13" fmla="*/ 29584 h 195118"/>
                <a:gd name="connsiteX14" fmla="*/ 174510 w 1210978"/>
                <a:gd name="connsiteY14" fmla="*/ 29584 h 195118"/>
                <a:gd name="connsiteX15" fmla="*/ 158757 w 1210978"/>
                <a:gd name="connsiteY15" fmla="*/ 46431 h 195118"/>
                <a:gd name="connsiteX16" fmla="*/ 158757 w 1210978"/>
                <a:gd name="connsiteY16" fmla="*/ 148696 h 195118"/>
                <a:gd name="connsiteX17" fmla="*/ 174510 w 1210978"/>
                <a:gd name="connsiteY17" fmla="*/ 165281 h 195118"/>
                <a:gd name="connsiteX18" fmla="*/ 190272 w 1210978"/>
                <a:gd name="connsiteY18" fmla="*/ 148696 h 195118"/>
                <a:gd name="connsiteX19" fmla="*/ 190272 w 1210978"/>
                <a:gd name="connsiteY19" fmla="*/ 46431 h 195118"/>
                <a:gd name="connsiteX20" fmla="*/ 174510 w 1210978"/>
                <a:gd name="connsiteY20" fmla="*/ 29584 h 195118"/>
                <a:gd name="connsiteX21" fmla="*/ 1125839 w 1210978"/>
                <a:gd name="connsiteY21" fmla="*/ 2994 h 195118"/>
                <a:gd name="connsiteX22" fmla="*/ 1157352 w 1210978"/>
                <a:gd name="connsiteY22" fmla="*/ 2994 h 195118"/>
                <a:gd name="connsiteX23" fmla="*/ 1157352 w 1210978"/>
                <a:gd name="connsiteY23" fmla="*/ 164396 h 195118"/>
                <a:gd name="connsiteX24" fmla="*/ 1210978 w 1210978"/>
                <a:gd name="connsiteY24" fmla="*/ 164396 h 195118"/>
                <a:gd name="connsiteX25" fmla="*/ 1210978 w 1210978"/>
                <a:gd name="connsiteY25" fmla="*/ 193688 h 195118"/>
                <a:gd name="connsiteX26" fmla="*/ 1125839 w 1210978"/>
                <a:gd name="connsiteY26" fmla="*/ 193688 h 195118"/>
                <a:gd name="connsiteX27" fmla="*/ 744072 w 1210978"/>
                <a:gd name="connsiteY27" fmla="*/ 2994 h 195118"/>
                <a:gd name="connsiteX28" fmla="*/ 775587 w 1210978"/>
                <a:gd name="connsiteY28" fmla="*/ 2994 h 195118"/>
                <a:gd name="connsiteX29" fmla="*/ 775587 w 1210978"/>
                <a:gd name="connsiteY29" fmla="*/ 82026 h 195118"/>
                <a:gd name="connsiteX30" fmla="*/ 807101 w 1210978"/>
                <a:gd name="connsiteY30" fmla="*/ 82026 h 195118"/>
                <a:gd name="connsiteX31" fmla="*/ 807101 w 1210978"/>
                <a:gd name="connsiteY31" fmla="*/ 2994 h 195118"/>
                <a:gd name="connsiteX32" fmla="*/ 838603 w 1210978"/>
                <a:gd name="connsiteY32" fmla="*/ 2994 h 195118"/>
                <a:gd name="connsiteX33" fmla="*/ 838603 w 1210978"/>
                <a:gd name="connsiteY33" fmla="*/ 193688 h 195118"/>
                <a:gd name="connsiteX34" fmla="*/ 807101 w 1210978"/>
                <a:gd name="connsiteY34" fmla="*/ 193688 h 195118"/>
                <a:gd name="connsiteX35" fmla="*/ 807101 w 1210978"/>
                <a:gd name="connsiteY35" fmla="*/ 111328 h 195118"/>
                <a:gd name="connsiteX36" fmla="*/ 775587 w 1210978"/>
                <a:gd name="connsiteY36" fmla="*/ 111328 h 195118"/>
                <a:gd name="connsiteX37" fmla="*/ 775587 w 1210978"/>
                <a:gd name="connsiteY37" fmla="*/ 193688 h 195118"/>
                <a:gd name="connsiteX38" fmla="*/ 744072 w 1210978"/>
                <a:gd name="connsiteY38" fmla="*/ 193688 h 195118"/>
                <a:gd name="connsiteX39" fmla="*/ 381767 w 1210978"/>
                <a:gd name="connsiteY39" fmla="*/ 2994 h 195118"/>
                <a:gd name="connsiteX40" fmla="*/ 466881 w 1210978"/>
                <a:gd name="connsiteY40" fmla="*/ 2994 h 195118"/>
                <a:gd name="connsiteX41" fmla="*/ 466881 w 1210978"/>
                <a:gd name="connsiteY41" fmla="*/ 32287 h 195118"/>
                <a:gd name="connsiteX42" fmla="*/ 413255 w 1210978"/>
                <a:gd name="connsiteY42" fmla="*/ 32287 h 195118"/>
                <a:gd name="connsiteX43" fmla="*/ 413255 w 1210978"/>
                <a:gd name="connsiteY43" fmla="*/ 82026 h 195118"/>
                <a:gd name="connsiteX44" fmla="*/ 458602 w 1210978"/>
                <a:gd name="connsiteY44" fmla="*/ 82026 h 195118"/>
                <a:gd name="connsiteX45" fmla="*/ 458602 w 1210978"/>
                <a:gd name="connsiteY45" fmla="*/ 111328 h 195118"/>
                <a:gd name="connsiteX46" fmla="*/ 413255 w 1210978"/>
                <a:gd name="connsiteY46" fmla="*/ 111328 h 195118"/>
                <a:gd name="connsiteX47" fmla="*/ 413255 w 1210978"/>
                <a:gd name="connsiteY47" fmla="*/ 164396 h 195118"/>
                <a:gd name="connsiteX48" fmla="*/ 466881 w 1210978"/>
                <a:gd name="connsiteY48" fmla="*/ 164396 h 195118"/>
                <a:gd name="connsiteX49" fmla="*/ 466881 w 1210978"/>
                <a:gd name="connsiteY49" fmla="*/ 193688 h 195118"/>
                <a:gd name="connsiteX50" fmla="*/ 381767 w 1210978"/>
                <a:gd name="connsiteY50" fmla="*/ 193688 h 195118"/>
                <a:gd name="connsiteX51" fmla="*/ 0 w 1210978"/>
                <a:gd name="connsiteY51" fmla="*/ 2994 h 195118"/>
                <a:gd name="connsiteX52" fmla="*/ 31515 w 1210978"/>
                <a:gd name="connsiteY52" fmla="*/ 2994 h 195118"/>
                <a:gd name="connsiteX53" fmla="*/ 31515 w 1210978"/>
                <a:gd name="connsiteY53" fmla="*/ 82026 h 195118"/>
                <a:gd name="connsiteX54" fmla="*/ 63030 w 1210978"/>
                <a:gd name="connsiteY54" fmla="*/ 82026 h 195118"/>
                <a:gd name="connsiteX55" fmla="*/ 63030 w 1210978"/>
                <a:gd name="connsiteY55" fmla="*/ 2994 h 195118"/>
                <a:gd name="connsiteX56" fmla="*/ 94519 w 1210978"/>
                <a:gd name="connsiteY56" fmla="*/ 2994 h 195118"/>
                <a:gd name="connsiteX57" fmla="*/ 94519 w 1210978"/>
                <a:gd name="connsiteY57" fmla="*/ 193688 h 195118"/>
                <a:gd name="connsiteX58" fmla="*/ 63030 w 1210978"/>
                <a:gd name="connsiteY58" fmla="*/ 193688 h 195118"/>
                <a:gd name="connsiteX59" fmla="*/ 63030 w 1210978"/>
                <a:gd name="connsiteY59" fmla="*/ 111328 h 195118"/>
                <a:gd name="connsiteX60" fmla="*/ 31515 w 1210978"/>
                <a:gd name="connsiteY60" fmla="*/ 111328 h 195118"/>
                <a:gd name="connsiteX61" fmla="*/ 31515 w 1210978"/>
                <a:gd name="connsiteY61" fmla="*/ 193688 h 195118"/>
                <a:gd name="connsiteX62" fmla="*/ 0 w 1210978"/>
                <a:gd name="connsiteY62" fmla="*/ 193688 h 195118"/>
                <a:gd name="connsiteX63" fmla="*/ 1045838 w 1210978"/>
                <a:gd name="connsiteY63" fmla="*/ 0 h 195118"/>
                <a:gd name="connsiteX64" fmla="*/ 1093102 w 1210978"/>
                <a:gd name="connsiteY64" fmla="*/ 46431 h 195118"/>
                <a:gd name="connsiteX65" fmla="*/ 1093102 w 1210978"/>
                <a:gd name="connsiteY65" fmla="*/ 147585 h 195118"/>
                <a:gd name="connsiteX66" fmla="*/ 1045838 w 1210978"/>
                <a:gd name="connsiteY66" fmla="*/ 195118 h 195118"/>
                <a:gd name="connsiteX67" fmla="*/ 998583 w 1210978"/>
                <a:gd name="connsiteY67" fmla="*/ 148696 h 195118"/>
                <a:gd name="connsiteX68" fmla="*/ 998583 w 1210978"/>
                <a:gd name="connsiteY68" fmla="*/ 47533 h 195118"/>
                <a:gd name="connsiteX69" fmla="*/ 1045838 w 1210978"/>
                <a:gd name="connsiteY69" fmla="*/ 0 h 195118"/>
                <a:gd name="connsiteX70" fmla="*/ 918583 w 1210978"/>
                <a:gd name="connsiteY70" fmla="*/ 0 h 195118"/>
                <a:gd name="connsiteX71" fmla="*/ 965847 w 1210978"/>
                <a:gd name="connsiteY71" fmla="*/ 46431 h 195118"/>
                <a:gd name="connsiteX72" fmla="*/ 965847 w 1210978"/>
                <a:gd name="connsiteY72" fmla="*/ 147585 h 195118"/>
                <a:gd name="connsiteX73" fmla="*/ 918583 w 1210978"/>
                <a:gd name="connsiteY73" fmla="*/ 195118 h 195118"/>
                <a:gd name="connsiteX74" fmla="*/ 871328 w 1210978"/>
                <a:gd name="connsiteY74" fmla="*/ 148696 h 195118"/>
                <a:gd name="connsiteX75" fmla="*/ 871328 w 1210978"/>
                <a:gd name="connsiteY75" fmla="*/ 47533 h 195118"/>
                <a:gd name="connsiteX76" fmla="*/ 918583 w 1210978"/>
                <a:gd name="connsiteY76" fmla="*/ 0 h 195118"/>
                <a:gd name="connsiteX77" fmla="*/ 664081 w 1210978"/>
                <a:gd name="connsiteY77" fmla="*/ 0 h 195118"/>
                <a:gd name="connsiteX78" fmla="*/ 711347 w 1210978"/>
                <a:gd name="connsiteY78" fmla="*/ 46431 h 195118"/>
                <a:gd name="connsiteX79" fmla="*/ 711347 w 1210978"/>
                <a:gd name="connsiteY79" fmla="*/ 67442 h 195118"/>
                <a:gd name="connsiteX80" fmla="*/ 679832 w 1210978"/>
                <a:gd name="connsiteY80" fmla="*/ 67442 h 195118"/>
                <a:gd name="connsiteX81" fmla="*/ 679832 w 1210978"/>
                <a:gd name="connsiteY81" fmla="*/ 46431 h 195118"/>
                <a:gd name="connsiteX82" fmla="*/ 664081 w 1210978"/>
                <a:gd name="connsiteY82" fmla="*/ 29584 h 195118"/>
                <a:gd name="connsiteX83" fmla="*/ 648318 w 1210978"/>
                <a:gd name="connsiteY83" fmla="*/ 46431 h 195118"/>
                <a:gd name="connsiteX84" fmla="*/ 648318 w 1210978"/>
                <a:gd name="connsiteY84" fmla="*/ 148696 h 195118"/>
                <a:gd name="connsiteX85" fmla="*/ 664081 w 1210978"/>
                <a:gd name="connsiteY85" fmla="*/ 165281 h 195118"/>
                <a:gd name="connsiteX86" fmla="*/ 679832 w 1210978"/>
                <a:gd name="connsiteY86" fmla="*/ 148696 h 195118"/>
                <a:gd name="connsiteX87" fmla="*/ 679832 w 1210978"/>
                <a:gd name="connsiteY87" fmla="*/ 125481 h 195118"/>
                <a:gd name="connsiteX88" fmla="*/ 711347 w 1210978"/>
                <a:gd name="connsiteY88" fmla="*/ 125481 h 195118"/>
                <a:gd name="connsiteX89" fmla="*/ 711347 w 1210978"/>
                <a:gd name="connsiteY89" fmla="*/ 147585 h 195118"/>
                <a:gd name="connsiteX90" fmla="*/ 664081 w 1210978"/>
                <a:gd name="connsiteY90" fmla="*/ 195118 h 195118"/>
                <a:gd name="connsiteX91" fmla="*/ 616816 w 1210978"/>
                <a:gd name="connsiteY91" fmla="*/ 148696 h 195118"/>
                <a:gd name="connsiteX92" fmla="*/ 616816 w 1210978"/>
                <a:gd name="connsiteY92" fmla="*/ 47533 h 195118"/>
                <a:gd name="connsiteX93" fmla="*/ 664081 w 1210978"/>
                <a:gd name="connsiteY93" fmla="*/ 0 h 195118"/>
                <a:gd name="connsiteX94" fmla="*/ 540074 w 1210978"/>
                <a:gd name="connsiteY94" fmla="*/ 0 h 195118"/>
                <a:gd name="connsiteX95" fmla="*/ 587629 w 1210978"/>
                <a:gd name="connsiteY95" fmla="*/ 45320 h 195118"/>
                <a:gd name="connsiteX96" fmla="*/ 587629 w 1210978"/>
                <a:gd name="connsiteY96" fmla="*/ 58039 h 195118"/>
                <a:gd name="connsiteX97" fmla="*/ 555836 w 1210978"/>
                <a:gd name="connsiteY97" fmla="*/ 58039 h 195118"/>
                <a:gd name="connsiteX98" fmla="*/ 555836 w 1210978"/>
                <a:gd name="connsiteY98" fmla="*/ 45320 h 195118"/>
                <a:gd name="connsiteX99" fmla="*/ 540074 w 1210978"/>
                <a:gd name="connsiteY99" fmla="*/ 29584 h 195118"/>
                <a:gd name="connsiteX100" fmla="*/ 524056 w 1210978"/>
                <a:gd name="connsiteY100" fmla="*/ 45320 h 195118"/>
                <a:gd name="connsiteX101" fmla="*/ 524056 w 1210978"/>
                <a:gd name="connsiteY101" fmla="*/ 51679 h 195118"/>
                <a:gd name="connsiteX102" fmla="*/ 532890 w 1210978"/>
                <a:gd name="connsiteY102" fmla="*/ 69656 h 195118"/>
                <a:gd name="connsiteX103" fmla="*/ 570489 w 1210978"/>
                <a:gd name="connsiteY103" fmla="*/ 101154 h 195118"/>
                <a:gd name="connsiteX104" fmla="*/ 587629 w 1210978"/>
                <a:gd name="connsiteY104" fmla="*/ 135987 h 195118"/>
                <a:gd name="connsiteX105" fmla="*/ 587629 w 1210978"/>
                <a:gd name="connsiteY105" fmla="*/ 150901 h 195118"/>
                <a:gd name="connsiteX106" fmla="*/ 540074 w 1210978"/>
                <a:gd name="connsiteY106" fmla="*/ 195118 h 195118"/>
                <a:gd name="connsiteX107" fmla="*/ 492554 w 1210978"/>
                <a:gd name="connsiteY107" fmla="*/ 151452 h 195118"/>
                <a:gd name="connsiteX108" fmla="*/ 492554 w 1210978"/>
                <a:gd name="connsiteY108" fmla="*/ 138182 h 195118"/>
                <a:gd name="connsiteX109" fmla="*/ 524056 w 1210978"/>
                <a:gd name="connsiteY109" fmla="*/ 138182 h 195118"/>
                <a:gd name="connsiteX110" fmla="*/ 524056 w 1210978"/>
                <a:gd name="connsiteY110" fmla="*/ 148696 h 195118"/>
                <a:gd name="connsiteX111" fmla="*/ 540074 w 1210978"/>
                <a:gd name="connsiteY111" fmla="*/ 165281 h 195118"/>
                <a:gd name="connsiteX112" fmla="*/ 555836 w 1210978"/>
                <a:gd name="connsiteY112" fmla="*/ 148696 h 195118"/>
                <a:gd name="connsiteX113" fmla="*/ 555836 w 1210978"/>
                <a:gd name="connsiteY113" fmla="*/ 142066 h 195118"/>
                <a:gd name="connsiteX114" fmla="*/ 546166 w 1210978"/>
                <a:gd name="connsiteY114" fmla="*/ 121055 h 195118"/>
                <a:gd name="connsiteX115" fmla="*/ 508571 w 1210978"/>
                <a:gd name="connsiteY115" fmla="*/ 89547 h 195118"/>
                <a:gd name="connsiteX116" fmla="*/ 492554 w 1210978"/>
                <a:gd name="connsiteY116" fmla="*/ 54724 h 195118"/>
                <a:gd name="connsiteX117" fmla="*/ 492554 w 1210978"/>
                <a:gd name="connsiteY117" fmla="*/ 45320 h 195118"/>
                <a:gd name="connsiteX118" fmla="*/ 540074 w 1210978"/>
                <a:gd name="connsiteY118" fmla="*/ 0 h 195118"/>
                <a:gd name="connsiteX119" fmla="*/ 301766 w 1210978"/>
                <a:gd name="connsiteY119" fmla="*/ 0 h 195118"/>
                <a:gd name="connsiteX120" fmla="*/ 349030 w 1210978"/>
                <a:gd name="connsiteY120" fmla="*/ 46431 h 195118"/>
                <a:gd name="connsiteX121" fmla="*/ 349030 w 1210978"/>
                <a:gd name="connsiteY121" fmla="*/ 60252 h 195118"/>
                <a:gd name="connsiteX122" fmla="*/ 317528 w 1210978"/>
                <a:gd name="connsiteY122" fmla="*/ 60252 h 195118"/>
                <a:gd name="connsiteX123" fmla="*/ 317528 w 1210978"/>
                <a:gd name="connsiteY123" fmla="*/ 46431 h 195118"/>
                <a:gd name="connsiteX124" fmla="*/ 301766 w 1210978"/>
                <a:gd name="connsiteY124" fmla="*/ 29584 h 195118"/>
                <a:gd name="connsiteX125" fmla="*/ 286013 w 1210978"/>
                <a:gd name="connsiteY125" fmla="*/ 46431 h 195118"/>
                <a:gd name="connsiteX126" fmla="*/ 286013 w 1210978"/>
                <a:gd name="connsiteY126" fmla="*/ 148696 h 195118"/>
                <a:gd name="connsiteX127" fmla="*/ 301766 w 1210978"/>
                <a:gd name="connsiteY127" fmla="*/ 165281 h 195118"/>
                <a:gd name="connsiteX128" fmla="*/ 317528 w 1210978"/>
                <a:gd name="connsiteY128" fmla="*/ 148696 h 195118"/>
                <a:gd name="connsiteX129" fmla="*/ 317528 w 1210978"/>
                <a:gd name="connsiteY129" fmla="*/ 113873 h 195118"/>
                <a:gd name="connsiteX130" fmla="*/ 299841 w 1210978"/>
                <a:gd name="connsiteY130" fmla="*/ 113873 h 195118"/>
                <a:gd name="connsiteX131" fmla="*/ 299841 w 1210978"/>
                <a:gd name="connsiteY131" fmla="*/ 85401 h 195118"/>
                <a:gd name="connsiteX132" fmla="*/ 349030 w 1210978"/>
                <a:gd name="connsiteY132" fmla="*/ 85401 h 195118"/>
                <a:gd name="connsiteX133" fmla="*/ 349030 w 1210978"/>
                <a:gd name="connsiteY133" fmla="*/ 147585 h 195118"/>
                <a:gd name="connsiteX134" fmla="*/ 301766 w 1210978"/>
                <a:gd name="connsiteY134" fmla="*/ 195118 h 195118"/>
                <a:gd name="connsiteX135" fmla="*/ 254511 w 1210978"/>
                <a:gd name="connsiteY135" fmla="*/ 148696 h 195118"/>
                <a:gd name="connsiteX136" fmla="*/ 254511 w 1210978"/>
                <a:gd name="connsiteY136" fmla="*/ 47533 h 195118"/>
                <a:gd name="connsiteX137" fmla="*/ 301766 w 1210978"/>
                <a:gd name="connsiteY137" fmla="*/ 0 h 195118"/>
                <a:gd name="connsiteX138" fmla="*/ 174510 w 1210978"/>
                <a:gd name="connsiteY138" fmla="*/ 0 h 195118"/>
                <a:gd name="connsiteX139" fmla="*/ 221774 w 1210978"/>
                <a:gd name="connsiteY139" fmla="*/ 46431 h 195118"/>
                <a:gd name="connsiteX140" fmla="*/ 221774 w 1210978"/>
                <a:gd name="connsiteY140" fmla="*/ 147585 h 195118"/>
                <a:gd name="connsiteX141" fmla="*/ 174510 w 1210978"/>
                <a:gd name="connsiteY141" fmla="*/ 195118 h 195118"/>
                <a:gd name="connsiteX142" fmla="*/ 127255 w 1210978"/>
                <a:gd name="connsiteY142" fmla="*/ 148696 h 195118"/>
                <a:gd name="connsiteX143" fmla="*/ 127255 w 1210978"/>
                <a:gd name="connsiteY143" fmla="*/ 47533 h 195118"/>
                <a:gd name="connsiteX144" fmla="*/ 174510 w 1210978"/>
                <a:gd name="connsiteY144" fmla="*/ 0 h 19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1210978" h="195118">
                  <a:moveTo>
                    <a:pt x="1045838" y="29584"/>
                  </a:moveTo>
                  <a:cubicBezTo>
                    <a:pt x="1036167" y="29584"/>
                    <a:pt x="1030072" y="35925"/>
                    <a:pt x="1030072" y="46431"/>
                  </a:cubicBezTo>
                  <a:lnTo>
                    <a:pt x="1030072" y="148696"/>
                  </a:lnTo>
                  <a:cubicBezTo>
                    <a:pt x="1030072" y="159193"/>
                    <a:pt x="1036167" y="165281"/>
                    <a:pt x="1045838" y="165281"/>
                  </a:cubicBezTo>
                  <a:cubicBezTo>
                    <a:pt x="1055509" y="165281"/>
                    <a:pt x="1061587" y="159193"/>
                    <a:pt x="1061587" y="148696"/>
                  </a:cubicBezTo>
                  <a:cubicBezTo>
                    <a:pt x="1061587" y="148696"/>
                    <a:pt x="1061587" y="46431"/>
                    <a:pt x="1061587" y="46431"/>
                  </a:cubicBezTo>
                  <a:cubicBezTo>
                    <a:pt x="1061587" y="35925"/>
                    <a:pt x="1055509" y="29584"/>
                    <a:pt x="1045838" y="29584"/>
                  </a:cubicBezTo>
                  <a:close/>
                  <a:moveTo>
                    <a:pt x="918583" y="29584"/>
                  </a:moveTo>
                  <a:cubicBezTo>
                    <a:pt x="908912" y="29584"/>
                    <a:pt x="902830" y="35925"/>
                    <a:pt x="902830" y="46431"/>
                  </a:cubicBezTo>
                  <a:lnTo>
                    <a:pt x="902830" y="148696"/>
                  </a:lnTo>
                  <a:cubicBezTo>
                    <a:pt x="902830" y="159193"/>
                    <a:pt x="908912" y="165281"/>
                    <a:pt x="918583" y="165281"/>
                  </a:cubicBezTo>
                  <a:cubicBezTo>
                    <a:pt x="928254" y="165281"/>
                    <a:pt x="934332" y="159193"/>
                    <a:pt x="934332" y="148696"/>
                  </a:cubicBezTo>
                  <a:cubicBezTo>
                    <a:pt x="934332" y="148696"/>
                    <a:pt x="934332" y="46431"/>
                    <a:pt x="934332" y="46431"/>
                  </a:cubicBezTo>
                  <a:cubicBezTo>
                    <a:pt x="934332" y="35925"/>
                    <a:pt x="928254" y="29584"/>
                    <a:pt x="918583" y="29584"/>
                  </a:cubicBezTo>
                  <a:close/>
                  <a:moveTo>
                    <a:pt x="174510" y="29584"/>
                  </a:moveTo>
                  <a:cubicBezTo>
                    <a:pt x="164839" y="29584"/>
                    <a:pt x="158757" y="35925"/>
                    <a:pt x="158757" y="46431"/>
                  </a:cubicBezTo>
                  <a:lnTo>
                    <a:pt x="158757" y="148696"/>
                  </a:lnTo>
                  <a:cubicBezTo>
                    <a:pt x="158757" y="159193"/>
                    <a:pt x="164839" y="165281"/>
                    <a:pt x="174510" y="165281"/>
                  </a:cubicBezTo>
                  <a:cubicBezTo>
                    <a:pt x="184181" y="165281"/>
                    <a:pt x="190272" y="159193"/>
                    <a:pt x="190272" y="148696"/>
                  </a:cubicBezTo>
                  <a:cubicBezTo>
                    <a:pt x="190272" y="148696"/>
                    <a:pt x="190272" y="46431"/>
                    <a:pt x="190272" y="46431"/>
                  </a:cubicBezTo>
                  <a:cubicBezTo>
                    <a:pt x="190272" y="35925"/>
                    <a:pt x="184181" y="29584"/>
                    <a:pt x="174510" y="29584"/>
                  </a:cubicBezTo>
                  <a:close/>
                  <a:moveTo>
                    <a:pt x="1125839" y="2994"/>
                  </a:moveTo>
                  <a:cubicBezTo>
                    <a:pt x="1125839" y="2994"/>
                    <a:pt x="1157352" y="2994"/>
                    <a:pt x="1157352" y="2994"/>
                  </a:cubicBezTo>
                  <a:lnTo>
                    <a:pt x="1157352" y="164396"/>
                  </a:lnTo>
                  <a:lnTo>
                    <a:pt x="1210978" y="164396"/>
                  </a:lnTo>
                  <a:lnTo>
                    <a:pt x="1210978" y="193688"/>
                  </a:lnTo>
                  <a:lnTo>
                    <a:pt x="1125839" y="193688"/>
                  </a:lnTo>
                  <a:close/>
                  <a:moveTo>
                    <a:pt x="744072" y="2994"/>
                  </a:moveTo>
                  <a:lnTo>
                    <a:pt x="775587" y="2994"/>
                  </a:lnTo>
                  <a:lnTo>
                    <a:pt x="775587" y="82026"/>
                  </a:lnTo>
                  <a:lnTo>
                    <a:pt x="807101" y="82026"/>
                  </a:lnTo>
                  <a:lnTo>
                    <a:pt x="807101" y="2994"/>
                  </a:lnTo>
                  <a:cubicBezTo>
                    <a:pt x="807101" y="2994"/>
                    <a:pt x="838603" y="2994"/>
                    <a:pt x="838603" y="2994"/>
                  </a:cubicBezTo>
                  <a:lnTo>
                    <a:pt x="838603" y="193688"/>
                  </a:lnTo>
                  <a:lnTo>
                    <a:pt x="807101" y="193688"/>
                  </a:lnTo>
                  <a:lnTo>
                    <a:pt x="807101" y="111328"/>
                  </a:lnTo>
                  <a:lnTo>
                    <a:pt x="775587" y="111328"/>
                  </a:lnTo>
                  <a:lnTo>
                    <a:pt x="775587" y="193688"/>
                  </a:lnTo>
                  <a:lnTo>
                    <a:pt x="744072" y="193688"/>
                  </a:lnTo>
                  <a:close/>
                  <a:moveTo>
                    <a:pt x="381767" y="2994"/>
                  </a:moveTo>
                  <a:cubicBezTo>
                    <a:pt x="381767" y="2994"/>
                    <a:pt x="466881" y="2994"/>
                    <a:pt x="466881" y="2994"/>
                  </a:cubicBezTo>
                  <a:lnTo>
                    <a:pt x="466881" y="32287"/>
                  </a:lnTo>
                  <a:lnTo>
                    <a:pt x="413255" y="32287"/>
                  </a:lnTo>
                  <a:lnTo>
                    <a:pt x="413255" y="82026"/>
                  </a:lnTo>
                  <a:lnTo>
                    <a:pt x="458602" y="82026"/>
                  </a:lnTo>
                  <a:lnTo>
                    <a:pt x="458602" y="111328"/>
                  </a:lnTo>
                  <a:lnTo>
                    <a:pt x="413255" y="111328"/>
                  </a:lnTo>
                  <a:lnTo>
                    <a:pt x="413255" y="164396"/>
                  </a:lnTo>
                  <a:lnTo>
                    <a:pt x="466881" y="164396"/>
                  </a:lnTo>
                  <a:lnTo>
                    <a:pt x="466881" y="193688"/>
                  </a:lnTo>
                  <a:lnTo>
                    <a:pt x="381767" y="193688"/>
                  </a:lnTo>
                  <a:close/>
                  <a:moveTo>
                    <a:pt x="0" y="2994"/>
                  </a:moveTo>
                  <a:lnTo>
                    <a:pt x="31515" y="2994"/>
                  </a:lnTo>
                  <a:lnTo>
                    <a:pt x="31515" y="82026"/>
                  </a:lnTo>
                  <a:lnTo>
                    <a:pt x="63030" y="82026"/>
                  </a:lnTo>
                  <a:lnTo>
                    <a:pt x="63030" y="2994"/>
                  </a:lnTo>
                  <a:cubicBezTo>
                    <a:pt x="63030" y="2994"/>
                    <a:pt x="94519" y="2994"/>
                    <a:pt x="94519" y="2994"/>
                  </a:cubicBezTo>
                  <a:lnTo>
                    <a:pt x="94519" y="193688"/>
                  </a:lnTo>
                  <a:lnTo>
                    <a:pt x="63030" y="193688"/>
                  </a:lnTo>
                  <a:lnTo>
                    <a:pt x="63030" y="111328"/>
                  </a:lnTo>
                  <a:lnTo>
                    <a:pt x="31515" y="111328"/>
                  </a:lnTo>
                  <a:lnTo>
                    <a:pt x="31515" y="193688"/>
                  </a:lnTo>
                  <a:lnTo>
                    <a:pt x="0" y="193688"/>
                  </a:lnTo>
                  <a:close/>
                  <a:moveTo>
                    <a:pt x="1045838" y="0"/>
                  </a:moveTo>
                  <a:cubicBezTo>
                    <a:pt x="1072093" y="0"/>
                    <a:pt x="1093102" y="15754"/>
                    <a:pt x="1093102" y="46431"/>
                  </a:cubicBezTo>
                  <a:lnTo>
                    <a:pt x="1093102" y="147585"/>
                  </a:lnTo>
                  <a:cubicBezTo>
                    <a:pt x="1093102" y="179093"/>
                    <a:pt x="1072093" y="195118"/>
                    <a:pt x="1045838" y="195118"/>
                  </a:cubicBezTo>
                  <a:cubicBezTo>
                    <a:pt x="1019578" y="195118"/>
                    <a:pt x="998583" y="179093"/>
                    <a:pt x="998583" y="148696"/>
                  </a:cubicBezTo>
                  <a:lnTo>
                    <a:pt x="998583" y="47533"/>
                  </a:lnTo>
                  <a:cubicBezTo>
                    <a:pt x="998583" y="15754"/>
                    <a:pt x="1019578" y="0"/>
                    <a:pt x="1045838" y="0"/>
                  </a:cubicBezTo>
                  <a:close/>
                  <a:moveTo>
                    <a:pt x="918583" y="0"/>
                  </a:moveTo>
                  <a:cubicBezTo>
                    <a:pt x="944838" y="0"/>
                    <a:pt x="965847" y="15754"/>
                    <a:pt x="965847" y="46431"/>
                  </a:cubicBezTo>
                  <a:lnTo>
                    <a:pt x="965847" y="147585"/>
                  </a:lnTo>
                  <a:cubicBezTo>
                    <a:pt x="965847" y="179093"/>
                    <a:pt x="944838" y="195118"/>
                    <a:pt x="918583" y="195118"/>
                  </a:cubicBezTo>
                  <a:cubicBezTo>
                    <a:pt x="892336" y="195118"/>
                    <a:pt x="871328" y="179093"/>
                    <a:pt x="871328" y="148696"/>
                  </a:cubicBezTo>
                  <a:lnTo>
                    <a:pt x="871328" y="47533"/>
                  </a:lnTo>
                  <a:cubicBezTo>
                    <a:pt x="871328" y="15754"/>
                    <a:pt x="892336" y="0"/>
                    <a:pt x="918583" y="0"/>
                  </a:cubicBezTo>
                  <a:close/>
                  <a:moveTo>
                    <a:pt x="664081" y="0"/>
                  </a:moveTo>
                  <a:cubicBezTo>
                    <a:pt x="690336" y="0"/>
                    <a:pt x="711347" y="15754"/>
                    <a:pt x="711347" y="46431"/>
                  </a:cubicBezTo>
                  <a:lnTo>
                    <a:pt x="711347" y="67442"/>
                  </a:lnTo>
                  <a:lnTo>
                    <a:pt x="679832" y="67442"/>
                  </a:lnTo>
                  <a:lnTo>
                    <a:pt x="679832" y="46431"/>
                  </a:lnTo>
                  <a:cubicBezTo>
                    <a:pt x="679832" y="35925"/>
                    <a:pt x="673753" y="29584"/>
                    <a:pt x="664081" y="29584"/>
                  </a:cubicBezTo>
                  <a:cubicBezTo>
                    <a:pt x="654410" y="29584"/>
                    <a:pt x="648318" y="35925"/>
                    <a:pt x="648318" y="46431"/>
                  </a:cubicBezTo>
                  <a:lnTo>
                    <a:pt x="648318" y="148696"/>
                  </a:lnTo>
                  <a:cubicBezTo>
                    <a:pt x="648318" y="159193"/>
                    <a:pt x="654410" y="165281"/>
                    <a:pt x="664081" y="165281"/>
                  </a:cubicBezTo>
                  <a:cubicBezTo>
                    <a:pt x="673753" y="165281"/>
                    <a:pt x="679832" y="159193"/>
                    <a:pt x="679832" y="148696"/>
                  </a:cubicBezTo>
                  <a:lnTo>
                    <a:pt x="679832" y="125481"/>
                  </a:lnTo>
                  <a:lnTo>
                    <a:pt x="711347" y="125481"/>
                  </a:lnTo>
                  <a:lnTo>
                    <a:pt x="711347" y="147585"/>
                  </a:lnTo>
                  <a:cubicBezTo>
                    <a:pt x="711347" y="179093"/>
                    <a:pt x="690336" y="195118"/>
                    <a:pt x="664081" y="195118"/>
                  </a:cubicBezTo>
                  <a:cubicBezTo>
                    <a:pt x="637827" y="195118"/>
                    <a:pt x="616816" y="179093"/>
                    <a:pt x="616816" y="148696"/>
                  </a:cubicBezTo>
                  <a:lnTo>
                    <a:pt x="616816" y="47533"/>
                  </a:lnTo>
                  <a:cubicBezTo>
                    <a:pt x="616816" y="15754"/>
                    <a:pt x="637827" y="0"/>
                    <a:pt x="664081" y="0"/>
                  </a:cubicBezTo>
                  <a:close/>
                  <a:moveTo>
                    <a:pt x="540074" y="0"/>
                  </a:moveTo>
                  <a:cubicBezTo>
                    <a:pt x="568552" y="0"/>
                    <a:pt x="587629" y="17967"/>
                    <a:pt x="587629" y="45320"/>
                  </a:cubicBezTo>
                  <a:lnTo>
                    <a:pt x="587629" y="58039"/>
                  </a:lnTo>
                  <a:lnTo>
                    <a:pt x="555836" y="58039"/>
                  </a:lnTo>
                  <a:lnTo>
                    <a:pt x="555836" y="45320"/>
                  </a:lnTo>
                  <a:cubicBezTo>
                    <a:pt x="555836" y="35925"/>
                    <a:pt x="549476" y="29584"/>
                    <a:pt x="540074" y="29584"/>
                  </a:cubicBezTo>
                  <a:cubicBezTo>
                    <a:pt x="531513" y="29584"/>
                    <a:pt x="524056" y="35925"/>
                    <a:pt x="524056" y="45320"/>
                  </a:cubicBezTo>
                  <a:lnTo>
                    <a:pt x="524056" y="51679"/>
                  </a:lnTo>
                  <a:cubicBezTo>
                    <a:pt x="524056" y="60252"/>
                    <a:pt x="527366" y="64949"/>
                    <a:pt x="532890" y="69656"/>
                  </a:cubicBezTo>
                  <a:lnTo>
                    <a:pt x="570489" y="101154"/>
                  </a:lnTo>
                  <a:cubicBezTo>
                    <a:pt x="582092" y="110829"/>
                    <a:pt x="587629" y="120775"/>
                    <a:pt x="587629" y="135987"/>
                  </a:cubicBezTo>
                  <a:lnTo>
                    <a:pt x="587629" y="150901"/>
                  </a:lnTo>
                  <a:cubicBezTo>
                    <a:pt x="587629" y="176329"/>
                    <a:pt x="566343" y="195118"/>
                    <a:pt x="540074" y="195118"/>
                  </a:cubicBezTo>
                  <a:cubicBezTo>
                    <a:pt x="513550" y="195118"/>
                    <a:pt x="492554" y="177151"/>
                    <a:pt x="492554" y="151452"/>
                  </a:cubicBezTo>
                  <a:lnTo>
                    <a:pt x="492554" y="138182"/>
                  </a:lnTo>
                  <a:lnTo>
                    <a:pt x="524056" y="138182"/>
                  </a:lnTo>
                  <a:lnTo>
                    <a:pt x="524056" y="148696"/>
                  </a:lnTo>
                  <a:cubicBezTo>
                    <a:pt x="524056" y="160304"/>
                    <a:pt x="531513" y="165281"/>
                    <a:pt x="540074" y="165281"/>
                  </a:cubicBezTo>
                  <a:cubicBezTo>
                    <a:pt x="549476" y="165281"/>
                    <a:pt x="555836" y="159193"/>
                    <a:pt x="555836" y="148696"/>
                  </a:cubicBezTo>
                  <a:lnTo>
                    <a:pt x="555836" y="142066"/>
                  </a:lnTo>
                  <a:cubicBezTo>
                    <a:pt x="555836" y="132653"/>
                    <a:pt x="553358" y="127134"/>
                    <a:pt x="546166" y="121055"/>
                  </a:cubicBezTo>
                  <a:lnTo>
                    <a:pt x="508571" y="89547"/>
                  </a:lnTo>
                  <a:cubicBezTo>
                    <a:pt x="502224" y="84289"/>
                    <a:pt x="492554" y="71851"/>
                    <a:pt x="492554" y="54724"/>
                  </a:cubicBezTo>
                  <a:lnTo>
                    <a:pt x="492554" y="45320"/>
                  </a:lnTo>
                  <a:cubicBezTo>
                    <a:pt x="492554" y="18798"/>
                    <a:pt x="511340" y="0"/>
                    <a:pt x="540074" y="0"/>
                  </a:cubicBezTo>
                  <a:close/>
                  <a:moveTo>
                    <a:pt x="301766" y="0"/>
                  </a:moveTo>
                  <a:cubicBezTo>
                    <a:pt x="328021" y="0"/>
                    <a:pt x="349030" y="15754"/>
                    <a:pt x="349030" y="46431"/>
                  </a:cubicBezTo>
                  <a:lnTo>
                    <a:pt x="349030" y="60252"/>
                  </a:lnTo>
                  <a:lnTo>
                    <a:pt x="317528" y="60252"/>
                  </a:lnTo>
                  <a:lnTo>
                    <a:pt x="317528" y="46431"/>
                  </a:lnTo>
                  <a:cubicBezTo>
                    <a:pt x="317528" y="35925"/>
                    <a:pt x="311437" y="29584"/>
                    <a:pt x="301766" y="29584"/>
                  </a:cubicBezTo>
                  <a:cubicBezTo>
                    <a:pt x="292095" y="29584"/>
                    <a:pt x="286013" y="35925"/>
                    <a:pt x="286013" y="46431"/>
                  </a:cubicBezTo>
                  <a:lnTo>
                    <a:pt x="286013" y="148696"/>
                  </a:lnTo>
                  <a:cubicBezTo>
                    <a:pt x="286013" y="159193"/>
                    <a:pt x="292095" y="165281"/>
                    <a:pt x="301766" y="165281"/>
                  </a:cubicBezTo>
                  <a:cubicBezTo>
                    <a:pt x="311437" y="165281"/>
                    <a:pt x="317528" y="159193"/>
                    <a:pt x="317528" y="148696"/>
                  </a:cubicBezTo>
                  <a:lnTo>
                    <a:pt x="317528" y="113873"/>
                  </a:lnTo>
                  <a:lnTo>
                    <a:pt x="299841" y="113873"/>
                  </a:lnTo>
                  <a:lnTo>
                    <a:pt x="299841" y="85401"/>
                  </a:lnTo>
                  <a:lnTo>
                    <a:pt x="349030" y="85401"/>
                  </a:lnTo>
                  <a:lnTo>
                    <a:pt x="349030" y="147585"/>
                  </a:lnTo>
                  <a:cubicBezTo>
                    <a:pt x="349030" y="179093"/>
                    <a:pt x="328021" y="195118"/>
                    <a:pt x="301766" y="195118"/>
                  </a:cubicBezTo>
                  <a:cubicBezTo>
                    <a:pt x="275506" y="195118"/>
                    <a:pt x="254511" y="179093"/>
                    <a:pt x="254511" y="148696"/>
                  </a:cubicBezTo>
                  <a:lnTo>
                    <a:pt x="254511" y="47533"/>
                  </a:lnTo>
                  <a:cubicBezTo>
                    <a:pt x="254511" y="15754"/>
                    <a:pt x="275506" y="0"/>
                    <a:pt x="301766" y="0"/>
                  </a:cubicBezTo>
                  <a:close/>
                  <a:moveTo>
                    <a:pt x="174510" y="0"/>
                  </a:moveTo>
                  <a:cubicBezTo>
                    <a:pt x="200765" y="0"/>
                    <a:pt x="221774" y="15754"/>
                    <a:pt x="221774" y="46431"/>
                  </a:cubicBezTo>
                  <a:lnTo>
                    <a:pt x="221774" y="147585"/>
                  </a:lnTo>
                  <a:cubicBezTo>
                    <a:pt x="221774" y="179093"/>
                    <a:pt x="200765" y="195118"/>
                    <a:pt x="174510" y="195118"/>
                  </a:cubicBezTo>
                  <a:cubicBezTo>
                    <a:pt x="148250" y="195118"/>
                    <a:pt x="127255" y="179093"/>
                    <a:pt x="127255" y="148696"/>
                  </a:cubicBezTo>
                  <a:lnTo>
                    <a:pt x="127255" y="47533"/>
                  </a:lnTo>
                  <a:cubicBezTo>
                    <a:pt x="127255" y="15754"/>
                    <a:pt x="148250" y="0"/>
                    <a:pt x="174510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DEA3D5D-43DB-CA42-9F46-C8BFB8F44B09}"/>
                </a:ext>
              </a:extLst>
            </p:cNvPr>
            <p:cNvSpPr/>
            <p:nvPr userDrawn="1"/>
          </p:nvSpPr>
          <p:spPr>
            <a:xfrm>
              <a:off x="1299537" y="6257435"/>
              <a:ext cx="827965" cy="195900"/>
            </a:xfrm>
            <a:custGeom>
              <a:avLst/>
              <a:gdLst>
                <a:gd name="connsiteX0" fmla="*/ 269559 w 827965"/>
                <a:gd name="connsiteY0" fmla="*/ 32287 h 195900"/>
                <a:gd name="connsiteX1" fmla="*/ 269559 w 827965"/>
                <a:gd name="connsiteY1" fmla="*/ 84242 h 195900"/>
                <a:gd name="connsiteX2" fmla="*/ 284209 w 827965"/>
                <a:gd name="connsiteY2" fmla="*/ 84242 h 195900"/>
                <a:gd name="connsiteX3" fmla="*/ 301061 w 827965"/>
                <a:gd name="connsiteY3" fmla="*/ 62966 h 195900"/>
                <a:gd name="connsiteX4" fmla="*/ 301061 w 827965"/>
                <a:gd name="connsiteY4" fmla="*/ 53290 h 195900"/>
                <a:gd name="connsiteX5" fmla="*/ 284209 w 827965"/>
                <a:gd name="connsiteY5" fmla="*/ 32287 h 195900"/>
                <a:gd name="connsiteX6" fmla="*/ 724610 w 827965"/>
                <a:gd name="connsiteY6" fmla="*/ 2994 h 195900"/>
                <a:gd name="connsiteX7" fmla="*/ 827965 w 827965"/>
                <a:gd name="connsiteY7" fmla="*/ 2994 h 195900"/>
                <a:gd name="connsiteX8" fmla="*/ 827965 w 827965"/>
                <a:gd name="connsiteY8" fmla="*/ 31183 h 195900"/>
                <a:gd name="connsiteX9" fmla="*/ 792049 w 827965"/>
                <a:gd name="connsiteY9" fmla="*/ 31183 h 195900"/>
                <a:gd name="connsiteX10" fmla="*/ 792049 w 827965"/>
                <a:gd name="connsiteY10" fmla="*/ 193687 h 195900"/>
                <a:gd name="connsiteX11" fmla="*/ 760535 w 827965"/>
                <a:gd name="connsiteY11" fmla="*/ 193687 h 195900"/>
                <a:gd name="connsiteX12" fmla="*/ 760535 w 827965"/>
                <a:gd name="connsiteY12" fmla="*/ 31183 h 195900"/>
                <a:gd name="connsiteX13" fmla="*/ 724610 w 827965"/>
                <a:gd name="connsiteY13" fmla="*/ 31183 h 195900"/>
                <a:gd name="connsiteX14" fmla="*/ 609331 w 827965"/>
                <a:gd name="connsiteY14" fmla="*/ 2994 h 195900"/>
                <a:gd name="connsiteX15" fmla="*/ 640846 w 827965"/>
                <a:gd name="connsiteY15" fmla="*/ 2994 h 195900"/>
                <a:gd name="connsiteX16" fmla="*/ 640846 w 827965"/>
                <a:gd name="connsiteY16" fmla="*/ 82026 h 195900"/>
                <a:gd name="connsiteX17" fmla="*/ 672360 w 827965"/>
                <a:gd name="connsiteY17" fmla="*/ 82026 h 195900"/>
                <a:gd name="connsiteX18" fmla="*/ 672360 w 827965"/>
                <a:gd name="connsiteY18" fmla="*/ 2994 h 195900"/>
                <a:gd name="connsiteX19" fmla="*/ 703862 w 827965"/>
                <a:gd name="connsiteY19" fmla="*/ 2994 h 195900"/>
                <a:gd name="connsiteX20" fmla="*/ 703862 w 827965"/>
                <a:gd name="connsiteY20" fmla="*/ 193687 h 195900"/>
                <a:gd name="connsiteX21" fmla="*/ 672360 w 827965"/>
                <a:gd name="connsiteY21" fmla="*/ 193687 h 195900"/>
                <a:gd name="connsiteX22" fmla="*/ 672360 w 827965"/>
                <a:gd name="connsiteY22" fmla="*/ 111345 h 195900"/>
                <a:gd name="connsiteX23" fmla="*/ 640846 w 827965"/>
                <a:gd name="connsiteY23" fmla="*/ 111345 h 195900"/>
                <a:gd name="connsiteX24" fmla="*/ 640846 w 827965"/>
                <a:gd name="connsiteY24" fmla="*/ 193687 h 195900"/>
                <a:gd name="connsiteX25" fmla="*/ 609331 w 827965"/>
                <a:gd name="connsiteY25" fmla="*/ 193687 h 195900"/>
                <a:gd name="connsiteX26" fmla="*/ 365300 w 827965"/>
                <a:gd name="connsiteY26" fmla="*/ 2994 h 195900"/>
                <a:gd name="connsiteX27" fmla="*/ 450414 w 827965"/>
                <a:gd name="connsiteY27" fmla="*/ 2994 h 195900"/>
                <a:gd name="connsiteX28" fmla="*/ 450414 w 827965"/>
                <a:gd name="connsiteY28" fmla="*/ 32296 h 195900"/>
                <a:gd name="connsiteX29" fmla="*/ 396788 w 827965"/>
                <a:gd name="connsiteY29" fmla="*/ 32296 h 195900"/>
                <a:gd name="connsiteX30" fmla="*/ 396788 w 827965"/>
                <a:gd name="connsiteY30" fmla="*/ 82026 h 195900"/>
                <a:gd name="connsiteX31" fmla="*/ 442135 w 827965"/>
                <a:gd name="connsiteY31" fmla="*/ 82026 h 195900"/>
                <a:gd name="connsiteX32" fmla="*/ 442135 w 827965"/>
                <a:gd name="connsiteY32" fmla="*/ 111345 h 195900"/>
                <a:gd name="connsiteX33" fmla="*/ 396788 w 827965"/>
                <a:gd name="connsiteY33" fmla="*/ 111345 h 195900"/>
                <a:gd name="connsiteX34" fmla="*/ 396788 w 827965"/>
                <a:gd name="connsiteY34" fmla="*/ 164395 h 195900"/>
                <a:gd name="connsiteX35" fmla="*/ 450414 w 827965"/>
                <a:gd name="connsiteY35" fmla="*/ 164395 h 195900"/>
                <a:gd name="connsiteX36" fmla="*/ 450414 w 827965"/>
                <a:gd name="connsiteY36" fmla="*/ 193687 h 195900"/>
                <a:gd name="connsiteX37" fmla="*/ 365300 w 827965"/>
                <a:gd name="connsiteY37" fmla="*/ 193687 h 195900"/>
                <a:gd name="connsiteX38" fmla="*/ 238044 w 827965"/>
                <a:gd name="connsiteY38" fmla="*/ 2994 h 195900"/>
                <a:gd name="connsiteX39" fmla="*/ 286130 w 827965"/>
                <a:gd name="connsiteY39" fmla="*/ 2994 h 195900"/>
                <a:gd name="connsiteX40" fmla="*/ 332563 w 827965"/>
                <a:gd name="connsiteY40" fmla="*/ 51356 h 195900"/>
                <a:gd name="connsiteX41" fmla="*/ 332563 w 827965"/>
                <a:gd name="connsiteY41" fmla="*/ 64899 h 195900"/>
                <a:gd name="connsiteX42" fmla="*/ 316810 w 827965"/>
                <a:gd name="connsiteY42" fmla="*/ 98615 h 195900"/>
                <a:gd name="connsiteX43" fmla="*/ 332563 w 827965"/>
                <a:gd name="connsiteY43" fmla="*/ 132331 h 195900"/>
                <a:gd name="connsiteX44" fmla="*/ 332563 w 827965"/>
                <a:gd name="connsiteY44" fmla="*/ 193688 h 195900"/>
                <a:gd name="connsiteX45" fmla="*/ 301061 w 827965"/>
                <a:gd name="connsiteY45" fmla="*/ 193688 h 195900"/>
                <a:gd name="connsiteX46" fmla="*/ 301061 w 827965"/>
                <a:gd name="connsiteY46" fmla="*/ 134555 h 195900"/>
                <a:gd name="connsiteX47" fmla="*/ 284209 w 827965"/>
                <a:gd name="connsiteY47" fmla="*/ 113544 h 195900"/>
                <a:gd name="connsiteX48" fmla="*/ 269559 w 827965"/>
                <a:gd name="connsiteY48" fmla="*/ 113544 h 195900"/>
                <a:gd name="connsiteX49" fmla="*/ 269559 w 827965"/>
                <a:gd name="connsiteY49" fmla="*/ 193688 h 195900"/>
                <a:gd name="connsiteX50" fmla="*/ 238044 w 827965"/>
                <a:gd name="connsiteY50" fmla="*/ 193688 h 195900"/>
                <a:gd name="connsiteX51" fmla="*/ 115279 w 827965"/>
                <a:gd name="connsiteY51" fmla="*/ 2994 h 195900"/>
                <a:gd name="connsiteX52" fmla="*/ 218647 w 827965"/>
                <a:gd name="connsiteY52" fmla="*/ 2994 h 195900"/>
                <a:gd name="connsiteX53" fmla="*/ 218647 w 827965"/>
                <a:gd name="connsiteY53" fmla="*/ 31183 h 195900"/>
                <a:gd name="connsiteX54" fmla="*/ 182707 w 827965"/>
                <a:gd name="connsiteY54" fmla="*/ 31183 h 195900"/>
                <a:gd name="connsiteX55" fmla="*/ 182707 w 827965"/>
                <a:gd name="connsiteY55" fmla="*/ 193687 h 195900"/>
                <a:gd name="connsiteX56" fmla="*/ 151204 w 827965"/>
                <a:gd name="connsiteY56" fmla="*/ 193687 h 195900"/>
                <a:gd name="connsiteX57" fmla="*/ 151204 w 827965"/>
                <a:gd name="connsiteY57" fmla="*/ 31183 h 195900"/>
                <a:gd name="connsiteX58" fmla="*/ 115279 w 827965"/>
                <a:gd name="connsiteY58" fmla="*/ 31183 h 195900"/>
                <a:gd name="connsiteX59" fmla="*/ 0 w 827965"/>
                <a:gd name="connsiteY59" fmla="*/ 2994 h 195900"/>
                <a:gd name="connsiteX60" fmla="*/ 31502 w 827965"/>
                <a:gd name="connsiteY60" fmla="*/ 2994 h 195900"/>
                <a:gd name="connsiteX61" fmla="*/ 31502 w 827965"/>
                <a:gd name="connsiteY61" fmla="*/ 149469 h 195900"/>
                <a:gd name="connsiteX62" fmla="*/ 46988 w 827965"/>
                <a:gd name="connsiteY62" fmla="*/ 166044 h 195900"/>
                <a:gd name="connsiteX63" fmla="*/ 63017 w 827965"/>
                <a:gd name="connsiteY63" fmla="*/ 149469 h 195900"/>
                <a:gd name="connsiteX64" fmla="*/ 63017 w 827965"/>
                <a:gd name="connsiteY64" fmla="*/ 2994 h 195900"/>
                <a:gd name="connsiteX65" fmla="*/ 94519 w 827965"/>
                <a:gd name="connsiteY65" fmla="*/ 2994 h 195900"/>
                <a:gd name="connsiteX66" fmla="*/ 94519 w 827965"/>
                <a:gd name="connsiteY66" fmla="*/ 148370 h 195900"/>
                <a:gd name="connsiteX67" fmla="*/ 46988 w 827965"/>
                <a:gd name="connsiteY67" fmla="*/ 195900 h 195900"/>
                <a:gd name="connsiteX68" fmla="*/ 0 w 827965"/>
                <a:gd name="connsiteY68" fmla="*/ 149469 h 195900"/>
                <a:gd name="connsiteX69" fmla="*/ 529330 w 827965"/>
                <a:gd name="connsiteY69" fmla="*/ 0 h 195900"/>
                <a:gd name="connsiteX70" fmla="*/ 576594 w 827965"/>
                <a:gd name="connsiteY70" fmla="*/ 46434 h 195900"/>
                <a:gd name="connsiteX71" fmla="*/ 576594 w 827965"/>
                <a:gd name="connsiteY71" fmla="*/ 67438 h 195900"/>
                <a:gd name="connsiteX72" fmla="*/ 545092 w 827965"/>
                <a:gd name="connsiteY72" fmla="*/ 67438 h 195900"/>
                <a:gd name="connsiteX73" fmla="*/ 545092 w 827965"/>
                <a:gd name="connsiteY73" fmla="*/ 46434 h 195900"/>
                <a:gd name="connsiteX74" fmla="*/ 529330 w 827965"/>
                <a:gd name="connsiteY74" fmla="*/ 29577 h 195900"/>
                <a:gd name="connsiteX75" fmla="*/ 513577 w 827965"/>
                <a:gd name="connsiteY75" fmla="*/ 46434 h 195900"/>
                <a:gd name="connsiteX76" fmla="*/ 513577 w 827965"/>
                <a:gd name="connsiteY76" fmla="*/ 148697 h 195900"/>
                <a:gd name="connsiteX77" fmla="*/ 529330 w 827965"/>
                <a:gd name="connsiteY77" fmla="*/ 165274 h 195900"/>
                <a:gd name="connsiteX78" fmla="*/ 545092 w 827965"/>
                <a:gd name="connsiteY78" fmla="*/ 148697 h 195900"/>
                <a:gd name="connsiteX79" fmla="*/ 545092 w 827965"/>
                <a:gd name="connsiteY79" fmla="*/ 125480 h 195900"/>
                <a:gd name="connsiteX80" fmla="*/ 576594 w 827965"/>
                <a:gd name="connsiteY80" fmla="*/ 125480 h 195900"/>
                <a:gd name="connsiteX81" fmla="*/ 576594 w 827965"/>
                <a:gd name="connsiteY81" fmla="*/ 147604 h 195900"/>
                <a:gd name="connsiteX82" fmla="*/ 529330 w 827965"/>
                <a:gd name="connsiteY82" fmla="*/ 195131 h 195900"/>
                <a:gd name="connsiteX83" fmla="*/ 482075 w 827965"/>
                <a:gd name="connsiteY83" fmla="*/ 148697 h 195900"/>
                <a:gd name="connsiteX84" fmla="*/ 482075 w 827965"/>
                <a:gd name="connsiteY84" fmla="*/ 47545 h 195900"/>
                <a:gd name="connsiteX85" fmla="*/ 529330 w 827965"/>
                <a:gd name="connsiteY85" fmla="*/ 0 h 19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827965" h="195900">
                  <a:moveTo>
                    <a:pt x="269559" y="32287"/>
                  </a:moveTo>
                  <a:lnTo>
                    <a:pt x="269559" y="84242"/>
                  </a:lnTo>
                  <a:lnTo>
                    <a:pt x="284209" y="84242"/>
                  </a:lnTo>
                  <a:cubicBezTo>
                    <a:pt x="297735" y="84242"/>
                    <a:pt x="301061" y="76500"/>
                    <a:pt x="301061" y="62966"/>
                  </a:cubicBezTo>
                  <a:cubicBezTo>
                    <a:pt x="301061" y="62966"/>
                    <a:pt x="301061" y="53290"/>
                    <a:pt x="301061" y="53290"/>
                  </a:cubicBezTo>
                  <a:cubicBezTo>
                    <a:pt x="301061" y="39756"/>
                    <a:pt x="297735" y="32287"/>
                    <a:pt x="284209" y="32287"/>
                  </a:cubicBezTo>
                  <a:close/>
                  <a:moveTo>
                    <a:pt x="724610" y="2994"/>
                  </a:moveTo>
                  <a:cubicBezTo>
                    <a:pt x="724610" y="2994"/>
                    <a:pt x="827965" y="2994"/>
                    <a:pt x="827965" y="2994"/>
                  </a:cubicBezTo>
                  <a:lnTo>
                    <a:pt x="827965" y="31183"/>
                  </a:lnTo>
                  <a:lnTo>
                    <a:pt x="792049" y="31183"/>
                  </a:lnTo>
                  <a:lnTo>
                    <a:pt x="792049" y="193687"/>
                  </a:lnTo>
                  <a:lnTo>
                    <a:pt x="760535" y="193687"/>
                  </a:lnTo>
                  <a:lnTo>
                    <a:pt x="760535" y="31183"/>
                  </a:lnTo>
                  <a:lnTo>
                    <a:pt x="724610" y="31183"/>
                  </a:lnTo>
                  <a:close/>
                  <a:moveTo>
                    <a:pt x="609331" y="2994"/>
                  </a:moveTo>
                  <a:lnTo>
                    <a:pt x="640846" y="2994"/>
                  </a:lnTo>
                  <a:lnTo>
                    <a:pt x="640846" y="82026"/>
                  </a:lnTo>
                  <a:lnTo>
                    <a:pt x="672360" y="82026"/>
                  </a:lnTo>
                  <a:lnTo>
                    <a:pt x="672360" y="2994"/>
                  </a:lnTo>
                  <a:cubicBezTo>
                    <a:pt x="672360" y="2994"/>
                    <a:pt x="703862" y="2994"/>
                    <a:pt x="703862" y="2994"/>
                  </a:cubicBezTo>
                  <a:lnTo>
                    <a:pt x="703862" y="193687"/>
                  </a:lnTo>
                  <a:lnTo>
                    <a:pt x="672360" y="193687"/>
                  </a:lnTo>
                  <a:lnTo>
                    <a:pt x="672360" y="111345"/>
                  </a:lnTo>
                  <a:lnTo>
                    <a:pt x="640846" y="111345"/>
                  </a:lnTo>
                  <a:lnTo>
                    <a:pt x="640846" y="193687"/>
                  </a:lnTo>
                  <a:lnTo>
                    <a:pt x="609331" y="193687"/>
                  </a:lnTo>
                  <a:close/>
                  <a:moveTo>
                    <a:pt x="365300" y="2994"/>
                  </a:moveTo>
                  <a:cubicBezTo>
                    <a:pt x="365300" y="2994"/>
                    <a:pt x="450414" y="2994"/>
                    <a:pt x="450414" y="2994"/>
                  </a:cubicBezTo>
                  <a:lnTo>
                    <a:pt x="450414" y="32296"/>
                  </a:lnTo>
                  <a:lnTo>
                    <a:pt x="396788" y="32296"/>
                  </a:lnTo>
                  <a:lnTo>
                    <a:pt x="396788" y="82026"/>
                  </a:lnTo>
                  <a:lnTo>
                    <a:pt x="442135" y="82026"/>
                  </a:lnTo>
                  <a:lnTo>
                    <a:pt x="442135" y="111345"/>
                  </a:lnTo>
                  <a:lnTo>
                    <a:pt x="396788" y="111345"/>
                  </a:lnTo>
                  <a:lnTo>
                    <a:pt x="396788" y="164395"/>
                  </a:lnTo>
                  <a:lnTo>
                    <a:pt x="450414" y="164395"/>
                  </a:lnTo>
                  <a:lnTo>
                    <a:pt x="450414" y="193687"/>
                  </a:lnTo>
                  <a:lnTo>
                    <a:pt x="365300" y="193687"/>
                  </a:lnTo>
                  <a:close/>
                  <a:moveTo>
                    <a:pt x="238044" y="2994"/>
                  </a:moveTo>
                  <a:lnTo>
                    <a:pt x="286130" y="2994"/>
                  </a:lnTo>
                  <a:cubicBezTo>
                    <a:pt x="316810" y="2994"/>
                    <a:pt x="332563" y="20678"/>
                    <a:pt x="332563" y="51356"/>
                  </a:cubicBezTo>
                  <a:lnTo>
                    <a:pt x="332563" y="64899"/>
                  </a:lnTo>
                  <a:cubicBezTo>
                    <a:pt x="332563" y="81470"/>
                    <a:pt x="327596" y="92532"/>
                    <a:pt x="316810" y="98615"/>
                  </a:cubicBezTo>
                  <a:cubicBezTo>
                    <a:pt x="327596" y="104150"/>
                    <a:pt x="332563" y="114656"/>
                    <a:pt x="332563" y="132331"/>
                  </a:cubicBezTo>
                  <a:lnTo>
                    <a:pt x="332563" y="193688"/>
                  </a:lnTo>
                  <a:cubicBezTo>
                    <a:pt x="332563" y="193688"/>
                    <a:pt x="301061" y="193688"/>
                    <a:pt x="301061" y="193688"/>
                  </a:cubicBezTo>
                  <a:lnTo>
                    <a:pt x="301061" y="134555"/>
                  </a:lnTo>
                  <a:cubicBezTo>
                    <a:pt x="301061" y="120739"/>
                    <a:pt x="297735" y="113544"/>
                    <a:pt x="284209" y="113544"/>
                  </a:cubicBezTo>
                  <a:lnTo>
                    <a:pt x="269559" y="113544"/>
                  </a:lnTo>
                  <a:lnTo>
                    <a:pt x="269559" y="193688"/>
                  </a:lnTo>
                  <a:lnTo>
                    <a:pt x="238044" y="193688"/>
                  </a:lnTo>
                  <a:close/>
                  <a:moveTo>
                    <a:pt x="115279" y="2994"/>
                  </a:moveTo>
                  <a:cubicBezTo>
                    <a:pt x="115279" y="2994"/>
                    <a:pt x="218647" y="2994"/>
                    <a:pt x="218647" y="2994"/>
                  </a:cubicBezTo>
                  <a:lnTo>
                    <a:pt x="218647" y="31183"/>
                  </a:lnTo>
                  <a:lnTo>
                    <a:pt x="182707" y="31183"/>
                  </a:lnTo>
                  <a:lnTo>
                    <a:pt x="182707" y="193687"/>
                  </a:lnTo>
                  <a:lnTo>
                    <a:pt x="151204" y="193687"/>
                  </a:lnTo>
                  <a:lnTo>
                    <a:pt x="151204" y="31183"/>
                  </a:lnTo>
                  <a:lnTo>
                    <a:pt x="115279" y="31183"/>
                  </a:lnTo>
                  <a:close/>
                  <a:moveTo>
                    <a:pt x="0" y="2994"/>
                  </a:moveTo>
                  <a:lnTo>
                    <a:pt x="31502" y="2994"/>
                  </a:lnTo>
                  <a:lnTo>
                    <a:pt x="31502" y="149469"/>
                  </a:lnTo>
                  <a:cubicBezTo>
                    <a:pt x="31502" y="159971"/>
                    <a:pt x="37593" y="166044"/>
                    <a:pt x="46988" y="166044"/>
                  </a:cubicBezTo>
                  <a:cubicBezTo>
                    <a:pt x="56659" y="166044"/>
                    <a:pt x="63017" y="159971"/>
                    <a:pt x="63017" y="149469"/>
                  </a:cubicBezTo>
                  <a:lnTo>
                    <a:pt x="63017" y="2994"/>
                  </a:lnTo>
                  <a:lnTo>
                    <a:pt x="94519" y="2994"/>
                  </a:lnTo>
                  <a:lnTo>
                    <a:pt x="94519" y="148370"/>
                  </a:lnTo>
                  <a:cubicBezTo>
                    <a:pt x="94519" y="179860"/>
                    <a:pt x="73523" y="195900"/>
                    <a:pt x="46988" y="195900"/>
                  </a:cubicBezTo>
                  <a:cubicBezTo>
                    <a:pt x="20995" y="195900"/>
                    <a:pt x="0" y="179860"/>
                    <a:pt x="0" y="149469"/>
                  </a:cubicBezTo>
                  <a:close/>
                  <a:moveTo>
                    <a:pt x="529330" y="0"/>
                  </a:moveTo>
                  <a:cubicBezTo>
                    <a:pt x="555585" y="0"/>
                    <a:pt x="576594" y="15764"/>
                    <a:pt x="576594" y="46434"/>
                  </a:cubicBezTo>
                  <a:lnTo>
                    <a:pt x="576594" y="67438"/>
                  </a:lnTo>
                  <a:lnTo>
                    <a:pt x="545092" y="67438"/>
                  </a:lnTo>
                  <a:lnTo>
                    <a:pt x="545092" y="46434"/>
                  </a:lnTo>
                  <a:cubicBezTo>
                    <a:pt x="545092" y="35937"/>
                    <a:pt x="539001" y="29577"/>
                    <a:pt x="529330" y="29577"/>
                  </a:cubicBezTo>
                  <a:cubicBezTo>
                    <a:pt x="519659" y="29577"/>
                    <a:pt x="513577" y="35937"/>
                    <a:pt x="513577" y="46434"/>
                  </a:cubicBezTo>
                  <a:lnTo>
                    <a:pt x="513577" y="148697"/>
                  </a:lnTo>
                  <a:cubicBezTo>
                    <a:pt x="513577" y="159204"/>
                    <a:pt x="519659" y="165274"/>
                    <a:pt x="529330" y="165274"/>
                  </a:cubicBezTo>
                  <a:cubicBezTo>
                    <a:pt x="539001" y="165274"/>
                    <a:pt x="545092" y="159204"/>
                    <a:pt x="545092" y="148697"/>
                  </a:cubicBezTo>
                  <a:lnTo>
                    <a:pt x="545092" y="125480"/>
                  </a:lnTo>
                  <a:lnTo>
                    <a:pt x="576594" y="125480"/>
                  </a:lnTo>
                  <a:lnTo>
                    <a:pt x="576594" y="147604"/>
                  </a:lnTo>
                  <a:cubicBezTo>
                    <a:pt x="576594" y="179087"/>
                    <a:pt x="555585" y="195131"/>
                    <a:pt x="529330" y="195131"/>
                  </a:cubicBezTo>
                  <a:cubicBezTo>
                    <a:pt x="503070" y="195131"/>
                    <a:pt x="482075" y="179087"/>
                    <a:pt x="482075" y="148697"/>
                  </a:cubicBezTo>
                  <a:lnTo>
                    <a:pt x="482075" y="47545"/>
                  </a:lnTo>
                  <a:cubicBezTo>
                    <a:pt x="482075" y="15764"/>
                    <a:pt x="503070" y="0"/>
                    <a:pt x="529330" y="0"/>
                  </a:cubicBezTo>
                  <a:close/>
                </a:path>
              </a:pathLst>
            </a:custGeom>
            <a:solidFill>
              <a:srgbClr val="ED0010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11E87A3-3293-1843-93B4-30C9C71B5349}"/>
              </a:ext>
            </a:extLst>
          </p:cNvPr>
          <p:cNvGrpSpPr/>
          <p:nvPr userDrawn="1"/>
        </p:nvGrpSpPr>
        <p:grpSpPr>
          <a:xfrm>
            <a:off x="8747741" y="6077179"/>
            <a:ext cx="2892875" cy="236015"/>
            <a:chOff x="2692399" y="11683999"/>
            <a:chExt cx="19709114" cy="1607961"/>
          </a:xfrm>
          <a:solidFill>
            <a:srgbClr val="ED0010"/>
          </a:solidFill>
        </p:grpSpPr>
        <p:sp>
          <p:nvSpPr>
            <p:cNvPr id="71" name="Shape">
              <a:extLst>
                <a:ext uri="{FF2B5EF4-FFF2-40B4-BE49-F238E27FC236}">
                  <a16:creationId xmlns:a16="http://schemas.microsoft.com/office/drawing/2014/main" id="{9F0C2390-2C03-C344-8008-03E922F4B7B2}"/>
                </a:ext>
              </a:extLst>
            </p:cNvPr>
            <p:cNvSpPr/>
            <p:nvPr userDrawn="1"/>
          </p:nvSpPr>
          <p:spPr>
            <a:xfrm>
              <a:off x="2692399" y="11696700"/>
              <a:ext cx="778983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99" y="0"/>
                  </a:moveTo>
                  <a:lnTo>
                    <a:pt x="14399" y="8953"/>
                  </a:lnTo>
                  <a:lnTo>
                    <a:pt x="7201" y="8953"/>
                  </a:lnTo>
                  <a:lnTo>
                    <a:pt x="7201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7201" y="21600"/>
                  </a:lnTo>
                  <a:lnTo>
                    <a:pt x="7201" y="12271"/>
                  </a:lnTo>
                  <a:lnTo>
                    <a:pt x="14399" y="12271"/>
                  </a:lnTo>
                  <a:lnTo>
                    <a:pt x="14399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14399" y="0"/>
                    <a:pt x="14399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2" name="Shape">
              <a:extLst>
                <a:ext uri="{FF2B5EF4-FFF2-40B4-BE49-F238E27FC236}">
                  <a16:creationId xmlns:a16="http://schemas.microsoft.com/office/drawing/2014/main" id="{19E015BF-01D9-B145-AA6C-C5EBC37C395F}"/>
                </a:ext>
              </a:extLst>
            </p:cNvPr>
            <p:cNvSpPr/>
            <p:nvPr userDrawn="1"/>
          </p:nvSpPr>
          <p:spPr>
            <a:xfrm>
              <a:off x="3746500" y="11696700"/>
              <a:ext cx="259602" cy="1571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3" name="Shape">
              <a:extLst>
                <a:ext uri="{FF2B5EF4-FFF2-40B4-BE49-F238E27FC236}">
                  <a16:creationId xmlns:a16="http://schemas.microsoft.com/office/drawing/2014/main" id="{F5EB7C81-6CF6-B540-85C5-BE090B6C1631}"/>
                </a:ext>
              </a:extLst>
            </p:cNvPr>
            <p:cNvSpPr/>
            <p:nvPr userDrawn="1"/>
          </p:nvSpPr>
          <p:spPr>
            <a:xfrm>
              <a:off x="4292600" y="11696700"/>
              <a:ext cx="701471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8282"/>
                  </a:lnTo>
                  <a:lnTo>
                    <a:pt x="7994" y="18282"/>
                  </a:lnTo>
                  <a:lnTo>
                    <a:pt x="7994" y="12271"/>
                  </a:lnTo>
                  <a:lnTo>
                    <a:pt x="19496" y="12271"/>
                  </a:lnTo>
                  <a:lnTo>
                    <a:pt x="19496" y="8953"/>
                  </a:lnTo>
                  <a:lnTo>
                    <a:pt x="7994" y="8953"/>
                  </a:lnTo>
                  <a:lnTo>
                    <a:pt x="7994" y="3318"/>
                  </a:lnTo>
                  <a:lnTo>
                    <a:pt x="21600" y="3318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4" name="Shape">
              <a:extLst>
                <a:ext uri="{FF2B5EF4-FFF2-40B4-BE49-F238E27FC236}">
                  <a16:creationId xmlns:a16="http://schemas.microsoft.com/office/drawing/2014/main" id="{B8ED7A38-BA08-934E-9596-840EE91DA9B2}"/>
                </a:ext>
              </a:extLst>
            </p:cNvPr>
            <p:cNvSpPr/>
            <p:nvPr userDrawn="1"/>
          </p:nvSpPr>
          <p:spPr>
            <a:xfrm>
              <a:off x="5257799" y="11696700"/>
              <a:ext cx="778983" cy="1571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99" y="21600"/>
                  </a:moveTo>
                  <a:lnTo>
                    <a:pt x="14399" y="14901"/>
                  </a:lnTo>
                  <a:cubicBezTo>
                    <a:pt x="14399" y="13335"/>
                    <a:pt x="13641" y="12522"/>
                    <a:pt x="10548" y="12522"/>
                  </a:cubicBezTo>
                  <a:lnTo>
                    <a:pt x="7201" y="12522"/>
                  </a:lnTo>
                  <a:lnTo>
                    <a:pt x="720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10988" y="0"/>
                  </a:lnTo>
                  <a:cubicBezTo>
                    <a:pt x="17998" y="0"/>
                    <a:pt x="21600" y="2003"/>
                    <a:pt x="21600" y="5478"/>
                  </a:cubicBezTo>
                  <a:lnTo>
                    <a:pt x="21600" y="7013"/>
                  </a:lnTo>
                  <a:cubicBezTo>
                    <a:pt x="21600" y="8890"/>
                    <a:pt x="20463" y="10143"/>
                    <a:pt x="17998" y="10832"/>
                  </a:cubicBezTo>
                  <a:cubicBezTo>
                    <a:pt x="20463" y="11457"/>
                    <a:pt x="21600" y="12647"/>
                    <a:pt x="21600" y="14650"/>
                  </a:cubicBezTo>
                  <a:lnTo>
                    <a:pt x="21600" y="21600"/>
                  </a:lnTo>
                  <a:cubicBezTo>
                    <a:pt x="21600" y="21600"/>
                    <a:pt x="14399" y="21600"/>
                    <a:pt x="14399" y="21600"/>
                  </a:cubicBezTo>
                  <a:close/>
                  <a:moveTo>
                    <a:pt x="14399" y="5698"/>
                  </a:moveTo>
                  <a:cubicBezTo>
                    <a:pt x="14399" y="4163"/>
                    <a:pt x="13641" y="3318"/>
                    <a:pt x="10548" y="3318"/>
                  </a:cubicBezTo>
                  <a:lnTo>
                    <a:pt x="7201" y="3318"/>
                  </a:lnTo>
                  <a:lnTo>
                    <a:pt x="7201" y="9204"/>
                  </a:lnTo>
                  <a:lnTo>
                    <a:pt x="10548" y="9204"/>
                  </a:lnTo>
                  <a:cubicBezTo>
                    <a:pt x="13641" y="9204"/>
                    <a:pt x="14399" y="8328"/>
                    <a:pt x="14399" y="6793"/>
                  </a:cubicBezTo>
                  <a:cubicBezTo>
                    <a:pt x="14399" y="6793"/>
                    <a:pt x="14399" y="5698"/>
                    <a:pt x="14399" y="5698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5" name="Shape">
              <a:extLst>
                <a:ext uri="{FF2B5EF4-FFF2-40B4-BE49-F238E27FC236}">
                  <a16:creationId xmlns:a16="http://schemas.microsoft.com/office/drawing/2014/main" id="{345270EF-6256-D84F-86EF-F17FFFF14AFA}"/>
                </a:ext>
              </a:extLst>
            </p:cNvPr>
            <p:cNvSpPr/>
            <p:nvPr userDrawn="1"/>
          </p:nvSpPr>
          <p:spPr>
            <a:xfrm>
              <a:off x="6832600" y="11696700"/>
              <a:ext cx="849525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03" y="9673"/>
                  </a:moveTo>
                  <a:cubicBezTo>
                    <a:pt x="17546" y="10581"/>
                    <a:pt x="19806" y="12740"/>
                    <a:pt x="19806" y="16090"/>
                  </a:cubicBezTo>
                  <a:lnTo>
                    <a:pt x="19806" y="21600"/>
                  </a:lnTo>
                  <a:lnTo>
                    <a:pt x="13203" y="21600"/>
                  </a:lnTo>
                  <a:lnTo>
                    <a:pt x="13203" y="16340"/>
                  </a:lnTo>
                  <a:cubicBezTo>
                    <a:pt x="13203" y="14087"/>
                    <a:pt x="11872" y="12521"/>
                    <a:pt x="7412" y="12521"/>
                  </a:cubicBezTo>
                  <a:lnTo>
                    <a:pt x="6603" y="12521"/>
                  </a:lnTo>
                  <a:lnTo>
                    <a:pt x="6603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6603" y="0"/>
                  </a:lnTo>
                  <a:lnTo>
                    <a:pt x="6603" y="9204"/>
                  </a:lnTo>
                  <a:lnTo>
                    <a:pt x="7065" y="9204"/>
                  </a:lnTo>
                  <a:lnTo>
                    <a:pt x="14477" y="0"/>
                  </a:lnTo>
                  <a:lnTo>
                    <a:pt x="21600" y="0"/>
                  </a:lnTo>
                  <a:cubicBezTo>
                    <a:pt x="21600" y="0"/>
                    <a:pt x="13203" y="9673"/>
                    <a:pt x="13203" y="9673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6" name="Shape">
              <a:extLst>
                <a:ext uri="{FF2B5EF4-FFF2-40B4-BE49-F238E27FC236}">
                  <a16:creationId xmlns:a16="http://schemas.microsoft.com/office/drawing/2014/main" id="{59CA0E03-C5DE-644C-A126-CF8FD97A1393}"/>
                </a:ext>
              </a:extLst>
            </p:cNvPr>
            <p:cNvSpPr/>
            <p:nvPr userDrawn="1"/>
          </p:nvSpPr>
          <p:spPr>
            <a:xfrm>
              <a:off x="7861299" y="11683999"/>
              <a:ext cx="778983" cy="1607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00" y="21600"/>
                    <a:pt x="0" y="19826"/>
                    <a:pt x="0" y="16460"/>
                  </a:cubicBezTo>
                  <a:lnTo>
                    <a:pt x="0" y="5262"/>
                  </a:lnTo>
                  <a:cubicBezTo>
                    <a:pt x="0" y="1744"/>
                    <a:pt x="4800" y="0"/>
                    <a:pt x="10800" y="0"/>
                  </a:cubicBezTo>
                  <a:cubicBezTo>
                    <a:pt x="16800" y="0"/>
                    <a:pt x="21600" y="1744"/>
                    <a:pt x="21600" y="5140"/>
                  </a:cubicBezTo>
                  <a:lnTo>
                    <a:pt x="21600" y="16337"/>
                  </a:lnTo>
                  <a:cubicBezTo>
                    <a:pt x="21600" y="19826"/>
                    <a:pt x="16800" y="21600"/>
                    <a:pt x="10800" y="21600"/>
                  </a:cubicBezTo>
                  <a:moveTo>
                    <a:pt x="14399" y="5140"/>
                  </a:moveTo>
                  <a:cubicBezTo>
                    <a:pt x="14399" y="3978"/>
                    <a:pt x="13010" y="3274"/>
                    <a:pt x="10800" y="3274"/>
                  </a:cubicBezTo>
                  <a:cubicBezTo>
                    <a:pt x="8590" y="3274"/>
                    <a:pt x="7201" y="3978"/>
                    <a:pt x="7201" y="5140"/>
                  </a:cubicBezTo>
                  <a:lnTo>
                    <a:pt x="7201" y="16460"/>
                  </a:lnTo>
                  <a:cubicBezTo>
                    <a:pt x="7201" y="17622"/>
                    <a:pt x="8590" y="18295"/>
                    <a:pt x="10800" y="18295"/>
                  </a:cubicBezTo>
                  <a:cubicBezTo>
                    <a:pt x="13010" y="18295"/>
                    <a:pt x="14399" y="17622"/>
                    <a:pt x="14399" y="16460"/>
                  </a:cubicBezTo>
                  <a:cubicBezTo>
                    <a:pt x="14399" y="16460"/>
                    <a:pt x="14399" y="5140"/>
                    <a:pt x="14399" y="514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7" name="Shape">
              <a:extLst>
                <a:ext uri="{FF2B5EF4-FFF2-40B4-BE49-F238E27FC236}">
                  <a16:creationId xmlns:a16="http://schemas.microsoft.com/office/drawing/2014/main" id="{BE3D11DD-4703-7D4E-8FE6-5F6724D73E69}"/>
                </a:ext>
              </a:extLst>
            </p:cNvPr>
            <p:cNvSpPr/>
            <p:nvPr userDrawn="1"/>
          </p:nvSpPr>
          <p:spPr>
            <a:xfrm>
              <a:off x="8915399" y="11696700"/>
              <a:ext cx="1161594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771" y="0"/>
                  </a:moveTo>
                  <a:lnTo>
                    <a:pt x="10673" y="8828"/>
                  </a:lnTo>
                  <a:lnTo>
                    <a:pt x="4827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827" y="21600"/>
                  </a:lnTo>
                  <a:lnTo>
                    <a:pt x="4827" y="6950"/>
                  </a:lnTo>
                  <a:lnTo>
                    <a:pt x="8851" y="13023"/>
                  </a:lnTo>
                  <a:lnTo>
                    <a:pt x="12365" y="13023"/>
                  </a:lnTo>
                  <a:lnTo>
                    <a:pt x="16771" y="6668"/>
                  </a:lnTo>
                  <a:lnTo>
                    <a:pt x="16771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16771" y="0"/>
                    <a:pt x="16771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8" name="Shape">
              <a:extLst>
                <a:ext uri="{FF2B5EF4-FFF2-40B4-BE49-F238E27FC236}">
                  <a16:creationId xmlns:a16="http://schemas.microsoft.com/office/drawing/2014/main" id="{005CA126-0498-9643-8356-E89E1667DF74}"/>
                </a:ext>
              </a:extLst>
            </p:cNvPr>
            <p:cNvSpPr/>
            <p:nvPr userDrawn="1"/>
          </p:nvSpPr>
          <p:spPr>
            <a:xfrm>
              <a:off x="10248899" y="11696700"/>
              <a:ext cx="851818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3194"/>
                  </a:lnTo>
                  <a:lnTo>
                    <a:pt x="7509" y="3194"/>
                  </a:lnTo>
                  <a:lnTo>
                    <a:pt x="7509" y="21600"/>
                  </a:lnTo>
                  <a:lnTo>
                    <a:pt x="14091" y="21600"/>
                  </a:lnTo>
                  <a:lnTo>
                    <a:pt x="14091" y="3194"/>
                  </a:lnTo>
                  <a:lnTo>
                    <a:pt x="21600" y="3194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79" name="Shape">
              <a:extLst>
                <a:ext uri="{FF2B5EF4-FFF2-40B4-BE49-F238E27FC236}">
                  <a16:creationId xmlns:a16="http://schemas.microsoft.com/office/drawing/2014/main" id="{E5A61613-86BC-1146-9FDF-0589C1E30E30}"/>
                </a:ext>
              </a:extLst>
            </p:cNvPr>
            <p:cNvSpPr/>
            <p:nvPr userDrawn="1"/>
          </p:nvSpPr>
          <p:spPr>
            <a:xfrm>
              <a:off x="11785600" y="11684000"/>
              <a:ext cx="778980" cy="1589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99" y="21600"/>
                  </a:moveTo>
                  <a:lnTo>
                    <a:pt x="14399" y="12378"/>
                  </a:lnTo>
                  <a:lnTo>
                    <a:pt x="7201" y="12378"/>
                  </a:lnTo>
                  <a:lnTo>
                    <a:pt x="7201" y="21600"/>
                  </a:lnTo>
                  <a:lnTo>
                    <a:pt x="0" y="21600"/>
                  </a:lnTo>
                  <a:lnTo>
                    <a:pt x="0" y="5322"/>
                  </a:lnTo>
                  <a:cubicBezTo>
                    <a:pt x="0" y="1764"/>
                    <a:pt x="4800" y="0"/>
                    <a:pt x="10736" y="0"/>
                  </a:cubicBezTo>
                  <a:cubicBezTo>
                    <a:pt x="16800" y="0"/>
                    <a:pt x="21600" y="1764"/>
                    <a:pt x="21600" y="5199"/>
                  </a:cubicBezTo>
                  <a:lnTo>
                    <a:pt x="21600" y="21600"/>
                  </a:lnTo>
                  <a:cubicBezTo>
                    <a:pt x="21600" y="21600"/>
                    <a:pt x="14399" y="21600"/>
                    <a:pt x="14399" y="21600"/>
                  </a:cubicBezTo>
                  <a:close/>
                  <a:moveTo>
                    <a:pt x="14399" y="5199"/>
                  </a:moveTo>
                  <a:cubicBezTo>
                    <a:pt x="14399" y="4022"/>
                    <a:pt x="12947" y="3310"/>
                    <a:pt x="10736" y="3310"/>
                  </a:cubicBezTo>
                  <a:cubicBezTo>
                    <a:pt x="8590" y="3310"/>
                    <a:pt x="7201" y="4022"/>
                    <a:pt x="7201" y="5199"/>
                  </a:cubicBezTo>
                  <a:lnTo>
                    <a:pt x="7201" y="9097"/>
                  </a:lnTo>
                  <a:lnTo>
                    <a:pt x="14399" y="9097"/>
                  </a:lnTo>
                  <a:cubicBezTo>
                    <a:pt x="14399" y="9097"/>
                    <a:pt x="14399" y="5199"/>
                    <a:pt x="14399" y="5199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0" name="Shape">
              <a:extLst>
                <a:ext uri="{FF2B5EF4-FFF2-40B4-BE49-F238E27FC236}">
                  <a16:creationId xmlns:a16="http://schemas.microsoft.com/office/drawing/2014/main" id="{8CA63A0F-2DE0-154A-8B4B-B18F2FAAD6FF}"/>
                </a:ext>
              </a:extLst>
            </p:cNvPr>
            <p:cNvSpPr/>
            <p:nvPr userDrawn="1"/>
          </p:nvSpPr>
          <p:spPr>
            <a:xfrm>
              <a:off x="12839699" y="11696700"/>
              <a:ext cx="701471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8282"/>
                  </a:lnTo>
                  <a:lnTo>
                    <a:pt x="7996" y="18282"/>
                  </a:lnTo>
                  <a:lnTo>
                    <a:pt x="7996" y="0"/>
                  </a:lnTo>
                  <a:cubicBezTo>
                    <a:pt x="7996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1" name="Shape">
              <a:extLst>
                <a:ext uri="{FF2B5EF4-FFF2-40B4-BE49-F238E27FC236}">
                  <a16:creationId xmlns:a16="http://schemas.microsoft.com/office/drawing/2014/main" id="{EC17CD63-101E-EB4F-8B32-052843E2C2ED}"/>
                </a:ext>
              </a:extLst>
            </p:cNvPr>
            <p:cNvSpPr/>
            <p:nvPr userDrawn="1"/>
          </p:nvSpPr>
          <p:spPr>
            <a:xfrm>
              <a:off x="13741399" y="11696700"/>
              <a:ext cx="701472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8282"/>
                  </a:lnTo>
                  <a:lnTo>
                    <a:pt x="7994" y="18282"/>
                  </a:lnTo>
                  <a:lnTo>
                    <a:pt x="7994" y="0"/>
                  </a:lnTo>
                  <a:cubicBezTo>
                    <a:pt x="7994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2" name="Shape">
              <a:extLst>
                <a:ext uri="{FF2B5EF4-FFF2-40B4-BE49-F238E27FC236}">
                  <a16:creationId xmlns:a16="http://schemas.microsoft.com/office/drawing/2014/main" id="{89E44707-E7FC-0B47-81F1-F1497B7BC1B2}"/>
                </a:ext>
              </a:extLst>
            </p:cNvPr>
            <p:cNvSpPr/>
            <p:nvPr userDrawn="1"/>
          </p:nvSpPr>
          <p:spPr>
            <a:xfrm>
              <a:off x="14643099" y="11696700"/>
              <a:ext cx="701471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8282"/>
                  </a:lnTo>
                  <a:lnTo>
                    <a:pt x="7994" y="18282"/>
                  </a:lnTo>
                  <a:lnTo>
                    <a:pt x="7994" y="12271"/>
                  </a:lnTo>
                  <a:lnTo>
                    <a:pt x="19493" y="12271"/>
                  </a:lnTo>
                  <a:lnTo>
                    <a:pt x="19493" y="8953"/>
                  </a:lnTo>
                  <a:lnTo>
                    <a:pt x="7994" y="8953"/>
                  </a:lnTo>
                  <a:lnTo>
                    <a:pt x="7994" y="3318"/>
                  </a:lnTo>
                  <a:lnTo>
                    <a:pt x="21600" y="3318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3" name="Shape">
              <a:extLst>
                <a:ext uri="{FF2B5EF4-FFF2-40B4-BE49-F238E27FC236}">
                  <a16:creationId xmlns:a16="http://schemas.microsoft.com/office/drawing/2014/main" id="{C90552A8-CC7D-E44C-AAD5-5FA77108E966}"/>
                </a:ext>
              </a:extLst>
            </p:cNvPr>
            <p:cNvSpPr/>
            <p:nvPr userDrawn="1"/>
          </p:nvSpPr>
          <p:spPr>
            <a:xfrm>
              <a:off x="15557500" y="11683999"/>
              <a:ext cx="783479" cy="1607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9" y="21600"/>
                  </a:moveTo>
                  <a:cubicBezTo>
                    <a:pt x="4770" y="21600"/>
                    <a:pt x="0" y="19611"/>
                    <a:pt x="0" y="16766"/>
                  </a:cubicBezTo>
                  <a:lnTo>
                    <a:pt x="0" y="15297"/>
                  </a:lnTo>
                  <a:lnTo>
                    <a:pt x="7157" y="15297"/>
                  </a:lnTo>
                  <a:lnTo>
                    <a:pt x="7157" y="16460"/>
                  </a:lnTo>
                  <a:cubicBezTo>
                    <a:pt x="7157" y="17744"/>
                    <a:pt x="8851" y="18295"/>
                    <a:pt x="10799" y="18295"/>
                  </a:cubicBezTo>
                  <a:cubicBezTo>
                    <a:pt x="12933" y="18295"/>
                    <a:pt x="14377" y="17622"/>
                    <a:pt x="14377" y="16460"/>
                  </a:cubicBezTo>
                  <a:lnTo>
                    <a:pt x="14377" y="15726"/>
                  </a:lnTo>
                  <a:cubicBezTo>
                    <a:pt x="14377" y="14686"/>
                    <a:pt x="13813" y="14073"/>
                    <a:pt x="12180" y="13401"/>
                  </a:cubicBezTo>
                  <a:lnTo>
                    <a:pt x="3642" y="9912"/>
                  </a:lnTo>
                  <a:cubicBezTo>
                    <a:pt x="2198" y="9332"/>
                    <a:pt x="0" y="7954"/>
                    <a:pt x="0" y="6058"/>
                  </a:cubicBezTo>
                  <a:lnTo>
                    <a:pt x="0" y="5018"/>
                  </a:lnTo>
                  <a:cubicBezTo>
                    <a:pt x="0" y="2080"/>
                    <a:pt x="4269" y="0"/>
                    <a:pt x="10799" y="0"/>
                  </a:cubicBezTo>
                  <a:cubicBezTo>
                    <a:pt x="17268" y="0"/>
                    <a:pt x="21600" y="1989"/>
                    <a:pt x="21600" y="5018"/>
                  </a:cubicBezTo>
                  <a:lnTo>
                    <a:pt x="21600" y="6425"/>
                  </a:lnTo>
                  <a:lnTo>
                    <a:pt x="14377" y="6425"/>
                  </a:lnTo>
                  <a:lnTo>
                    <a:pt x="14377" y="5018"/>
                  </a:lnTo>
                  <a:cubicBezTo>
                    <a:pt x="14377" y="3978"/>
                    <a:pt x="12933" y="3274"/>
                    <a:pt x="10799" y="3274"/>
                  </a:cubicBezTo>
                  <a:cubicBezTo>
                    <a:pt x="8851" y="3274"/>
                    <a:pt x="7157" y="3978"/>
                    <a:pt x="7157" y="5018"/>
                  </a:cubicBezTo>
                  <a:lnTo>
                    <a:pt x="7157" y="5721"/>
                  </a:lnTo>
                  <a:cubicBezTo>
                    <a:pt x="7157" y="6669"/>
                    <a:pt x="7911" y="7190"/>
                    <a:pt x="9168" y="7710"/>
                  </a:cubicBezTo>
                  <a:lnTo>
                    <a:pt x="17705" y="11197"/>
                  </a:lnTo>
                  <a:cubicBezTo>
                    <a:pt x="20343" y="12268"/>
                    <a:pt x="21600" y="13370"/>
                    <a:pt x="21600" y="15053"/>
                  </a:cubicBezTo>
                  <a:lnTo>
                    <a:pt x="21600" y="16704"/>
                  </a:lnTo>
                  <a:cubicBezTo>
                    <a:pt x="21600" y="19520"/>
                    <a:pt x="16765" y="21600"/>
                    <a:pt x="10799" y="216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4" name="Shape">
              <a:extLst>
                <a:ext uri="{FF2B5EF4-FFF2-40B4-BE49-F238E27FC236}">
                  <a16:creationId xmlns:a16="http://schemas.microsoft.com/office/drawing/2014/main" id="{E0217824-C8C1-1144-98A9-BC581C128226}"/>
                </a:ext>
              </a:extLst>
            </p:cNvPr>
            <p:cNvSpPr/>
            <p:nvPr userDrawn="1"/>
          </p:nvSpPr>
          <p:spPr>
            <a:xfrm>
              <a:off x="17056100" y="11683999"/>
              <a:ext cx="783479" cy="1607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9" y="21600"/>
                  </a:moveTo>
                  <a:cubicBezTo>
                    <a:pt x="4770" y="21600"/>
                    <a:pt x="0" y="19611"/>
                    <a:pt x="0" y="16766"/>
                  </a:cubicBezTo>
                  <a:lnTo>
                    <a:pt x="0" y="15297"/>
                  </a:lnTo>
                  <a:lnTo>
                    <a:pt x="7157" y="15297"/>
                  </a:lnTo>
                  <a:lnTo>
                    <a:pt x="7157" y="16460"/>
                  </a:lnTo>
                  <a:cubicBezTo>
                    <a:pt x="7157" y="17744"/>
                    <a:pt x="8851" y="18295"/>
                    <a:pt x="10799" y="18295"/>
                  </a:cubicBezTo>
                  <a:cubicBezTo>
                    <a:pt x="12933" y="18295"/>
                    <a:pt x="14377" y="17622"/>
                    <a:pt x="14377" y="16460"/>
                  </a:cubicBezTo>
                  <a:lnTo>
                    <a:pt x="14377" y="15726"/>
                  </a:lnTo>
                  <a:cubicBezTo>
                    <a:pt x="14377" y="14686"/>
                    <a:pt x="13813" y="14073"/>
                    <a:pt x="12180" y="13401"/>
                  </a:cubicBezTo>
                  <a:lnTo>
                    <a:pt x="3642" y="9912"/>
                  </a:lnTo>
                  <a:cubicBezTo>
                    <a:pt x="2198" y="9332"/>
                    <a:pt x="0" y="7954"/>
                    <a:pt x="0" y="6058"/>
                  </a:cubicBezTo>
                  <a:lnTo>
                    <a:pt x="0" y="5018"/>
                  </a:lnTo>
                  <a:cubicBezTo>
                    <a:pt x="0" y="2080"/>
                    <a:pt x="4269" y="0"/>
                    <a:pt x="10799" y="0"/>
                  </a:cubicBezTo>
                  <a:cubicBezTo>
                    <a:pt x="17268" y="0"/>
                    <a:pt x="21600" y="1989"/>
                    <a:pt x="21600" y="5018"/>
                  </a:cubicBezTo>
                  <a:lnTo>
                    <a:pt x="21600" y="6425"/>
                  </a:lnTo>
                  <a:lnTo>
                    <a:pt x="14377" y="6425"/>
                  </a:lnTo>
                  <a:lnTo>
                    <a:pt x="14377" y="5018"/>
                  </a:lnTo>
                  <a:cubicBezTo>
                    <a:pt x="14377" y="3978"/>
                    <a:pt x="12933" y="3274"/>
                    <a:pt x="10799" y="3274"/>
                  </a:cubicBezTo>
                  <a:cubicBezTo>
                    <a:pt x="8851" y="3274"/>
                    <a:pt x="7157" y="3978"/>
                    <a:pt x="7157" y="5018"/>
                  </a:cubicBezTo>
                  <a:lnTo>
                    <a:pt x="7157" y="5721"/>
                  </a:lnTo>
                  <a:cubicBezTo>
                    <a:pt x="7157" y="6669"/>
                    <a:pt x="7911" y="7190"/>
                    <a:pt x="9168" y="7710"/>
                  </a:cubicBezTo>
                  <a:lnTo>
                    <a:pt x="17705" y="11197"/>
                  </a:lnTo>
                  <a:cubicBezTo>
                    <a:pt x="20343" y="12268"/>
                    <a:pt x="21600" y="13370"/>
                    <a:pt x="21600" y="15053"/>
                  </a:cubicBezTo>
                  <a:lnTo>
                    <a:pt x="21600" y="16704"/>
                  </a:lnTo>
                  <a:cubicBezTo>
                    <a:pt x="21600" y="19520"/>
                    <a:pt x="16765" y="21600"/>
                    <a:pt x="10799" y="21600"/>
                  </a:cubicBezTo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5" name="Shape">
              <a:extLst>
                <a:ext uri="{FF2B5EF4-FFF2-40B4-BE49-F238E27FC236}">
                  <a16:creationId xmlns:a16="http://schemas.microsoft.com/office/drawing/2014/main" id="{2C0ACEE0-985F-9A40-B1C0-24545B0B1036}"/>
                </a:ext>
              </a:extLst>
            </p:cNvPr>
            <p:cNvSpPr/>
            <p:nvPr userDrawn="1"/>
          </p:nvSpPr>
          <p:spPr>
            <a:xfrm>
              <a:off x="18084800" y="11684000"/>
              <a:ext cx="778980" cy="1589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99" y="21600"/>
                  </a:moveTo>
                  <a:lnTo>
                    <a:pt x="14399" y="12378"/>
                  </a:lnTo>
                  <a:lnTo>
                    <a:pt x="7201" y="12378"/>
                  </a:lnTo>
                  <a:lnTo>
                    <a:pt x="7201" y="21600"/>
                  </a:lnTo>
                  <a:lnTo>
                    <a:pt x="0" y="21600"/>
                  </a:lnTo>
                  <a:lnTo>
                    <a:pt x="0" y="5322"/>
                  </a:lnTo>
                  <a:cubicBezTo>
                    <a:pt x="0" y="1764"/>
                    <a:pt x="4800" y="0"/>
                    <a:pt x="10736" y="0"/>
                  </a:cubicBezTo>
                  <a:cubicBezTo>
                    <a:pt x="16800" y="0"/>
                    <a:pt x="21600" y="1764"/>
                    <a:pt x="21600" y="5199"/>
                  </a:cubicBezTo>
                  <a:lnTo>
                    <a:pt x="21600" y="21600"/>
                  </a:lnTo>
                  <a:cubicBezTo>
                    <a:pt x="21600" y="21600"/>
                    <a:pt x="14399" y="21600"/>
                    <a:pt x="14399" y="21600"/>
                  </a:cubicBezTo>
                  <a:close/>
                  <a:moveTo>
                    <a:pt x="14399" y="5199"/>
                  </a:moveTo>
                  <a:cubicBezTo>
                    <a:pt x="14399" y="4022"/>
                    <a:pt x="12947" y="3310"/>
                    <a:pt x="10736" y="3310"/>
                  </a:cubicBezTo>
                  <a:cubicBezTo>
                    <a:pt x="8590" y="3310"/>
                    <a:pt x="7201" y="4022"/>
                    <a:pt x="7201" y="5199"/>
                  </a:cubicBezTo>
                  <a:lnTo>
                    <a:pt x="7201" y="9097"/>
                  </a:lnTo>
                  <a:lnTo>
                    <a:pt x="14399" y="9097"/>
                  </a:lnTo>
                  <a:cubicBezTo>
                    <a:pt x="14399" y="9097"/>
                    <a:pt x="14399" y="5199"/>
                    <a:pt x="14399" y="5199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6" name="Shape">
              <a:extLst>
                <a:ext uri="{FF2B5EF4-FFF2-40B4-BE49-F238E27FC236}">
                  <a16:creationId xmlns:a16="http://schemas.microsoft.com/office/drawing/2014/main" id="{E2A01ABA-1C8F-0F42-A997-ED9ED0A2156F}"/>
                </a:ext>
              </a:extLst>
            </p:cNvPr>
            <p:cNvSpPr/>
            <p:nvPr userDrawn="1"/>
          </p:nvSpPr>
          <p:spPr>
            <a:xfrm>
              <a:off x="19138900" y="11696700"/>
              <a:ext cx="1161681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771" y="0"/>
                  </a:moveTo>
                  <a:lnTo>
                    <a:pt x="10674" y="8828"/>
                  </a:lnTo>
                  <a:lnTo>
                    <a:pt x="4829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829" y="21600"/>
                  </a:lnTo>
                  <a:lnTo>
                    <a:pt x="4829" y="6950"/>
                  </a:lnTo>
                  <a:lnTo>
                    <a:pt x="8854" y="13023"/>
                  </a:lnTo>
                  <a:lnTo>
                    <a:pt x="12367" y="13023"/>
                  </a:lnTo>
                  <a:lnTo>
                    <a:pt x="16771" y="6668"/>
                  </a:lnTo>
                  <a:lnTo>
                    <a:pt x="16771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16771" y="0"/>
                    <a:pt x="16771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7" name="Shape">
              <a:extLst>
                <a:ext uri="{FF2B5EF4-FFF2-40B4-BE49-F238E27FC236}">
                  <a16:creationId xmlns:a16="http://schemas.microsoft.com/office/drawing/2014/main" id="{C0271F85-37F7-5044-9535-48DA084A84E6}"/>
                </a:ext>
              </a:extLst>
            </p:cNvPr>
            <p:cNvSpPr/>
            <p:nvPr userDrawn="1"/>
          </p:nvSpPr>
          <p:spPr>
            <a:xfrm>
              <a:off x="20586700" y="11696700"/>
              <a:ext cx="701559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8282"/>
                  </a:lnTo>
                  <a:lnTo>
                    <a:pt x="7995" y="18282"/>
                  </a:lnTo>
                  <a:lnTo>
                    <a:pt x="7995" y="12271"/>
                  </a:lnTo>
                  <a:lnTo>
                    <a:pt x="19493" y="12271"/>
                  </a:lnTo>
                  <a:lnTo>
                    <a:pt x="19493" y="8953"/>
                  </a:lnTo>
                  <a:lnTo>
                    <a:pt x="7995" y="8953"/>
                  </a:lnTo>
                  <a:lnTo>
                    <a:pt x="7995" y="3318"/>
                  </a:lnTo>
                  <a:lnTo>
                    <a:pt x="21600" y="3318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  <p:sp>
          <p:nvSpPr>
            <p:cNvPr id="88" name="Shape">
              <a:extLst>
                <a:ext uri="{FF2B5EF4-FFF2-40B4-BE49-F238E27FC236}">
                  <a16:creationId xmlns:a16="http://schemas.microsoft.com/office/drawing/2014/main" id="{E07BF88C-FC37-E541-8701-23F997D57CE9}"/>
                </a:ext>
              </a:extLst>
            </p:cNvPr>
            <p:cNvSpPr/>
            <p:nvPr userDrawn="1"/>
          </p:nvSpPr>
          <p:spPr>
            <a:xfrm>
              <a:off x="21551899" y="11696700"/>
              <a:ext cx="849614" cy="1571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73" y="0"/>
                  </a:moveTo>
                  <a:lnTo>
                    <a:pt x="15173" y="13523"/>
                  </a:lnTo>
                  <a:lnTo>
                    <a:pt x="5907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6371" y="21600"/>
                  </a:lnTo>
                  <a:lnTo>
                    <a:pt x="6371" y="8265"/>
                  </a:lnTo>
                  <a:lnTo>
                    <a:pt x="15637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15173" y="0"/>
                    <a:pt x="15173" y="0"/>
                  </a:cubicBezTo>
                  <a:close/>
                </a:path>
              </a:pathLst>
            </a:custGeom>
            <a:grpFill/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 b="0" i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460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">
            <a:extLst>
              <a:ext uri="{FF2B5EF4-FFF2-40B4-BE49-F238E27FC236}">
                <a16:creationId xmlns:a16="http://schemas.microsoft.com/office/drawing/2014/main" id="{F43A3598-AD0A-4E2B-A70B-8C66D95EF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74967" y="6356351"/>
            <a:ext cx="1083733" cy="36618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16A3F-A479-45AB-8C66-C5C1FECFE81B}" type="datetime1">
              <a:rPr lang="en-US" smtClean="0"/>
              <a:t>5/4/2026</a:t>
            </a:fld>
            <a:endParaRPr lang="nl-NL"/>
          </a:p>
        </p:txBody>
      </p:sp>
      <p:sp>
        <p:nvSpPr>
          <p:cNvPr id="3" name="Voettekst">
            <a:extLst>
              <a:ext uri="{FF2B5EF4-FFF2-40B4-BE49-F238E27FC236}">
                <a16:creationId xmlns:a16="http://schemas.microsoft.com/office/drawing/2014/main" id="{269FBD5E-0590-4897-8075-09373A16C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0883" y="6356351"/>
            <a:ext cx="799253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 dirty="0"/>
              <a:t>Analytical Skills – Les 1: Getallen</a:t>
            </a:r>
            <a:endParaRPr lang="nl-NL" dirty="0"/>
          </a:p>
        </p:txBody>
      </p:sp>
      <p:sp>
        <p:nvSpPr>
          <p:cNvPr id="8" name="Dianummer">
            <a:extLst>
              <a:ext uri="{FF2B5EF4-FFF2-40B4-BE49-F238E27FC236}">
                <a16:creationId xmlns:a16="http://schemas.microsoft.com/office/drawing/2014/main" id="{D8B88BBF-A69B-4034-BE87-A93161E3E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1"/>
            <a:ext cx="601133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1406F-2017-4431-B79A-7DFC81A4E36B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6" name="Logo" descr="hu logo.png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957" y="6145253"/>
            <a:ext cx="576000" cy="492615"/>
          </a:xfrm>
          <a:prstGeom prst="rect">
            <a:avLst/>
          </a:prstGeom>
        </p:spPr>
      </p:pic>
      <p:sp>
        <p:nvSpPr>
          <p:cNvPr id="9" name="Tijdelijke aanduiding voor titel 8">
            <a:extLst>
              <a:ext uri="{FF2B5EF4-FFF2-40B4-BE49-F238E27FC236}">
                <a16:creationId xmlns:a16="http://schemas.microsoft.com/office/drawing/2014/main" id="{0977E159-79B6-4267-A1D2-09D475E5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299" y="325969"/>
            <a:ext cx="100963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E616524E-60E5-4C7A-8687-6CD7C4493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058400" cy="4056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84726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</p:sldLayoutIdLst>
  <p:hf sldNum="0" hdr="0" ftr="0" dt="0"/>
  <p:txStyles>
    <p:titleStyle>
      <a:lvl1pPr algn="l" defTabSz="609585" rtl="0" eaLnBrk="1" latinLnBrk="0" hangingPunct="1">
        <a:spcBef>
          <a:spcPct val="0"/>
        </a:spcBef>
        <a:buNone/>
        <a:defRPr sz="4267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2667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066773" indent="-457189" algn="l" defTabSz="609585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Wingdings" panose="05000000000000000000" pitchFamily="2" charset="2"/>
        <a:buChar char="§"/>
        <a:defRPr sz="2667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676358" indent="-457189" algn="l" defTabSz="609585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Courier New" panose="02070309020205020404" pitchFamily="49" charset="0"/>
        <a:buChar char="o"/>
        <a:defRPr sz="2667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0" algn="l" defTabSz="609585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/>
        <a:buNone/>
        <a:defRPr sz="2667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0" algn="l" defTabSz="609585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/>
        <a:buNone/>
        <a:defRPr sz="2667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5">
          <p15:clr>
            <a:srgbClr val="F26B43"/>
          </p15:clr>
        </p15:guide>
        <p15:guide id="3" pos="5148">
          <p15:clr>
            <a:srgbClr val="F26B43"/>
          </p15:clr>
        </p15:guide>
        <p15:guide id="4" orient="horz" pos="3770">
          <p15:clr>
            <a:srgbClr val="F26B43"/>
          </p15:clr>
        </p15:guide>
        <p15:guide id="5" orient="horz" pos="849">
          <p15:clr>
            <a:srgbClr val="F26B43"/>
          </p15:clr>
        </p15:guide>
        <p15:guide id="6" orient="horz" pos="277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964A64A-324A-0347-9067-1916E2DEC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1" y="476253"/>
            <a:ext cx="5143883" cy="3566407"/>
          </a:xfrm>
        </p:spPr>
        <p:txBody>
          <a:bodyPr>
            <a:normAutofit/>
          </a:bodyPr>
          <a:lstStyle/>
          <a:p>
            <a:r>
              <a:rPr lang="en-US" sz="4267" dirty="0" err="1">
                <a:latin typeface="Arial" panose="020B0604020202020204" pitchFamily="34" charset="0"/>
                <a:cs typeface="Arial" panose="020B0604020202020204" pitchFamily="34" charset="0"/>
              </a:rPr>
              <a:t>Oriëntatieles</a:t>
            </a:r>
            <a:r>
              <a:rPr lang="en-US" sz="4267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Programma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woensdag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13-05-2026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C5C66-EA92-8944-8A06-BB25ABC7B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45720" rIns="91440" bIns="45720" rtlCol="0" anchor="t">
            <a:normAutofit fontScale="77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2025-2026 Semester 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4E7B7D-FA7E-7245-8D67-28F97910C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45720" rIns="91440" bIns="45720" rtlCol="0" anchor="t">
            <a:normAutofit fontScale="77500" lnSpcReduction="20000"/>
          </a:bodyPr>
          <a:lstStyle/>
          <a:p>
            <a:r>
              <a:rPr lang="en-US" dirty="0">
                <a:cs typeface="Arial" panose="020B0604020202020204" pitchFamily="34" charset="0"/>
              </a:rPr>
              <a:t>HBO-ICT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4D1C3-1C5B-AB44-92BF-E500590ED6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Placeholder 6">
            <a:extLst>
              <a:ext uri="{FF2B5EF4-FFF2-40B4-BE49-F238E27FC236}">
                <a16:creationId xmlns:a16="http://schemas.microsoft.com/office/drawing/2014/main" id="{0EBB1B35-9093-8741-9A97-0622CB9B7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193" y="0"/>
            <a:ext cx="6096000" cy="5661248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490028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A69123A-09B4-446E-880A-671B0881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 V1P 5.034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F8B8D0C-BF90-4B7F-AFD9-D312C8D2A7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51" y="1797051"/>
            <a:ext cx="8076777" cy="41522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09:00 – 09:15</a:t>
            </a:r>
            <a:r>
              <a:rPr lang="nl-NL" dirty="0"/>
              <a:t>	Programma uitleg / vragen herzien</a:t>
            </a:r>
          </a:p>
          <a:p>
            <a:pPr marL="0" indent="0">
              <a:buNone/>
            </a:pPr>
            <a:r>
              <a:rPr lang="nl-NL" dirty="0"/>
              <a:t>09:15 – 10:00	BIM voorlichting</a:t>
            </a:r>
          </a:p>
          <a:p>
            <a:pPr marL="0" indent="0">
              <a:buNone/>
            </a:pPr>
            <a:r>
              <a:rPr lang="nl-NL" dirty="0"/>
              <a:t>					Door: Alex Bongers</a:t>
            </a:r>
          </a:p>
          <a:p>
            <a:pPr marL="0" indent="0">
              <a:buNone/>
            </a:pPr>
            <a:r>
              <a:rPr lang="nl-NL" dirty="0"/>
              <a:t>10:00 – 10:45	AI voorlichting</a:t>
            </a:r>
          </a:p>
          <a:p>
            <a:pPr marL="0" indent="0">
              <a:buNone/>
            </a:pPr>
            <a:r>
              <a:rPr lang="nl-NL" dirty="0"/>
              <a:t>					Door: Peter van der Berg</a:t>
            </a:r>
          </a:p>
          <a:p>
            <a:pPr marL="0" indent="0">
              <a:buNone/>
            </a:pPr>
            <a:r>
              <a:rPr lang="nl-NL" dirty="0"/>
              <a:t>10:45 – 11:30	SD voorlichting</a:t>
            </a:r>
          </a:p>
          <a:p>
            <a:pPr marL="0" indent="0">
              <a:buNone/>
            </a:pPr>
            <a:r>
              <a:rPr lang="nl-NL" dirty="0"/>
              <a:t>					Door: André Donk</a:t>
            </a:r>
          </a:p>
          <a:p>
            <a:pPr marL="0" indent="0">
              <a:buNone/>
            </a:pPr>
            <a:r>
              <a:rPr lang="nl-NL" dirty="0"/>
              <a:t>11:30 – 12:00	Werken aan </a:t>
            </a:r>
            <a:r>
              <a:rPr lang="nl-NL" dirty="0" err="1"/>
              <a:t>Steam</a:t>
            </a:r>
            <a:endParaRPr lang="nl-NL" dirty="0"/>
          </a:p>
          <a:p>
            <a:pPr marL="0" indent="0">
              <a:buNone/>
            </a:pPr>
            <a:r>
              <a:rPr lang="nl-NL" b="1" dirty="0"/>
              <a:t>Huiswerk</a:t>
            </a:r>
            <a:r>
              <a:rPr lang="nl-NL" dirty="0"/>
              <a:t>: verwerk opgedane kennis in Oriëntatieopdracht</a:t>
            </a:r>
            <a:endParaRPr lang="nl-NL" b="1" dirty="0"/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7" name="Picture 2" descr="http://gbw-online.nl/wp-content/uploads/2015/02/agenda-stylo.jpg">
            <a:extLst>
              <a:ext uri="{FF2B5EF4-FFF2-40B4-BE49-F238E27FC236}">
                <a16:creationId xmlns:a16="http://schemas.microsoft.com/office/drawing/2014/main" id="{C5C9246F-1432-47FC-A330-4635770CAA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04"/>
          <a:stretch/>
        </p:blipFill>
        <p:spPr bwMode="auto">
          <a:xfrm>
            <a:off x="9140328" y="-10929"/>
            <a:ext cx="3051673" cy="293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4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75F66-99CE-0CE3-994D-75361C4A8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224B80A-6B15-70E1-1DB0-A5EC497AF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 V1R 5.036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557F187-E724-1A1C-3DD8-83DC978B7E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51" y="1797051"/>
            <a:ext cx="8076777" cy="40809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09:00 – 09:15</a:t>
            </a:r>
            <a:r>
              <a:rPr lang="nl-NL" dirty="0"/>
              <a:t>	Programma uitleg / vragen herzien</a:t>
            </a:r>
          </a:p>
          <a:p>
            <a:pPr marL="0" indent="0">
              <a:buNone/>
            </a:pPr>
            <a:r>
              <a:rPr lang="nl-NL" dirty="0"/>
              <a:t>09:15 – 10:00	SD voorlichting</a:t>
            </a:r>
          </a:p>
          <a:p>
            <a:pPr marL="0" indent="0">
              <a:buNone/>
            </a:pPr>
            <a:r>
              <a:rPr lang="nl-NL" dirty="0"/>
              <a:t>					Door: André Donk</a:t>
            </a:r>
          </a:p>
          <a:p>
            <a:pPr marL="0" indent="0">
              <a:buNone/>
            </a:pPr>
            <a:r>
              <a:rPr lang="nl-NL" dirty="0"/>
              <a:t>10:00 – 10:45	BIM voorlichting</a:t>
            </a:r>
          </a:p>
          <a:p>
            <a:pPr marL="0" indent="0">
              <a:buNone/>
            </a:pPr>
            <a:r>
              <a:rPr lang="nl-NL" dirty="0"/>
              <a:t>					Door: Alex Bongers</a:t>
            </a:r>
          </a:p>
          <a:p>
            <a:pPr marL="0" indent="0">
              <a:buNone/>
            </a:pPr>
            <a:r>
              <a:rPr lang="nl-NL" dirty="0"/>
              <a:t>10:45 – 11:30	AI voorlichting</a:t>
            </a:r>
          </a:p>
          <a:p>
            <a:pPr marL="0" indent="0">
              <a:buNone/>
            </a:pPr>
            <a:r>
              <a:rPr lang="nl-NL" dirty="0"/>
              <a:t>					Door: Peter van der Berg</a:t>
            </a:r>
          </a:p>
          <a:p>
            <a:pPr marL="0" indent="0">
              <a:buNone/>
            </a:pPr>
            <a:r>
              <a:rPr lang="nl-NL" dirty="0"/>
              <a:t>11:30 – 12:00	Werken aan </a:t>
            </a:r>
            <a:r>
              <a:rPr lang="nl-NL" dirty="0" err="1"/>
              <a:t>Steam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 </a:t>
            </a:r>
          </a:p>
        </p:txBody>
      </p:sp>
      <p:pic>
        <p:nvPicPr>
          <p:cNvPr id="7" name="Picture 2" descr="http://gbw-online.nl/wp-content/uploads/2015/02/agenda-stylo.jpg">
            <a:extLst>
              <a:ext uri="{FF2B5EF4-FFF2-40B4-BE49-F238E27FC236}">
                <a16:creationId xmlns:a16="http://schemas.microsoft.com/office/drawing/2014/main" id="{577698AA-89E1-C02F-E5A0-5E578322BE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04"/>
          <a:stretch/>
        </p:blipFill>
        <p:spPr bwMode="auto">
          <a:xfrm>
            <a:off x="9140328" y="-10929"/>
            <a:ext cx="3051673" cy="293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454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75202-9F8B-6EBD-9041-87780B2B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2825DC6-DF1C-5AFE-C5F4-8504CC24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 V1S 5.038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4EDD5D9-5451-E8E5-54A0-31B065F85A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71551" y="1797051"/>
            <a:ext cx="8076777" cy="40809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09:00 – 09:15</a:t>
            </a:r>
            <a:r>
              <a:rPr lang="nl-NL" dirty="0"/>
              <a:t>	Programma uitleg / vragen herzien</a:t>
            </a:r>
          </a:p>
          <a:p>
            <a:pPr marL="0" indent="0">
              <a:buNone/>
            </a:pPr>
            <a:r>
              <a:rPr lang="nl-NL" dirty="0"/>
              <a:t>09:15 – 10:00	AI voorlichting</a:t>
            </a:r>
          </a:p>
          <a:p>
            <a:pPr marL="0" indent="0">
              <a:buNone/>
            </a:pPr>
            <a:r>
              <a:rPr lang="nl-NL" dirty="0"/>
              <a:t>					Door: Peter van der Berg</a:t>
            </a:r>
          </a:p>
          <a:p>
            <a:pPr marL="0" indent="0">
              <a:buNone/>
            </a:pPr>
            <a:r>
              <a:rPr lang="nl-NL" dirty="0"/>
              <a:t>10:00 – 10:45	SD voorlichting</a:t>
            </a:r>
          </a:p>
          <a:p>
            <a:pPr marL="0" indent="0">
              <a:buNone/>
            </a:pPr>
            <a:r>
              <a:rPr lang="nl-NL" dirty="0"/>
              <a:t>					Door: André Donk</a:t>
            </a:r>
          </a:p>
          <a:p>
            <a:pPr marL="0" indent="0">
              <a:buNone/>
            </a:pPr>
            <a:r>
              <a:rPr lang="nl-NL" dirty="0"/>
              <a:t>10:45 – 11:30	BIM voorlichting</a:t>
            </a:r>
          </a:p>
          <a:p>
            <a:pPr marL="0" indent="0">
              <a:buNone/>
            </a:pPr>
            <a:r>
              <a:rPr lang="nl-NL" dirty="0"/>
              <a:t>					Door: Alex Bongers</a:t>
            </a:r>
          </a:p>
          <a:p>
            <a:pPr marL="0" indent="0">
              <a:buNone/>
            </a:pPr>
            <a:r>
              <a:rPr lang="nl-NL" dirty="0"/>
              <a:t>11:30 – 12:00	Werken aan </a:t>
            </a:r>
            <a:r>
              <a:rPr lang="nl-NL" dirty="0" err="1"/>
              <a:t>Steam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 </a:t>
            </a:r>
          </a:p>
        </p:txBody>
      </p:sp>
      <p:pic>
        <p:nvPicPr>
          <p:cNvPr id="7" name="Picture 2" descr="http://gbw-online.nl/wp-content/uploads/2015/02/agenda-stylo.jpg">
            <a:extLst>
              <a:ext uri="{FF2B5EF4-FFF2-40B4-BE49-F238E27FC236}">
                <a16:creationId xmlns:a16="http://schemas.microsoft.com/office/drawing/2014/main" id="{E9612945-2665-D198-DC15-E942C86E31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04"/>
          <a:stretch/>
        </p:blipFill>
        <p:spPr bwMode="auto">
          <a:xfrm>
            <a:off x="9140328" y="-10929"/>
            <a:ext cx="3051673" cy="293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153077"/>
      </p:ext>
    </p:extLst>
  </p:cSld>
  <p:clrMapOvr>
    <a:masterClrMapping/>
  </p:clrMapOvr>
</p:sld>
</file>

<file path=ppt/theme/theme1.xml><?xml version="1.0" encoding="utf-8"?>
<a:theme xmlns:a="http://schemas.openxmlformats.org/drawingml/2006/main" name="HU Breed">
  <a:themeElements>
    <a:clrScheme name="Aangepast 5">
      <a:dk1>
        <a:srgbClr val="000000"/>
      </a:dk1>
      <a:lt1>
        <a:srgbClr val="FFFFFF"/>
      </a:lt1>
      <a:dk2>
        <a:srgbClr val="E6302B"/>
      </a:dk2>
      <a:lt2>
        <a:srgbClr val="00A1E1"/>
      </a:lt2>
      <a:accent1>
        <a:srgbClr val="00A1E1"/>
      </a:accent1>
      <a:accent2>
        <a:srgbClr val="E6302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5070"/>
      </a:hlink>
      <a:folHlink>
        <a:srgbClr val="B71915"/>
      </a:folHlink>
    </a:clrScheme>
    <a:fontScheme name="Office - klassie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3.pptx" id="{942DAFAC-1680-4502-9BF8-FC5F531EB39C}" vid="{FF70E075-B353-421D-B6F1-D2E2BD7687C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A80706761E274FBF7207A6EEFD509E" ma:contentTypeVersion="21" ma:contentTypeDescription="Een nieuw document maken." ma:contentTypeScope="" ma:versionID="c7f7fa388e5abb50cc001f149212818f">
  <xsd:schema xmlns:xsd="http://www.w3.org/2001/XMLSchema" xmlns:xs="http://www.w3.org/2001/XMLSchema" xmlns:p="http://schemas.microsoft.com/office/2006/metadata/properties" xmlns:ns2="8e39aab0-005d-45b6-a80e-05e5df2908d1" xmlns:ns3="cc018f0f-33de-4c4c-920d-26dc6e1acc33" targetNamespace="http://schemas.microsoft.com/office/2006/metadata/properties" ma:root="true" ma:fieldsID="08edb6dc26ea4fa726f6b1e3df08ac99" ns2:_="" ns3:_="">
    <xsd:import namespace="8e39aab0-005d-45b6-a80e-05e5df2908d1"/>
    <xsd:import namespace="cc018f0f-33de-4c4c-920d-26dc6e1acc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test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39aab0-005d-45b6-a80e-05e5df2908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  <xsd:element name="test" ma:index="15" nillable="true" ma:displayName="test" ma:internalName="test">
      <xsd:simpleType>
        <xsd:restriction base="dms:Text">
          <xsd:maxLength value="255"/>
        </xsd:restriction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Afbeeldingtags" ma:readOnly="false" ma:fieldId="{5cf76f15-5ced-4ddc-b409-7134ff3c332f}" ma:taxonomyMulti="true" ma:sspId="9115ee84-c194-4add-8ddb-ad54b768e1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escription" ma:index="27" nillable="true" ma:displayName="Description" ma:format="Dropdown" ma:internalName="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018f0f-33de-4c4c-920d-26dc6e1acc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44717f44-5d00-4b0b-b1be-45f62dea4934}" ma:internalName="TaxCatchAll" ma:showField="CatchAllData" ma:web="cc018f0f-33de-4c4c-920d-26dc6e1acc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st xmlns="8e39aab0-005d-45b6-a80e-05e5df2908d1" xsi:nil="true"/>
    <TaxCatchAll xmlns="cc018f0f-33de-4c4c-920d-26dc6e1acc33" xsi:nil="true"/>
    <lcf76f155ced4ddcb4097134ff3c332f xmlns="8e39aab0-005d-45b6-a80e-05e5df2908d1">
      <Terms xmlns="http://schemas.microsoft.com/office/infopath/2007/PartnerControls"/>
    </lcf76f155ced4ddcb4097134ff3c332f>
    <Description xmlns="8e39aab0-005d-45b6-a80e-05e5df2908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1FD689-9C32-4222-BC76-FF86F32E80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39aab0-005d-45b6-a80e-05e5df2908d1"/>
    <ds:schemaRef ds:uri="cc018f0f-33de-4c4c-920d-26dc6e1acc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163BBA-5F84-4F76-A7C6-0E4D63C0C7EA}">
  <ds:schemaRefs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www.w3.org/XML/1998/namespace"/>
    <ds:schemaRef ds:uri="8e39aab0-005d-45b6-a80e-05e5df2908d1"/>
    <ds:schemaRef ds:uri="http://schemas.microsoft.com/office/2006/documentManagement/types"/>
    <ds:schemaRef ds:uri="http://schemas.microsoft.com/office/infopath/2007/PartnerControls"/>
    <ds:schemaRef ds:uri="cc018f0f-33de-4c4c-920d-26dc6e1acc3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EA12E90-AB8E-4722-847F-197088183E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5119</TotalTime>
  <Words>478</Words>
  <Application>Microsoft Office PowerPoint</Application>
  <PresentationFormat>Widescreen</PresentationFormat>
  <Paragraphs>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Courier New</vt:lpstr>
      <vt:lpstr>Wingdings</vt:lpstr>
      <vt:lpstr>HU Breed</vt:lpstr>
      <vt:lpstr>Oriëntatieles 2  Programma woensdag 13-05-2026 </vt:lpstr>
      <vt:lpstr>Programma V1P 5.034</vt:lpstr>
      <vt:lpstr>Programma V1R 5.036</vt:lpstr>
      <vt:lpstr>Programma V1S 5.038</vt:lpstr>
    </vt:vector>
  </TitlesOfParts>
  <Company>Hogeschool van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 powerpoint-presentatie</dc:title>
  <dc:creator>ilja.beun</dc:creator>
  <cp:lastModifiedBy>Roos Steigenga</cp:lastModifiedBy>
  <cp:revision>338</cp:revision>
  <cp:lastPrinted>2017-02-04T20:35:24Z</cp:lastPrinted>
  <dcterms:created xsi:type="dcterms:W3CDTF">2007-11-06T09:59:11Z</dcterms:created>
  <dcterms:modified xsi:type="dcterms:W3CDTF">2026-05-04T10:34:03Z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2</vt:i4>
  </property>
  <property fmtid="{D5CDD505-2E9C-101B-9397-08002B2CF9AE}" pid="3" name="ContentTypeId">
    <vt:lpwstr>0x01010081A80706761E274FBF7207A6EEFD509E</vt:lpwstr>
  </property>
</Properties>
</file>