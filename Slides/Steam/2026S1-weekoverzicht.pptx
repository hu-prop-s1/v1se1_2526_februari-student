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4"/>
  </p:sldMasterIdLst>
  <p:notesMasterIdLst>
    <p:notesMasterId r:id="rId9"/>
  </p:notesMasterIdLst>
  <p:sldIdLst>
    <p:sldId id="256" r:id="rId5"/>
    <p:sldId id="1304" r:id="rId6"/>
    <p:sldId id="1333" r:id="rId7"/>
    <p:sldId id="292" r:id="rId8"/>
  </p:sldIdLst>
  <p:sldSz cx="9144000" cy="5143500" type="screen16x9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e" id="{317AE6C9-36B6-4CA5-98F7-624F76D6D385}">
          <p14:sldIdLst>
            <p14:sldId id="256"/>
            <p14:sldId id="1304"/>
            <p14:sldId id="1333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6">
          <p15:clr>
            <a:srgbClr val="A4A3A4"/>
          </p15:clr>
        </p15:guide>
        <p15:guide id="4" pos="288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EEEB24-F81D-82B6-632F-4340FCE9E407}" name="Anita Grit" initials="AG" userId="S::anita.grit@hu.nl::f175a6f7-3413-4353-b021-f5b4aa8c9734" providerId="AD"/>
  <p188:author id="{385E2B43-718B-B6D0-763E-91637C2546E7}" name="David Vermeulen" initials="DV" userId="S::david.vermeulen@hu.nl::3db581d8-d678-48f8-978c-89a233ebcbdd" providerId="AD"/>
  <p188:author id="{555B8381-5C53-64DF-D888-A20455CEFACF}" name="Mariecke Schipper" initials="MS" userId="S::mariecke.schipper@hu.nl::49d9dbbf-7d00-4e90-ab53-f179b329933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0F9"/>
    <a:srgbClr val="CBE0F4"/>
    <a:srgbClr val="43FF98"/>
    <a:srgbClr val="F4C674"/>
    <a:srgbClr val="BC8DFB"/>
    <a:srgbClr val="FF339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368" autoAdjust="0"/>
  </p:normalViewPr>
  <p:slideViewPr>
    <p:cSldViewPr snapToGrid="0">
      <p:cViewPr varScale="1">
        <p:scale>
          <a:sx n="68" d="100"/>
          <a:sy n="68" d="100"/>
        </p:scale>
        <p:origin x="765" y="41"/>
      </p:cViewPr>
      <p:guideLst>
        <p:guide orient="horz" pos="2160"/>
        <p:guide pos="2880"/>
        <p:guide orient="horz" pos="1626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605D3-16DF-DF43-AE35-A9E379D47CEE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FEC66-6BFA-9A4F-8C14-93D2FB19A68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019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292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6A440-7EC9-8CDC-064F-0EF96A44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A128DC2-EF4D-34A3-69F0-B1A97FF35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C5FE3AE-05CD-90DC-B3CE-FEE300EEA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4E6C0CD-1794-0C28-4C80-61F080AEB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5583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72CD1-AEF7-09CC-3AF8-D98A30703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4806D2B-BE86-BABD-5328-F8CD63DA6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A97E7B7-A8E1-381E-92AE-8698AE586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633F7E-EF45-E8EB-5A99-BCC6FF945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0910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53" y="244476"/>
            <a:ext cx="7443397" cy="99377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359650" y="4767263"/>
            <a:ext cx="812800" cy="274637"/>
          </a:xfrm>
        </p:spPr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258364" y="4767263"/>
            <a:ext cx="5994401" cy="274637"/>
          </a:xfrm>
        </p:spPr>
        <p:txBody>
          <a:bodyPr/>
          <a:lstStyle/>
          <a:p>
            <a:endParaRPr lang="nl-NL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29053" y="4767263"/>
            <a:ext cx="450850" cy="274637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8662" y="1347788"/>
            <a:ext cx="3600000" cy="306070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inhoud 15">
            <a:extLst>
              <a:ext uri="{FF2B5EF4-FFF2-40B4-BE49-F238E27FC236}">
                <a16:creationId xmlns:a16="http://schemas.microsoft.com/office/drawing/2014/main" id="{4FC9E3EF-B5D6-4148-81B7-175C3D01645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1" y="1347788"/>
            <a:ext cx="3600450" cy="306070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150070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53" y="244476"/>
            <a:ext cx="7443397" cy="99377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359650" y="4767263"/>
            <a:ext cx="812800" cy="274637"/>
          </a:xfrm>
        </p:spPr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258364" y="4767263"/>
            <a:ext cx="5994401" cy="274637"/>
          </a:xfrm>
        </p:spPr>
        <p:txBody>
          <a:bodyPr/>
          <a:lstStyle/>
          <a:p>
            <a:endParaRPr lang="nl-NL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29053" y="4767263"/>
            <a:ext cx="450850" cy="274637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8663" y="1347788"/>
            <a:ext cx="7443787" cy="306070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94338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53" y="244476"/>
            <a:ext cx="7443397" cy="99377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359650" y="4767263"/>
            <a:ext cx="812800" cy="274637"/>
          </a:xfrm>
        </p:spPr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258364" y="4767263"/>
            <a:ext cx="5994401" cy="274637"/>
          </a:xfrm>
        </p:spPr>
        <p:txBody>
          <a:bodyPr/>
          <a:lstStyle/>
          <a:p>
            <a:endParaRPr lang="nl-NL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29053" y="4767263"/>
            <a:ext cx="450850" cy="274637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8662" y="1874837"/>
            <a:ext cx="3600000" cy="2533651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inhoud 15">
            <a:extLst>
              <a:ext uri="{FF2B5EF4-FFF2-40B4-BE49-F238E27FC236}">
                <a16:creationId xmlns:a16="http://schemas.microsoft.com/office/drawing/2014/main" id="{4FC9E3EF-B5D6-4148-81B7-175C3D01645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874837"/>
            <a:ext cx="3600451" cy="2533651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6EDF895-B7D1-4441-89CE-FC604E2C61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662" y="1258888"/>
            <a:ext cx="3600000" cy="595312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15" name="Tijdelijke aanduiding voor tekst 2">
            <a:extLst>
              <a:ext uri="{FF2B5EF4-FFF2-40B4-BE49-F238E27FC236}">
                <a16:creationId xmlns:a16="http://schemas.microsoft.com/office/drawing/2014/main" id="{18D6D157-830E-472B-A8A5-982AAFED65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1548" y="1258888"/>
            <a:ext cx="3600451" cy="595312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8331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ef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359650" y="4767263"/>
            <a:ext cx="812800" cy="274637"/>
          </a:xfrm>
        </p:spPr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258364" y="4767263"/>
            <a:ext cx="5994401" cy="274637"/>
          </a:xfrm>
        </p:spPr>
        <p:txBody>
          <a:bodyPr/>
          <a:lstStyle/>
          <a:p>
            <a:endParaRPr lang="nl-NL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29053" y="4767263"/>
            <a:ext cx="450850" cy="274637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8663" y="1347788"/>
            <a:ext cx="7443787" cy="306070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53" y="244476"/>
            <a:ext cx="7443397" cy="99377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pic>
        <p:nvPicPr>
          <p:cNvPr id="7" name="Pictogram">
            <a:extLst>
              <a:ext uri="{FF2B5EF4-FFF2-40B4-BE49-F238E27FC236}">
                <a16:creationId xmlns:a16="http://schemas.microsoft.com/office/drawing/2014/main" id="{6BB6BD9F-BBC2-4C62-B72A-1D9C3C2DC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59751" y="432639"/>
            <a:ext cx="695564" cy="69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76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efening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53" y="244476"/>
            <a:ext cx="7443397" cy="99377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359650" y="4767263"/>
            <a:ext cx="812800" cy="274637"/>
          </a:xfrm>
        </p:spPr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258364" y="4767263"/>
            <a:ext cx="5994401" cy="274637"/>
          </a:xfrm>
        </p:spPr>
        <p:txBody>
          <a:bodyPr/>
          <a:lstStyle/>
          <a:p>
            <a:endParaRPr lang="nl-NL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29053" y="4767263"/>
            <a:ext cx="450850" cy="274637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8663" y="1347788"/>
            <a:ext cx="7443787" cy="306070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6CBBC2-229A-4179-BF74-E29AAD55A4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42515" y="351860"/>
            <a:ext cx="812800" cy="77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00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53" y="244476"/>
            <a:ext cx="7443397" cy="99377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359650" y="4767263"/>
            <a:ext cx="812800" cy="274637"/>
          </a:xfrm>
        </p:spPr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258364" y="4767263"/>
            <a:ext cx="5994401" cy="274637"/>
          </a:xfrm>
        </p:spPr>
        <p:txBody>
          <a:bodyPr/>
          <a:lstStyle/>
          <a:p>
            <a:endParaRPr lang="nl-NL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29053" y="4767263"/>
            <a:ext cx="450850" cy="274637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9565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359650" y="4767263"/>
            <a:ext cx="812800" cy="274637"/>
          </a:xfrm>
        </p:spPr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258364" y="4767263"/>
            <a:ext cx="5994401" cy="274637"/>
          </a:xfrm>
        </p:spPr>
        <p:txBody>
          <a:bodyPr/>
          <a:lstStyle/>
          <a:p>
            <a:endParaRPr lang="nl-NL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29053" y="4767263"/>
            <a:ext cx="450850" cy="274637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292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or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htergrond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Dianummer">
            <a:extLst>
              <a:ext uri="{FF2B5EF4-FFF2-40B4-BE49-F238E27FC236}">
                <a16:creationId xmlns:a16="http://schemas.microsoft.com/office/drawing/2014/main" id="{26848480-8112-419D-B34B-C11933364B3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529152" y="4424363"/>
            <a:ext cx="792000" cy="2746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Voettekst">
            <a:extLst>
              <a:ext uri="{FF2B5EF4-FFF2-40B4-BE49-F238E27FC236}">
                <a16:creationId xmlns:a16="http://schemas.microsoft.com/office/drawing/2014/main" id="{6D2DF633-EA52-45A8-879B-C026C25500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19250" y="4424363"/>
            <a:ext cx="4644000" cy="2746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E77EF371-812E-477A-8EE0-D26B8676C7A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469152" y="4424363"/>
            <a:ext cx="1260000" cy="2746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E87CE-8545-4B28-9101-1ABE11BF1B41}" type="datetime1">
              <a:rPr lang="nl-NL" smtClean="0"/>
              <a:pPr/>
              <a:t>11-5-2026</a:t>
            </a:fld>
            <a:endParaRPr lang="nl-NL"/>
          </a:p>
        </p:txBody>
      </p:sp>
      <p:pic>
        <p:nvPicPr>
          <p:cNvPr id="6" name="Logo" descr="hu volui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" y="686255"/>
            <a:ext cx="3023980" cy="738461"/>
          </a:xfrm>
          <a:prstGeom prst="rect">
            <a:avLst/>
          </a:prstGeom>
        </p:spPr>
      </p:pic>
      <p:sp>
        <p:nvSpPr>
          <p:cNvPr id="7" name="Ondertitel">
            <a:extLst>
              <a:ext uri="{FF2B5EF4-FFF2-40B4-BE49-F238E27FC236}">
                <a16:creationId xmlns:a16="http://schemas.microsoft.com/office/drawing/2014/main" id="{5A67F249-E426-4913-A7A1-0DC6C47F6A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8252" y="2710144"/>
            <a:ext cx="7200900" cy="9255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Ondertitel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18F44797-10EF-4356-B568-4F79B1B93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52" y="2110085"/>
            <a:ext cx="7200000" cy="46166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7170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voor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htergrond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Datum">
            <a:extLst>
              <a:ext uri="{FF2B5EF4-FFF2-40B4-BE49-F238E27FC236}">
                <a16:creationId xmlns:a16="http://schemas.microsoft.com/office/drawing/2014/main" id="{10927F8C-5A80-4319-BDBF-9A3AB0138747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37772" y="4767263"/>
            <a:ext cx="812800" cy="2746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E87CE-8545-4B28-9101-1ABE11BF1B41}" type="datetime1">
              <a:rPr lang="nl-NL" smtClean="0"/>
              <a:pPr/>
              <a:t>11-5-2026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490227BA-4906-4781-8AD2-5643A02088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425725" y="4767263"/>
            <a:ext cx="5559276" cy="274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ianummer">
            <a:extLst>
              <a:ext uri="{FF2B5EF4-FFF2-40B4-BE49-F238E27FC236}">
                <a16:creationId xmlns:a16="http://schemas.microsoft.com/office/drawing/2014/main" id="{1A1E9383-ECE6-4B18-8D0E-B56E497240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55650" y="4767263"/>
            <a:ext cx="450850" cy="2746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pic>
        <p:nvPicPr>
          <p:cNvPr id="9" name="Logo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1" name="Titeldecoratie"/>
          <p:cNvSpPr/>
          <p:nvPr userDrawn="1"/>
        </p:nvSpPr>
        <p:spPr>
          <a:xfrm>
            <a:off x="529142" y="3480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Ondertitel">
            <a:extLst>
              <a:ext uri="{FF2B5EF4-FFF2-40B4-BE49-F238E27FC236}">
                <a16:creationId xmlns:a16="http://schemas.microsoft.com/office/drawing/2014/main" id="{3C731FDD-BD4E-40B2-B5C7-E1DB10585B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3909752"/>
            <a:ext cx="7199312" cy="731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Ondertitel</a:t>
            </a:r>
          </a:p>
        </p:txBody>
      </p:sp>
      <p:sp>
        <p:nvSpPr>
          <p:cNvPr id="6" name="Titel"/>
          <p:cNvSpPr>
            <a:spLocks noGrp="1"/>
          </p:cNvSpPr>
          <p:nvPr>
            <p:ph type="title"/>
          </p:nvPr>
        </p:nvSpPr>
        <p:spPr>
          <a:xfrm>
            <a:off x="750572" y="3333492"/>
            <a:ext cx="7200000" cy="4616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27877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voorblad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htergrond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2" name="Datum">
            <a:extLst>
              <a:ext uri="{FF2B5EF4-FFF2-40B4-BE49-F238E27FC236}">
                <a16:creationId xmlns:a16="http://schemas.microsoft.com/office/drawing/2014/main" id="{D539146E-4701-437B-BCA5-5AC8EE309AC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37400" y="4767263"/>
            <a:ext cx="812800" cy="2746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E87CE-8545-4B28-9101-1ABE11BF1B41}" type="datetime1">
              <a:rPr lang="nl-NL" smtClean="0"/>
              <a:pPr/>
              <a:t>11-5-2026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B785231E-3480-411A-8355-2793DB32CC6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Dianummer">
            <a:extLst>
              <a:ext uri="{FF2B5EF4-FFF2-40B4-BE49-F238E27FC236}">
                <a16:creationId xmlns:a16="http://schemas.microsoft.com/office/drawing/2014/main" id="{1A9E668B-D224-466A-89CE-5C3C945EE61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42950" y="4767263"/>
            <a:ext cx="450850" cy="2746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5" name="Afbeelding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6692000" cy="35695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6" name="Logo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3" name="Titeldecoratie"/>
          <p:cNvSpPr/>
          <p:nvPr userDrawn="1"/>
        </p:nvSpPr>
        <p:spPr>
          <a:xfrm>
            <a:off x="529142" y="3862576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Ondertitel">
            <a:extLst>
              <a:ext uri="{FF2B5EF4-FFF2-40B4-BE49-F238E27FC236}">
                <a16:creationId xmlns:a16="http://schemas.microsoft.com/office/drawing/2014/main" id="{5CA13914-06A2-46D7-A98A-1CC2B2F056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4265352"/>
            <a:ext cx="7199312" cy="460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Ondertitel</a:t>
            </a:r>
          </a:p>
        </p:txBody>
      </p:sp>
      <p:sp>
        <p:nvSpPr>
          <p:cNvPr id="4" name="Titel"/>
          <p:cNvSpPr>
            <a:spLocks noGrp="1"/>
          </p:cNvSpPr>
          <p:nvPr>
            <p:ph type="title"/>
          </p:nvPr>
        </p:nvSpPr>
        <p:spPr>
          <a:xfrm>
            <a:off x="750570" y="3715817"/>
            <a:ext cx="7200000" cy="4605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966505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ervol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">
            <a:extLst>
              <a:ext uri="{FF2B5EF4-FFF2-40B4-BE49-F238E27FC236}">
                <a16:creationId xmlns:a16="http://schemas.microsoft.com/office/drawing/2014/main" id="{9B40D12A-149A-4DCE-8C42-4088CD7A8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E5A64523-357B-4B86-93CD-B3CF0626CB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ianummer">
            <a:extLst>
              <a:ext uri="{FF2B5EF4-FFF2-40B4-BE49-F238E27FC236}">
                <a16:creationId xmlns:a16="http://schemas.microsoft.com/office/drawing/2014/main" id="{B7CEBE79-820C-40D2-A38E-27E5CDBCA5B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6" name="Inhoud">
            <a:extLst>
              <a:ext uri="{FF2B5EF4-FFF2-40B4-BE49-F238E27FC236}">
                <a16:creationId xmlns:a16="http://schemas.microsoft.com/office/drawing/2014/main" id="{CA2DE4A9-D9F4-4AE1-A336-BFCE81BB6F4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1188" y="584200"/>
            <a:ext cx="7561262" cy="3824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Vervolg</a:t>
            </a:r>
          </a:p>
        </p:txBody>
      </p:sp>
    </p:spTree>
    <p:extLst>
      <p:ext uri="{BB962C8B-B14F-4D97-AF65-F5344CB8AC3E}">
        <p14:creationId xmlns:p14="http://schemas.microsoft.com/office/powerpoint/2010/main" val="1980861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2 afbeeldingen bo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fbeelding links"/>
          <p:cNvSpPr>
            <a:spLocks noGrp="1"/>
          </p:cNvSpPr>
          <p:nvPr>
            <p:ph type="pic" sz="quarter" idx="13"/>
          </p:nvPr>
        </p:nvSpPr>
        <p:spPr>
          <a:xfrm>
            <a:off x="5" y="-1512"/>
            <a:ext cx="4570483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3" name="Afbeelding rechts"/>
          <p:cNvSpPr>
            <a:spLocks noGrp="1"/>
          </p:cNvSpPr>
          <p:nvPr>
            <p:ph type="pic" sz="quarter" idx="15"/>
          </p:nvPr>
        </p:nvSpPr>
        <p:spPr>
          <a:xfrm>
            <a:off x="4570488" y="-1512"/>
            <a:ext cx="4570483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teldecoratie"/>
          <p:cNvSpPr/>
          <p:nvPr/>
        </p:nvSpPr>
        <p:spPr>
          <a:xfrm>
            <a:off x="531064" y="290226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Tekst"/>
          <p:cNvSpPr>
            <a:spLocks noGrp="1"/>
          </p:cNvSpPr>
          <p:nvPr>
            <p:ph type="body" sz="quarter" idx="17"/>
          </p:nvPr>
        </p:nvSpPr>
        <p:spPr>
          <a:xfrm flipH="1">
            <a:off x="611188" y="3414474"/>
            <a:ext cx="7561262" cy="1074185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3" name="Titel">
            <a:extLst>
              <a:ext uri="{FF2B5EF4-FFF2-40B4-BE49-F238E27FC236}">
                <a16:creationId xmlns:a16="http://schemas.microsoft.com/office/drawing/2014/main" id="{C9D2C67F-4BD6-45C2-9C96-FE2566BA3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2778775"/>
            <a:ext cx="7593550" cy="461665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85DDF9D-2B17-4DED-9512-9F8A7A57FE3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90DEEB3-09D2-4333-9FF1-5461D5D3E99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4B914B9-9F1D-4C1D-AE7E-826397420BB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9112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3 afbeeldingen o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fbeelding rechts"/>
          <p:cNvSpPr>
            <a:spLocks noGrp="1"/>
          </p:cNvSpPr>
          <p:nvPr>
            <p:ph type="pic" sz="quarter" idx="15"/>
          </p:nvPr>
        </p:nvSpPr>
        <p:spPr>
          <a:xfrm>
            <a:off x="6084002" y="2576512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Afbeelding midden"/>
          <p:cNvSpPr>
            <a:spLocks noGrp="1"/>
          </p:cNvSpPr>
          <p:nvPr>
            <p:ph type="pic" sz="quarter" idx="16"/>
          </p:nvPr>
        </p:nvSpPr>
        <p:spPr>
          <a:xfrm>
            <a:off x="3063645" y="2576512"/>
            <a:ext cx="3023998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8" name="Afbeelding links"/>
          <p:cNvSpPr>
            <a:spLocks noGrp="1"/>
          </p:cNvSpPr>
          <p:nvPr>
            <p:ph type="pic" sz="quarter" idx="13"/>
          </p:nvPr>
        </p:nvSpPr>
        <p:spPr>
          <a:xfrm>
            <a:off x="5" y="2576512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8467795E-BE0E-47E8-BCC2-D151E59EDFF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E87CE-8545-4B28-9101-1ABE11BF1B41}" type="datetime1">
              <a:rPr lang="nl-NL" smtClean="0"/>
              <a:pPr/>
              <a:t>11-5-2026</a:t>
            </a:fld>
            <a:endParaRPr lang="nl-NL"/>
          </a:p>
        </p:txBody>
      </p:sp>
      <p:sp>
        <p:nvSpPr>
          <p:cNvPr id="4" name="Voettekst">
            <a:extLst>
              <a:ext uri="{FF2B5EF4-FFF2-40B4-BE49-F238E27FC236}">
                <a16:creationId xmlns:a16="http://schemas.microsoft.com/office/drawing/2014/main" id="{B2430F08-8263-4811-BC43-F87BF48A780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Dianummer">
            <a:extLst>
              <a:ext uri="{FF2B5EF4-FFF2-40B4-BE49-F238E27FC236}">
                <a16:creationId xmlns:a16="http://schemas.microsoft.com/office/drawing/2014/main" id="{7A01C895-BF20-46EC-ABA8-DD9B24E77DE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3" name="Tekst"/>
          <p:cNvSpPr>
            <a:spLocks noGrp="1"/>
          </p:cNvSpPr>
          <p:nvPr>
            <p:ph type="body" sz="quarter" idx="11"/>
          </p:nvPr>
        </p:nvSpPr>
        <p:spPr>
          <a:xfrm flipH="1">
            <a:off x="718284" y="1196341"/>
            <a:ext cx="7670066" cy="11043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pic>
        <p:nvPicPr>
          <p:cNvPr id="12" name="Logo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1BC1CB4D-2DB2-4F85-9CB5-70B257E8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72" y="581675"/>
            <a:ext cx="7504428" cy="461665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44927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3 afbeeldingen bo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fbeelding rechts"/>
          <p:cNvSpPr>
            <a:spLocks noGrp="1"/>
          </p:cNvSpPr>
          <p:nvPr>
            <p:ph type="pic" sz="quarter" idx="15"/>
          </p:nvPr>
        </p:nvSpPr>
        <p:spPr>
          <a:xfrm>
            <a:off x="6084002" y="4762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Afbeelding midden"/>
          <p:cNvSpPr>
            <a:spLocks noGrp="1"/>
          </p:cNvSpPr>
          <p:nvPr>
            <p:ph type="pic" sz="quarter" idx="16"/>
          </p:nvPr>
        </p:nvSpPr>
        <p:spPr>
          <a:xfrm>
            <a:off x="3063645" y="4762"/>
            <a:ext cx="3023998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8" name="Afbeelding links"/>
          <p:cNvSpPr>
            <a:spLocks noGrp="1"/>
          </p:cNvSpPr>
          <p:nvPr>
            <p:ph type="pic" sz="quarter" idx="13"/>
          </p:nvPr>
        </p:nvSpPr>
        <p:spPr>
          <a:xfrm>
            <a:off x="5" y="4762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B4F857FD-BFB3-4545-8692-90B56608788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4" name="Voettekst">
            <a:extLst>
              <a:ext uri="{FF2B5EF4-FFF2-40B4-BE49-F238E27FC236}">
                <a16:creationId xmlns:a16="http://schemas.microsoft.com/office/drawing/2014/main" id="{86AFB18C-1EA8-418B-921A-DF7ADE25FA6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Dianummer">
            <a:extLst>
              <a:ext uri="{FF2B5EF4-FFF2-40B4-BE49-F238E27FC236}">
                <a16:creationId xmlns:a16="http://schemas.microsoft.com/office/drawing/2014/main" id="{4148FFCD-33EC-4B70-AB72-C959479C0C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6" name="Titeldecoratie"/>
          <p:cNvSpPr/>
          <p:nvPr/>
        </p:nvSpPr>
        <p:spPr>
          <a:xfrm>
            <a:off x="531064" y="28184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ekst"/>
          <p:cNvSpPr>
            <a:spLocks noGrp="1"/>
          </p:cNvSpPr>
          <p:nvPr>
            <p:ph type="body" sz="quarter" idx="11"/>
          </p:nvPr>
        </p:nvSpPr>
        <p:spPr>
          <a:xfrm flipH="1">
            <a:off x="611188" y="3329941"/>
            <a:ext cx="7561262" cy="11043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1BC1CB4D-2DB2-4F85-9CB5-70B257E8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2715275"/>
            <a:ext cx="7561262" cy="461665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324557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afbeelding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fbeelding"/>
          <p:cNvSpPr>
            <a:spLocks noGrp="1"/>
          </p:cNvSpPr>
          <p:nvPr>
            <p:ph type="pic" sz="quarter" idx="13"/>
          </p:nvPr>
        </p:nvSpPr>
        <p:spPr>
          <a:xfrm>
            <a:off x="5" y="0"/>
            <a:ext cx="4570483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7D99692A-D52A-4A80-B7FC-3D6FDD82666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4" name="Voettekst">
            <a:extLst>
              <a:ext uri="{FF2B5EF4-FFF2-40B4-BE49-F238E27FC236}">
                <a16:creationId xmlns:a16="http://schemas.microsoft.com/office/drawing/2014/main" id="{0322DF50-32EF-41B2-8EA1-3A3486DA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Dianummer">
            <a:extLst>
              <a:ext uri="{FF2B5EF4-FFF2-40B4-BE49-F238E27FC236}">
                <a16:creationId xmlns:a16="http://schemas.microsoft.com/office/drawing/2014/main" id="{CDB85868-4AF2-4121-8E41-546A5A0F3C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1" name="Titeldecoratie"/>
          <p:cNvSpPr/>
          <p:nvPr/>
        </p:nvSpPr>
        <p:spPr>
          <a:xfrm>
            <a:off x="5104925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ekst"/>
          <p:cNvSpPr>
            <a:spLocks noGrp="1"/>
          </p:cNvSpPr>
          <p:nvPr>
            <p:ph type="body" sz="quarter" idx="11"/>
          </p:nvPr>
        </p:nvSpPr>
        <p:spPr>
          <a:xfrm flipH="1">
            <a:off x="5292148" y="1196341"/>
            <a:ext cx="2880301" cy="3292316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1AD873CB-895E-4138-8DAB-6B7F91565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149" y="550958"/>
            <a:ext cx="2880301" cy="46166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9464629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afbeelding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fbeelding"/>
          <p:cNvSpPr>
            <a:spLocks noGrp="1"/>
          </p:cNvSpPr>
          <p:nvPr>
            <p:ph type="pic" sz="quarter" idx="13"/>
          </p:nvPr>
        </p:nvSpPr>
        <p:spPr>
          <a:xfrm>
            <a:off x="4573522" y="0"/>
            <a:ext cx="4570483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8" name="Logo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3" name="Datum">
            <a:extLst>
              <a:ext uri="{FF2B5EF4-FFF2-40B4-BE49-F238E27FC236}">
                <a16:creationId xmlns:a16="http://schemas.microsoft.com/office/drawing/2014/main" id="{9D31CFC5-410C-4748-B6C7-A722E694973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4" name="Voettekst">
            <a:extLst>
              <a:ext uri="{FF2B5EF4-FFF2-40B4-BE49-F238E27FC236}">
                <a16:creationId xmlns:a16="http://schemas.microsoft.com/office/drawing/2014/main" id="{0CB614FB-0599-4F33-AE24-A266A79E9A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Dianummer">
            <a:extLst>
              <a:ext uri="{FF2B5EF4-FFF2-40B4-BE49-F238E27FC236}">
                <a16:creationId xmlns:a16="http://schemas.microsoft.com/office/drawing/2014/main" id="{F7361324-3AD2-4A1C-B9DE-436592B7E8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4" name="Tekst"/>
          <p:cNvSpPr>
            <a:spLocks noGrp="1"/>
          </p:cNvSpPr>
          <p:nvPr>
            <p:ph type="body" sz="quarter" idx="11"/>
          </p:nvPr>
        </p:nvSpPr>
        <p:spPr>
          <a:xfrm flipH="1">
            <a:off x="600224" y="1196341"/>
            <a:ext cx="3611736" cy="3292316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9" name="Titel">
            <a:extLst>
              <a:ext uri="{FF2B5EF4-FFF2-40B4-BE49-F238E27FC236}">
                <a16:creationId xmlns:a16="http://schemas.microsoft.com/office/drawing/2014/main" id="{6D366FD9-FE48-4E10-8BCE-1292B606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25" y="244476"/>
            <a:ext cx="3611736" cy="99377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849269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htergro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68A5FA88-603D-448E-A991-878A5BF91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E87CE-8545-4B28-9101-1ABE11BF1B41}" type="datetime1">
              <a:rPr lang="nl-NL" smtClean="0"/>
              <a:pPr/>
              <a:t>11-5-2026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C447EC34-3FCD-4AF9-93D4-2F7E44A3B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Dianummer">
            <a:extLst>
              <a:ext uri="{FF2B5EF4-FFF2-40B4-BE49-F238E27FC236}">
                <a16:creationId xmlns:a16="http://schemas.microsoft.com/office/drawing/2014/main" id="{3FB4A23C-1705-4B39-9C44-37CD7099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pic>
        <p:nvPicPr>
          <p:cNvPr id="9" name="Logo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12" name="Titeldecoratie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BA0D956-0B37-4F2B-BD64-4682BAE8E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24" y="485776"/>
            <a:ext cx="7572225" cy="993775"/>
          </a:xfrm>
        </p:spPr>
        <p:txBody>
          <a:bodyPr anchor="t"/>
          <a:lstStyle>
            <a:lvl1pPr>
              <a:spcBef>
                <a:spcPts val="1200"/>
              </a:spcBef>
              <a:defRPr i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79519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blauwe 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lauwe balk"/>
          <p:cNvSpPr/>
          <p:nvPr/>
        </p:nvSpPr>
        <p:spPr>
          <a:xfrm>
            <a:off x="0" y="3"/>
            <a:ext cx="9144000" cy="16001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iteldecoratie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48FD308B-A17C-459D-AD21-0988223F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A6F08B07-1555-4E47-8951-0ECAD9F5A3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1188" y="1582595"/>
            <a:ext cx="7572375" cy="2825894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310384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ks in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hthoek 17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600222" y="1196341"/>
            <a:ext cx="3672566" cy="3292316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E799FC-BB9B-4680-9378-7D7DAE7AE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24" y="244476"/>
            <a:ext cx="3672565" cy="99377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59847E-1AEB-4364-9B40-CB9FE59D213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112DF11-8467-40DB-B310-0BE80520F91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71B7FDD-8445-4B6C-928C-42E20728C1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4321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fbeelding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5" name="Logo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2" name="Datum">
            <a:extLst>
              <a:ext uri="{FF2B5EF4-FFF2-40B4-BE49-F238E27FC236}">
                <a16:creationId xmlns:a16="http://schemas.microsoft.com/office/drawing/2014/main" id="{E2087E8A-EBF1-4939-A6EC-C8B71CD1F23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E87CE-8545-4B28-9101-1ABE11BF1B41}" type="datetime1">
              <a:rPr lang="nl-NL" smtClean="0"/>
              <a:pPr/>
              <a:t>11-5-2026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51ABAC98-76D6-4AA2-8123-35DE7B9C5D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ianummer">
            <a:extLst>
              <a:ext uri="{FF2B5EF4-FFF2-40B4-BE49-F238E27FC236}">
                <a16:creationId xmlns:a16="http://schemas.microsoft.com/office/drawing/2014/main" id="{F035DCDC-840A-41D8-8CF0-86E58D1BED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4292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fbeelding"/>
          <p:cNvSpPr>
            <a:spLocks noGrp="1"/>
          </p:cNvSpPr>
          <p:nvPr>
            <p:ph type="pic" sz="quarter" idx="13"/>
          </p:nvPr>
        </p:nvSpPr>
        <p:spPr>
          <a:xfrm>
            <a:off x="0" y="6362"/>
            <a:ext cx="9144000" cy="332303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Datum">
            <a:extLst>
              <a:ext uri="{FF2B5EF4-FFF2-40B4-BE49-F238E27FC236}">
                <a16:creationId xmlns:a16="http://schemas.microsoft.com/office/drawing/2014/main" id="{6D906BA2-E053-48E4-AB1A-B98F822F373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9EFAB82E-0F83-4580-84EB-A0052930C7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ianummer">
            <a:extLst>
              <a:ext uri="{FF2B5EF4-FFF2-40B4-BE49-F238E27FC236}">
                <a16:creationId xmlns:a16="http://schemas.microsoft.com/office/drawing/2014/main" id="{E4E548A3-BE10-43A7-8499-801A7AA2EC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9" name="Tekst"/>
          <p:cNvSpPr>
            <a:spLocks noGrp="1"/>
          </p:cNvSpPr>
          <p:nvPr>
            <p:ph type="body" sz="quarter" idx="12" hasCustomPrompt="1"/>
          </p:nvPr>
        </p:nvSpPr>
        <p:spPr>
          <a:xfrm>
            <a:off x="531064" y="3695965"/>
            <a:ext cx="7857286" cy="792692"/>
          </a:xfrm>
          <a:prstGeom prst="rect">
            <a:avLst/>
          </a:prstGeom>
        </p:spPr>
        <p:txBody>
          <a:bodyPr vert="horz" wrap="square">
            <a:no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2000" b="1"/>
            </a:lvl3pPr>
            <a:lvl4pPr marL="1371600" indent="0">
              <a:buNone/>
              <a:defRPr sz="2000" b="1"/>
            </a:lvl4pPr>
            <a:lvl5pPr marL="1828800" indent="0">
              <a:buNone/>
              <a:defRPr sz="2000" b="1"/>
            </a:lvl5pPr>
          </a:lstStyle>
          <a:p>
            <a:pPr lvl="0"/>
            <a:r>
              <a:rPr lang="en-US" err="1"/>
              <a:t>Bijschrift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89195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CD062-A46D-384E-BA58-5879B4619C2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9144000" cy="392415"/>
          </a:xfrm>
          <a:solidFill>
            <a:schemeClr val="bg2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1145C2-8668-BF4B-96D8-A87283B1BB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088"/>
            <a:ext cx="9144000" cy="512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45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4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">
            <a:extLst>
              <a:ext uri="{FF2B5EF4-FFF2-40B4-BE49-F238E27FC236}">
                <a16:creationId xmlns:a16="http://schemas.microsoft.com/office/drawing/2014/main" id="{F43A3598-AD0A-4E2B-A70B-8C66D95EF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1225" y="4767263"/>
            <a:ext cx="812800" cy="27463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E87CE-8545-4B28-9101-1ABE11BF1B41}" type="datetime1">
              <a:rPr lang="nl-NL" smtClean="0"/>
              <a:t>11-5-2026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269FBD5E-0590-4897-8075-09373A16CA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08162" y="4767263"/>
            <a:ext cx="5994401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Dianummer">
            <a:extLst>
              <a:ext uri="{FF2B5EF4-FFF2-40B4-BE49-F238E27FC236}">
                <a16:creationId xmlns:a16="http://schemas.microsoft.com/office/drawing/2014/main" id="{D8B88BBF-A69B-4034-BE87-A93161E3E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650" y="4767263"/>
            <a:ext cx="450850" cy="27463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pic>
        <p:nvPicPr>
          <p:cNvPr id="6" name="Logo" descr="hu logo.png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69461"/>
          </a:xfrm>
          <a:prstGeom prst="rect">
            <a:avLst/>
          </a:prstGeom>
        </p:spPr>
      </p:pic>
      <p:sp>
        <p:nvSpPr>
          <p:cNvPr id="9" name="Tijdelijke aanduiding voor titel 8">
            <a:extLst>
              <a:ext uri="{FF2B5EF4-FFF2-40B4-BE49-F238E27FC236}">
                <a16:creationId xmlns:a16="http://schemas.microsoft.com/office/drawing/2014/main" id="{0977E159-79B6-4267-A1D2-09D475E5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24" y="244476"/>
            <a:ext cx="7572225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E616524E-60E5-4C7A-8687-6CD7C4493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543800" cy="3042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1" name="Titeldecoratie">
            <a:extLst>
              <a:ext uri="{FF2B5EF4-FFF2-40B4-BE49-F238E27FC236}">
                <a16:creationId xmlns:a16="http://schemas.microsoft.com/office/drawing/2014/main" id="{06AB2B47-0CA1-4EC7-8F94-39B16B918B8E}"/>
              </a:ext>
            </a:extLst>
          </p:cNvPr>
          <p:cNvSpPr/>
          <p:nvPr userDrawn="1"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525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95" r:id="rId2"/>
    <p:sldLayoutId id="2147483724" r:id="rId3"/>
    <p:sldLayoutId id="2147483727" r:id="rId4"/>
    <p:sldLayoutId id="2147483728" r:id="rId5"/>
    <p:sldLayoutId id="2147483725" r:id="rId6"/>
    <p:sldLayoutId id="2147483726" r:id="rId7"/>
    <p:sldLayoutId id="2147483692" r:id="rId8"/>
    <p:sldLayoutId id="2147483693" r:id="rId9"/>
    <p:sldLayoutId id="2147483694" r:id="rId10"/>
    <p:sldLayoutId id="2147483698" r:id="rId11"/>
    <p:sldLayoutId id="2147483699" r:id="rId12"/>
    <p:sldLayoutId id="2147483700" r:id="rId13"/>
    <p:sldLayoutId id="2147483710" r:id="rId14"/>
    <p:sldLayoutId id="2147483702" r:id="rId15"/>
    <p:sldLayoutId id="2147483703" r:id="rId16"/>
    <p:sldLayoutId id="2147483704" r:id="rId17"/>
    <p:sldLayoutId id="2147483705" r:id="rId18"/>
    <p:sldLayoutId id="2147483707" r:id="rId19"/>
    <p:sldLayoutId id="2147483708" r:id="rId20"/>
    <p:sldLayoutId id="2147483709" r:id="rId21"/>
    <p:sldLayoutId id="2147483730" r:id="rId2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457200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Font typeface="Wingdings" panose="05000000000000000000" pitchFamily="2" charset="2"/>
        <a:buChar char="§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4572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Courier New" panose="02070309020205020404" pitchFamily="49" charset="0"/>
        <a:buChar char="o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5" userDrawn="1">
          <p15:clr>
            <a:srgbClr val="F26B43"/>
          </p15:clr>
        </p15:guide>
        <p15:guide id="3" pos="5148" userDrawn="1">
          <p15:clr>
            <a:srgbClr val="F26B43"/>
          </p15:clr>
        </p15:guide>
        <p15:guide id="4" orient="horz" pos="3770" userDrawn="1">
          <p15:clr>
            <a:srgbClr val="F26B43"/>
          </p15:clr>
        </p15:guide>
        <p15:guide id="5" orient="horz" pos="849" userDrawn="1">
          <p15:clr>
            <a:srgbClr val="F26B43"/>
          </p15:clr>
        </p15:guide>
        <p15:guide id="6" orient="horz" pos="277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3F8D046-B87C-4370-B997-805077C42D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252" y="2710144"/>
            <a:ext cx="5760581" cy="156291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nl-NL" noProof="0" dirty="0"/>
          </a:p>
          <a:p>
            <a:r>
              <a:rPr lang="nl-NL" noProof="0" dirty="0"/>
              <a:t>11-05-2026</a:t>
            </a:r>
            <a:endParaRPr lang="nl-NL" noProof="0" dirty="0">
              <a:cs typeface="Arial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D2063AF-496C-4432-8698-8243E51AF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51" y="2110085"/>
            <a:ext cx="7797163" cy="984732"/>
          </a:xfrm>
        </p:spPr>
        <p:txBody>
          <a:bodyPr>
            <a:noAutofit/>
          </a:bodyPr>
          <a:lstStyle/>
          <a:p>
            <a:r>
              <a:rPr lang="nl-NL" noProof="0" dirty="0"/>
              <a:t>Weekoverzicht Canvas</a:t>
            </a:r>
          </a:p>
        </p:txBody>
      </p:sp>
    </p:spTree>
    <p:extLst>
      <p:ext uri="{BB962C8B-B14F-4D97-AF65-F5344CB8AC3E}">
        <p14:creationId xmlns:p14="http://schemas.microsoft.com/office/powerpoint/2010/main" val="1770833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E52A6-084F-410E-C059-71EDE7641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1F4DE-1477-A4E3-6BCF-CEB7412D3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53" y="571500"/>
            <a:ext cx="7443397" cy="613411"/>
          </a:xfrm>
        </p:spPr>
        <p:txBody>
          <a:bodyPr>
            <a:normAutofit/>
          </a:bodyPr>
          <a:lstStyle/>
          <a:p>
            <a:r>
              <a:rPr lang="nl-NL" noProof="0"/>
              <a:t>Weekoverzicht</a:t>
            </a:r>
            <a:endParaRPr lang="nl-NL" i="1" noProof="0"/>
          </a:p>
        </p:txBody>
      </p:sp>
      <p:pic>
        <p:nvPicPr>
          <p:cNvPr id="5" name="Afbeelding 4" descr="Afbeelding met tekst, schermopname, software, nummer&#10;&#10;Door AI gegenereerde inhoud is mogelijk onjuist.">
            <a:extLst>
              <a:ext uri="{FF2B5EF4-FFF2-40B4-BE49-F238E27FC236}">
                <a16:creationId xmlns:a16="http://schemas.microsoft.com/office/drawing/2014/main" id="{E5FE938C-C6E9-8FA1-B49C-17B8F5CA8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59" y="1184911"/>
            <a:ext cx="6003505" cy="370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52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ECACB-29E0-B39A-6E8C-716295B69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60493-675E-FACB-5E29-8DD805A50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53" y="571500"/>
            <a:ext cx="7443397" cy="613411"/>
          </a:xfrm>
        </p:spPr>
        <p:txBody>
          <a:bodyPr>
            <a:normAutofit/>
          </a:bodyPr>
          <a:lstStyle/>
          <a:p>
            <a:r>
              <a:rPr lang="nl-NL" noProof="0"/>
              <a:t>Weekoverzicht</a:t>
            </a:r>
            <a:endParaRPr lang="nl-NL" i="1" noProof="0"/>
          </a:p>
        </p:txBody>
      </p:sp>
      <p:pic>
        <p:nvPicPr>
          <p:cNvPr id="4" name="Afbeelding 3" descr="Afbeelding met tekst, schermopname, software, Lettertype&#10;&#10;Door AI gegenereerde inhoud is mogelijk onjuist.">
            <a:extLst>
              <a:ext uri="{FF2B5EF4-FFF2-40B4-BE49-F238E27FC236}">
                <a16:creationId xmlns:a16="http://schemas.microsoft.com/office/drawing/2014/main" id="{B0114013-B2CD-37BB-F3D8-618775F58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3" y="1589288"/>
            <a:ext cx="7429694" cy="196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1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5436949"/>
      </p:ext>
    </p:extLst>
  </p:cSld>
  <p:clrMapOvr>
    <a:masterClrMapping/>
  </p:clrMapOvr>
</p:sld>
</file>

<file path=ppt/theme/theme1.xml><?xml version="1.0" encoding="utf-8"?>
<a:theme xmlns:a="http://schemas.openxmlformats.org/drawingml/2006/main" name="HU Breed">
  <a:themeElements>
    <a:clrScheme name="Aangepast 5">
      <a:dk1>
        <a:srgbClr val="000000"/>
      </a:dk1>
      <a:lt1>
        <a:srgbClr val="FFFFFF"/>
      </a:lt1>
      <a:dk2>
        <a:srgbClr val="E6302B"/>
      </a:dk2>
      <a:lt2>
        <a:srgbClr val="00A1E1"/>
      </a:lt2>
      <a:accent1>
        <a:srgbClr val="00A1E1"/>
      </a:accent1>
      <a:accent2>
        <a:srgbClr val="E6302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5070"/>
      </a:hlink>
      <a:folHlink>
        <a:srgbClr val="B71915"/>
      </a:folHlink>
    </a:clrScheme>
    <a:fontScheme name="Office - klassiek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ank.potx" id="{FE78AF9E-1AB3-4DE5-8CD0-D988B1503652}" vid="{0299882F-9587-401D-8510-F869907E3B09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7d0c749-f640-4ba0-9bd2-217a325c9ebf">
      <UserInfo>
        <DisplayName>Wiemer Kuik</DisplayName>
        <AccountId>26</AccountId>
        <AccountType/>
      </UserInfo>
      <UserInfo>
        <DisplayName>Josephine Aalbers</DisplayName>
        <AccountId>11</AccountId>
        <AccountType/>
      </UserInfo>
      <UserInfo>
        <DisplayName>Bart van Eijkelenburg</DisplayName>
        <AccountId>18</AccountId>
        <AccountType/>
      </UserInfo>
      <UserInfo>
        <DisplayName>André Donk</DisplayName>
        <AccountId>19</AccountId>
        <AccountType/>
      </UserInfo>
      <UserInfo>
        <DisplayName>Marco van den Boogaard</DisplayName>
        <AccountId>27</AccountId>
        <AccountType/>
      </UserInfo>
      <UserInfo>
        <DisplayName>Hans Bastiaan</DisplayName>
        <AccountId>23</AccountId>
        <AccountType/>
      </UserInfo>
      <UserInfo>
        <DisplayName>Harm Snippe</DisplayName>
        <AccountId>28</AccountId>
        <AccountType/>
      </UserInfo>
      <UserInfo>
        <DisplayName>Anita Grit</DisplayName>
        <AccountId>15</AccountId>
        <AccountType/>
      </UserInfo>
    </SharedWithUsers>
    <TaxCatchAll xmlns="07d0c749-f640-4ba0-9bd2-217a325c9ebf" xsi:nil="true"/>
    <lcf76f155ced4ddcb4097134ff3c332f xmlns="888bcc9c-f820-4294-8b7d-0478048b5a2c">
      <Terms xmlns="http://schemas.microsoft.com/office/infopath/2007/PartnerControls"/>
    </lcf76f155ced4ddcb4097134ff3c332f>
    <Toelichting xmlns="888bcc9c-f820-4294-8b7d-0478048b5a2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49E6E2572BD44F88B96BF7F9CDC608" ma:contentTypeVersion="15" ma:contentTypeDescription="Een nieuw document maken." ma:contentTypeScope="" ma:versionID="fd11b775fb86c8c462c74c0133beec95">
  <xsd:schema xmlns:xsd="http://www.w3.org/2001/XMLSchema" xmlns:xs="http://www.w3.org/2001/XMLSchema" xmlns:p="http://schemas.microsoft.com/office/2006/metadata/properties" xmlns:ns2="888bcc9c-f820-4294-8b7d-0478048b5a2c" xmlns:ns3="07d0c749-f640-4ba0-9bd2-217a325c9ebf" targetNamespace="http://schemas.microsoft.com/office/2006/metadata/properties" ma:root="true" ma:fieldsID="1fbf3a8eb1009328d8449f51586d7832" ns2:_="" ns3:_="">
    <xsd:import namespace="888bcc9c-f820-4294-8b7d-0478048b5a2c"/>
    <xsd:import namespace="07d0c749-f640-4ba0-9bd2-217a325c9e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Toelichting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8bcc9c-f820-4294-8b7d-0478048b5a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Afbeeldingtags" ma:readOnly="false" ma:fieldId="{5cf76f15-5ced-4ddc-b409-7134ff3c332f}" ma:taxonomyMulti="true" ma:sspId="9115ee84-c194-4add-8ddb-ad54b768e1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oelichting" ma:index="21" nillable="true" ma:displayName="Toelichting" ma:format="Dropdown" ma:internalName="Toelichting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d0c749-f640-4ba0-9bd2-217a325c9eb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317baab-c1a0-4730-81df-6a5155498baf}" ma:internalName="TaxCatchAll" ma:showField="CatchAllData" ma:web="07d0c749-f640-4ba0-9bd2-217a325c9e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86034F-07F4-4CE6-B21C-2C87F147607A}">
  <ds:schemaRefs>
    <ds:schemaRef ds:uri="07d0c749-f640-4ba0-9bd2-217a325c9ebf"/>
    <ds:schemaRef ds:uri="888bcc9c-f820-4294-8b7d-0478048b5a2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C0CA2D-79CB-489E-AC6F-6C095790BA2F}">
  <ds:schemaRefs>
    <ds:schemaRef ds:uri="07d0c749-f640-4ba0-9bd2-217a325c9ebf"/>
    <ds:schemaRef ds:uri="888bcc9c-f820-4294-8b7d-0478048b5a2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8536903-284F-4C8C-AAF3-197D4EF271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</TotalTime>
  <Words>8</Words>
  <Application>Microsoft Office PowerPoint</Application>
  <PresentationFormat>Diavoorstelling (16:9)</PresentationFormat>
  <Paragraphs>8</Paragraphs>
  <Slides>4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9" baseType="lpstr">
      <vt:lpstr>Arial</vt:lpstr>
      <vt:lpstr>Calibri</vt:lpstr>
      <vt:lpstr>Courier New</vt:lpstr>
      <vt:lpstr>Wingdings</vt:lpstr>
      <vt:lpstr>HU Breed</vt:lpstr>
      <vt:lpstr>Weekoverzicht Canvas</vt:lpstr>
      <vt:lpstr>Weekoverzicht</vt:lpstr>
      <vt:lpstr>Weekoverzicht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VICT-V1ASK-2018 Analytical Skills</dc:title>
  <dc:creator>Jan-Willem Lankhaar</dc:creator>
  <cp:lastModifiedBy>Anita Grit</cp:lastModifiedBy>
  <cp:revision>9</cp:revision>
  <dcterms:created xsi:type="dcterms:W3CDTF">2018-10-16T03:34:30Z</dcterms:created>
  <dcterms:modified xsi:type="dcterms:W3CDTF">2026-05-11T08:06:07Z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0x010100BF49E6E2572BD44F88B96BF7F9CDC608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bool>false</vt:bool>
  </property>
  <property fmtid="{D5CDD505-2E9C-101B-9397-08002B2CF9AE}" pid="9" name="MediaServiceImageTags">
    <vt:lpwstr/>
  </property>
</Properties>
</file>