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4" r:id="rId4"/>
  </p:sldMasterIdLst>
  <p:notesMasterIdLst>
    <p:notesMasterId r:id="rId12"/>
  </p:notesMasterIdLst>
  <p:handoutMasterIdLst>
    <p:handoutMasterId r:id="rId13"/>
  </p:handoutMasterIdLst>
  <p:sldIdLst>
    <p:sldId id="311" r:id="rId5"/>
    <p:sldId id="262" r:id="rId6"/>
    <p:sldId id="559" r:id="rId7"/>
    <p:sldId id="557" r:id="rId8"/>
    <p:sldId id="562" r:id="rId9"/>
    <p:sldId id="558" r:id="rId10"/>
    <p:sldId id="563" r:id="rId11"/>
  </p:sldIdLst>
  <p:sldSz cx="12192000" cy="6858000"/>
  <p:notesSz cx="6794500" cy="9982200"/>
  <p:defaultTextStyle>
    <a:defPPr>
      <a:defRPr lang="en-US"/>
    </a:defPPr>
    <a:lvl1pPr algn="l" rtl="0" fontAlgn="base">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sz="1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866" userDrawn="1">
          <p15:clr>
            <a:srgbClr val="A4A3A4"/>
          </p15:clr>
        </p15:guide>
        <p15:guide id="3" pos="3840" userDrawn="1">
          <p15:clr>
            <a:srgbClr val="A4A3A4"/>
          </p15:clr>
        </p15:guide>
        <p15:guide id="4" pos="635" userDrawn="1">
          <p15:clr>
            <a:srgbClr val="A4A3A4"/>
          </p15:clr>
        </p15:guide>
        <p15:guide id="5" pos="14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005A6F"/>
    <a:srgbClr val="ED0010"/>
    <a:srgbClr val="00ADCD"/>
    <a:srgbClr val="4497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94" autoAdjust="0"/>
    <p:restoredTop sz="54128" autoAdjust="0"/>
  </p:normalViewPr>
  <p:slideViewPr>
    <p:cSldViewPr>
      <p:cViewPr varScale="1">
        <p:scale>
          <a:sx n="45" d="100"/>
          <a:sy n="45" d="100"/>
        </p:scale>
        <p:origin x="106" y="48"/>
      </p:cViewPr>
      <p:guideLst>
        <p:guide orient="horz" pos="2160"/>
        <p:guide orient="horz" pos="866"/>
        <p:guide pos="3840"/>
        <p:guide pos="635"/>
        <p:guide pos="1481"/>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s Steigenga" userId="c6ad07b8-4588-4f17-840f-a3ad34330eb6" providerId="ADAL" clId="{413FE094-838A-4C59-8100-5AB5E825CBA6}"/>
    <pc:docChg chg="undo custSel addSld delSld modSld delSection modSection">
      <pc:chgData name="Roos Steigenga" userId="c6ad07b8-4588-4f17-840f-a3ad34330eb6" providerId="ADAL" clId="{413FE094-838A-4C59-8100-5AB5E825CBA6}" dt="2026-05-04T10:33:28.839" v="2704" actId="20577"/>
      <pc:docMkLst>
        <pc:docMk/>
      </pc:docMkLst>
      <pc:sldChg chg="modSp mod modNotesTx">
        <pc:chgData name="Roos Steigenga" userId="c6ad07b8-4588-4f17-840f-a3ad34330eb6" providerId="ADAL" clId="{413FE094-838A-4C59-8100-5AB5E825CBA6}" dt="2026-05-04T10:33:14.532" v="2700" actId="20577"/>
        <pc:sldMkLst>
          <pc:docMk/>
          <pc:sldMk cId="4047423071" sldId="262"/>
        </pc:sldMkLst>
        <pc:spChg chg="mod">
          <ac:chgData name="Roos Steigenga" userId="c6ad07b8-4588-4f17-840f-a3ad34330eb6" providerId="ADAL" clId="{413FE094-838A-4C59-8100-5AB5E825CBA6}" dt="2026-04-23T11:07:46.111" v="290" actId="20577"/>
          <ac:spMkLst>
            <pc:docMk/>
            <pc:sldMk cId="4047423071" sldId="262"/>
            <ac:spMk id="5" creationId="{5A69123A-09B4-446E-880A-671B0881A602}"/>
          </ac:spMkLst>
        </pc:spChg>
        <pc:spChg chg="mod">
          <ac:chgData name="Roos Steigenga" userId="c6ad07b8-4588-4f17-840f-a3ad34330eb6" providerId="ADAL" clId="{413FE094-838A-4C59-8100-5AB5E825CBA6}" dt="2026-05-04T10:33:14.532" v="2700" actId="20577"/>
          <ac:spMkLst>
            <pc:docMk/>
            <pc:sldMk cId="4047423071" sldId="262"/>
            <ac:spMk id="6" creationId="{7F8B8D0C-BF90-4B7F-AFD9-D312C8D2A7B9}"/>
          </ac:spMkLst>
        </pc:spChg>
        <pc:picChg chg="mod">
          <ac:chgData name="Roos Steigenga" userId="c6ad07b8-4588-4f17-840f-a3ad34330eb6" providerId="ADAL" clId="{413FE094-838A-4C59-8100-5AB5E825CBA6}" dt="2026-04-23T11:20:58.433" v="887" actId="14100"/>
          <ac:picMkLst>
            <pc:docMk/>
            <pc:sldMk cId="4047423071" sldId="262"/>
            <ac:picMk id="7" creationId="{C5C9246F-1432-47FC-A330-4635770CAA6A}"/>
          </ac:picMkLst>
        </pc:picChg>
      </pc:sldChg>
      <pc:sldChg chg="modSp mod modNotesTx">
        <pc:chgData name="Roos Steigenga" userId="c6ad07b8-4588-4f17-840f-a3ad34330eb6" providerId="ADAL" clId="{413FE094-838A-4C59-8100-5AB5E825CBA6}" dt="2026-05-04T07:26:17.880" v="2626" actId="20577"/>
        <pc:sldMkLst>
          <pc:docMk/>
          <pc:sldMk cId="1490028159" sldId="311"/>
        </pc:sldMkLst>
        <pc:spChg chg="mod">
          <ac:chgData name="Roos Steigenga" userId="c6ad07b8-4588-4f17-840f-a3ad34330eb6" providerId="ADAL" clId="{413FE094-838A-4C59-8100-5AB5E825CBA6}" dt="2026-05-04T07:25:25.513" v="2484" actId="20577"/>
          <ac:spMkLst>
            <pc:docMk/>
            <pc:sldMk cId="1490028159" sldId="311"/>
            <ac:spMk id="8" creationId="{2964A64A-324A-0347-9067-1916E2DEC92D}"/>
          </ac:spMkLst>
        </pc:spChg>
      </pc:sldChg>
      <pc:sldChg chg="modSp add mod modNotesTx">
        <pc:chgData name="Roos Steigenga" userId="c6ad07b8-4588-4f17-840f-a3ad34330eb6" providerId="ADAL" clId="{413FE094-838A-4C59-8100-5AB5E825CBA6}" dt="2026-05-04T10:33:23.466" v="2701" actId="313"/>
        <pc:sldMkLst>
          <pc:docMk/>
          <pc:sldMk cId="1121217387" sldId="557"/>
        </pc:sldMkLst>
        <pc:spChg chg="mod">
          <ac:chgData name="Roos Steigenga" userId="c6ad07b8-4588-4f17-840f-a3ad34330eb6" providerId="ADAL" clId="{413FE094-838A-4C59-8100-5AB5E825CBA6}" dt="2026-04-23T11:09:39.713" v="467" actId="20577"/>
          <ac:spMkLst>
            <pc:docMk/>
            <pc:sldMk cId="1121217387" sldId="557"/>
            <ac:spMk id="5" creationId="{ADDFBFE9-AC71-D834-6541-0DB82919EA4F}"/>
          </ac:spMkLst>
        </pc:spChg>
        <pc:spChg chg="mod">
          <ac:chgData name="Roos Steigenga" userId="c6ad07b8-4588-4f17-840f-a3ad34330eb6" providerId="ADAL" clId="{413FE094-838A-4C59-8100-5AB5E825CBA6}" dt="2026-05-04T10:33:23.466" v="2701" actId="313"/>
          <ac:spMkLst>
            <pc:docMk/>
            <pc:sldMk cId="1121217387" sldId="557"/>
            <ac:spMk id="6" creationId="{9FDE74DD-FEB7-B191-008D-3E74B587A252}"/>
          </ac:spMkLst>
        </pc:spChg>
        <pc:picChg chg="mod">
          <ac:chgData name="Roos Steigenga" userId="c6ad07b8-4588-4f17-840f-a3ad34330eb6" providerId="ADAL" clId="{413FE094-838A-4C59-8100-5AB5E825CBA6}" dt="2026-04-23T11:21:06.929" v="888" actId="14100"/>
          <ac:picMkLst>
            <pc:docMk/>
            <pc:sldMk cId="1121217387" sldId="557"/>
            <ac:picMk id="7" creationId="{865940DB-9F91-C525-E42B-737E00AC488B}"/>
          </ac:picMkLst>
        </pc:picChg>
      </pc:sldChg>
      <pc:sldChg chg="modSp add mod modNotesTx">
        <pc:chgData name="Roos Steigenga" userId="c6ad07b8-4588-4f17-840f-a3ad34330eb6" providerId="ADAL" clId="{413FE094-838A-4C59-8100-5AB5E825CBA6}" dt="2026-05-04T10:33:28.839" v="2704" actId="20577"/>
        <pc:sldMkLst>
          <pc:docMk/>
          <pc:sldMk cId="3505890319" sldId="558"/>
        </pc:sldMkLst>
        <pc:spChg chg="mod">
          <ac:chgData name="Roos Steigenga" userId="c6ad07b8-4588-4f17-840f-a3ad34330eb6" providerId="ADAL" clId="{413FE094-838A-4C59-8100-5AB5E825CBA6}" dt="2026-05-04T10:33:28.839" v="2704" actId="20577"/>
          <ac:spMkLst>
            <pc:docMk/>
            <pc:sldMk cId="3505890319" sldId="558"/>
            <ac:spMk id="5" creationId="{A9FE6BFD-760D-644F-8488-610402DBB7A0}"/>
          </ac:spMkLst>
        </pc:spChg>
        <pc:spChg chg="mod">
          <ac:chgData name="Roos Steigenga" userId="c6ad07b8-4588-4f17-840f-a3ad34330eb6" providerId="ADAL" clId="{413FE094-838A-4C59-8100-5AB5E825CBA6}" dt="2026-05-04T10:33:24.713" v="2702" actId="313"/>
          <ac:spMkLst>
            <pc:docMk/>
            <pc:sldMk cId="3505890319" sldId="558"/>
            <ac:spMk id="6" creationId="{296DCD74-B20F-2EB8-7453-5CEFAD045477}"/>
          </ac:spMkLst>
        </pc:spChg>
        <pc:picChg chg="mod">
          <ac:chgData name="Roos Steigenga" userId="c6ad07b8-4588-4f17-840f-a3ad34330eb6" providerId="ADAL" clId="{413FE094-838A-4C59-8100-5AB5E825CBA6}" dt="2026-04-23T11:21:16.924" v="907" actId="14100"/>
          <ac:picMkLst>
            <pc:docMk/>
            <pc:sldMk cId="3505890319" sldId="558"/>
            <ac:picMk id="7" creationId="{64AFF942-6DDA-F8A8-BA16-C0A832D9B61D}"/>
          </ac:picMkLst>
        </pc:picChg>
      </pc:sldChg>
      <pc:sldChg chg="modSp add mod modNotesTx">
        <pc:chgData name="Roos Steigenga" userId="c6ad07b8-4588-4f17-840f-a3ad34330eb6" providerId="ADAL" clId="{413FE094-838A-4C59-8100-5AB5E825CBA6}" dt="2026-04-23T12:32:35.121" v="2468" actId="27636"/>
        <pc:sldMkLst>
          <pc:docMk/>
          <pc:sldMk cId="3775721862" sldId="559"/>
        </pc:sldMkLst>
        <pc:spChg chg="mod">
          <ac:chgData name="Roos Steigenga" userId="c6ad07b8-4588-4f17-840f-a3ad34330eb6" providerId="ADAL" clId="{413FE094-838A-4C59-8100-5AB5E825CBA6}" dt="2026-04-23T12:22:57.516" v="941" actId="20577"/>
          <ac:spMkLst>
            <pc:docMk/>
            <pc:sldMk cId="3775721862" sldId="559"/>
            <ac:spMk id="5" creationId="{0F02239D-C7D7-C2AB-3852-C00A8BBDF55E}"/>
          </ac:spMkLst>
        </pc:spChg>
        <pc:spChg chg="mod">
          <ac:chgData name="Roos Steigenga" userId="c6ad07b8-4588-4f17-840f-a3ad34330eb6" providerId="ADAL" clId="{413FE094-838A-4C59-8100-5AB5E825CBA6}" dt="2026-04-23T12:32:35.121" v="2468" actId="27636"/>
          <ac:spMkLst>
            <pc:docMk/>
            <pc:sldMk cId="3775721862" sldId="559"/>
            <ac:spMk id="6" creationId="{D78B5D05-ABBD-F9E7-138C-BB5DFE7E3EB2}"/>
          </ac:spMkLst>
        </pc:spChg>
      </pc:sldChg>
      <pc:sldChg chg="modSp add mod">
        <pc:chgData name="Roos Steigenga" userId="c6ad07b8-4588-4f17-840f-a3ad34330eb6" providerId="ADAL" clId="{413FE094-838A-4C59-8100-5AB5E825CBA6}" dt="2026-04-23T12:32:41.871" v="2470" actId="27636"/>
        <pc:sldMkLst>
          <pc:docMk/>
          <pc:sldMk cId="270565976" sldId="562"/>
        </pc:sldMkLst>
        <pc:spChg chg="mod">
          <ac:chgData name="Roos Steigenga" userId="c6ad07b8-4588-4f17-840f-a3ad34330eb6" providerId="ADAL" clId="{413FE094-838A-4C59-8100-5AB5E825CBA6}" dt="2026-04-23T12:32:41.871" v="2470" actId="27636"/>
          <ac:spMkLst>
            <pc:docMk/>
            <pc:sldMk cId="270565976" sldId="562"/>
            <ac:spMk id="6" creationId="{999ABBC8-7107-502B-5EDA-36AAFD566F3D}"/>
          </ac:spMkLst>
        </pc:spChg>
      </pc:sldChg>
      <pc:sldChg chg="modSp add mod">
        <pc:chgData name="Roos Steigenga" userId="c6ad07b8-4588-4f17-840f-a3ad34330eb6" providerId="ADAL" clId="{413FE094-838A-4C59-8100-5AB5E825CBA6}" dt="2026-04-23T12:32:46.039" v="2472" actId="27636"/>
        <pc:sldMkLst>
          <pc:docMk/>
          <pc:sldMk cId="3312188465" sldId="563"/>
        </pc:sldMkLst>
        <pc:spChg chg="mod">
          <ac:chgData name="Roos Steigenga" userId="c6ad07b8-4588-4f17-840f-a3ad34330eb6" providerId="ADAL" clId="{413FE094-838A-4C59-8100-5AB5E825CBA6}" dt="2026-04-23T12:32:46.039" v="2472" actId="27636"/>
          <ac:spMkLst>
            <pc:docMk/>
            <pc:sldMk cId="3312188465" sldId="563"/>
            <ac:spMk id="6" creationId="{66484602-8E57-7054-A6FC-16B1A63E4BB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smtClean="0">
                <a:latin typeface="Arial" charset="0"/>
                <a:ea typeface="ＭＳ Ｐゴシック" charset="0"/>
              </a:defRPr>
            </a:lvl1pPr>
          </a:lstStyle>
          <a:p>
            <a:pPr>
              <a:defRPr/>
            </a:pPr>
            <a:r>
              <a:rPr lang="en-US"/>
              <a:t>TCIF-V2DS-16 Datascience</a:t>
            </a:r>
          </a:p>
        </p:txBody>
      </p:sp>
      <p:sp>
        <p:nvSpPr>
          <p:cNvPr id="51203" name="Rectangle 3"/>
          <p:cNvSpPr>
            <a:spLocks noGrp="1" noChangeArrowheads="1"/>
          </p:cNvSpPr>
          <p:nvPr>
            <p:ph type="dt" sz="quarter" idx="1"/>
          </p:nvPr>
        </p:nvSpPr>
        <p:spPr bwMode="auto">
          <a:xfrm>
            <a:off x="3848645" y="0"/>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vl1pPr>
          </a:lstStyle>
          <a:p>
            <a:fld id="{0B12D154-6756-477F-ACF6-75A5A1CA1461}" type="datetime1">
              <a:rPr lang="nl-NL" altLang="nl-NL" smtClean="0"/>
              <a:t>4-5-2026</a:t>
            </a:fld>
            <a:endParaRPr lang="en-US" altLang="nl-NL"/>
          </a:p>
        </p:txBody>
      </p:sp>
      <p:sp>
        <p:nvSpPr>
          <p:cNvPr id="51204" name="Rectangle 4"/>
          <p:cNvSpPr>
            <a:spLocks noGrp="1" noChangeArrowheads="1"/>
          </p:cNvSpPr>
          <p:nvPr>
            <p:ph type="ftr" sz="quarter" idx="2"/>
          </p:nvPr>
        </p:nvSpPr>
        <p:spPr bwMode="auto">
          <a:xfrm>
            <a:off x="0" y="9481358"/>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smtClean="0">
                <a:latin typeface="Arial" charset="0"/>
                <a:ea typeface="ＭＳ Ｐゴシック" charset="0"/>
              </a:defRPr>
            </a:lvl1pPr>
          </a:lstStyle>
          <a:p>
            <a:pPr>
              <a:defRPr/>
            </a:pPr>
            <a:r>
              <a:rPr lang="en-US"/>
              <a:t>HBO-ICT - SIE</a:t>
            </a:r>
          </a:p>
        </p:txBody>
      </p:sp>
      <p:sp>
        <p:nvSpPr>
          <p:cNvPr id="51205" name="Rectangle 5"/>
          <p:cNvSpPr>
            <a:spLocks noGrp="1" noChangeArrowheads="1"/>
          </p:cNvSpPr>
          <p:nvPr>
            <p:ph type="sldNum" sz="quarter" idx="3"/>
          </p:nvPr>
        </p:nvSpPr>
        <p:spPr bwMode="auto">
          <a:xfrm>
            <a:off x="3848645" y="9481358"/>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80582700-5991-49A4-A0D5-6241D3A3416A}" type="slidenum">
              <a:rPr lang="en-US" altLang="nl-NL"/>
              <a:pPr/>
              <a:t>‹#›</a:t>
            </a:fld>
            <a:endParaRPr lang="en-US" altLang="nl-NL"/>
          </a:p>
        </p:txBody>
      </p:sp>
    </p:spTree>
    <p:extLst>
      <p:ext uri="{BB962C8B-B14F-4D97-AF65-F5344CB8AC3E}">
        <p14:creationId xmlns:p14="http://schemas.microsoft.com/office/powerpoint/2010/main" val="376525756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smtClean="0">
                <a:latin typeface="Arial" charset="0"/>
                <a:ea typeface="ＭＳ Ｐゴシック" charset="0"/>
              </a:defRPr>
            </a:lvl1pPr>
          </a:lstStyle>
          <a:p>
            <a:pPr>
              <a:defRPr/>
            </a:pPr>
            <a:r>
              <a:rPr lang="en-US"/>
              <a:t>TCIF-V2DS-16 Datascience</a:t>
            </a:r>
          </a:p>
        </p:txBody>
      </p:sp>
      <p:sp>
        <p:nvSpPr>
          <p:cNvPr id="50179" name="Rectangle 3"/>
          <p:cNvSpPr>
            <a:spLocks noGrp="1" noChangeArrowheads="1"/>
          </p:cNvSpPr>
          <p:nvPr>
            <p:ph type="dt" idx="1"/>
          </p:nvPr>
        </p:nvSpPr>
        <p:spPr bwMode="auto">
          <a:xfrm>
            <a:off x="3848645" y="0"/>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vl1pPr>
          </a:lstStyle>
          <a:p>
            <a:fld id="{2802B35E-981B-4772-B04D-75CC2431A8B0}" type="datetime1">
              <a:rPr lang="nl-NL" altLang="nl-NL" smtClean="0"/>
              <a:t>4-5-2026</a:t>
            </a:fld>
            <a:endParaRPr lang="en-US" altLang="nl-NL"/>
          </a:p>
        </p:txBody>
      </p:sp>
      <p:sp>
        <p:nvSpPr>
          <p:cNvPr id="50180" name="Rectangle 4"/>
          <p:cNvSpPr>
            <a:spLocks noGrp="1" noRot="1" noChangeAspect="1" noChangeArrowheads="1" noTextEdit="1"/>
          </p:cNvSpPr>
          <p:nvPr>
            <p:ph type="sldImg" idx="2"/>
          </p:nvPr>
        </p:nvSpPr>
        <p:spPr bwMode="auto">
          <a:xfrm>
            <a:off x="69850" y="749300"/>
            <a:ext cx="6654800" cy="3743325"/>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50181" name="Rectangle 5"/>
          <p:cNvSpPr>
            <a:spLocks noGrp="1" noChangeArrowheads="1"/>
          </p:cNvSpPr>
          <p:nvPr>
            <p:ph type="body" sz="quarter" idx="3"/>
          </p:nvPr>
        </p:nvSpPr>
        <p:spPr bwMode="auto">
          <a:xfrm>
            <a:off x="679450" y="4741545"/>
            <a:ext cx="5435600" cy="44919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title style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0182" name="Rectangle 6"/>
          <p:cNvSpPr>
            <a:spLocks noGrp="1" noChangeArrowheads="1"/>
          </p:cNvSpPr>
          <p:nvPr>
            <p:ph type="ftr" sz="quarter" idx="4"/>
          </p:nvPr>
        </p:nvSpPr>
        <p:spPr bwMode="auto">
          <a:xfrm>
            <a:off x="0" y="9481358"/>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smtClean="0">
                <a:latin typeface="Arial" charset="0"/>
                <a:ea typeface="ＭＳ Ｐゴシック" charset="0"/>
              </a:defRPr>
            </a:lvl1pPr>
          </a:lstStyle>
          <a:p>
            <a:pPr>
              <a:defRPr/>
            </a:pPr>
            <a:r>
              <a:rPr lang="en-US"/>
              <a:t>HBO-ICT - SIE</a:t>
            </a:r>
          </a:p>
        </p:txBody>
      </p:sp>
      <p:sp>
        <p:nvSpPr>
          <p:cNvPr id="50183" name="Rectangle 7"/>
          <p:cNvSpPr>
            <a:spLocks noGrp="1" noChangeArrowheads="1"/>
          </p:cNvSpPr>
          <p:nvPr>
            <p:ph type="sldNum" sz="quarter" idx="5"/>
          </p:nvPr>
        </p:nvSpPr>
        <p:spPr bwMode="auto">
          <a:xfrm>
            <a:off x="3848645" y="9481358"/>
            <a:ext cx="2944283" cy="499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BB22E908-7DBC-4D32-B654-1FA166BAB2FA}" type="slidenum">
              <a:rPr lang="en-US" altLang="nl-NL"/>
              <a:pPr/>
              <a:t>‹#›</a:t>
            </a:fld>
            <a:endParaRPr lang="en-US" altLang="nl-NL"/>
          </a:p>
        </p:txBody>
      </p:sp>
    </p:spTree>
    <p:extLst>
      <p:ext uri="{BB962C8B-B14F-4D97-AF65-F5344CB8AC3E}">
        <p14:creationId xmlns:p14="http://schemas.microsoft.com/office/powerpoint/2010/main" val="19079461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Introductie</a:t>
            </a:r>
            <a:r>
              <a:rPr lang="en-US" dirty="0"/>
              <a:t> </a:t>
            </a:r>
            <a:r>
              <a:rPr lang="en-US" b="1" dirty="0"/>
              <a:t>meld </a:t>
            </a:r>
            <a:r>
              <a:rPr lang="en-US" b="1" dirty="0" err="1"/>
              <a:t>dit</a:t>
            </a:r>
            <a:r>
              <a:rPr lang="en-US" b="1" dirty="0"/>
              <a:t> </a:t>
            </a:r>
            <a:r>
              <a:rPr lang="en-US" b="1" dirty="0" err="1"/>
              <a:t>aan</a:t>
            </a:r>
            <a:r>
              <a:rPr lang="en-US" b="1" dirty="0"/>
              <a:t> de </a:t>
            </a:r>
            <a:r>
              <a:rPr lang="en-US" b="1" dirty="0" err="1"/>
              <a:t>studenten</a:t>
            </a:r>
            <a:r>
              <a:rPr lang="en-US" b="0" dirty="0"/>
              <a:t>: je </a:t>
            </a:r>
            <a:r>
              <a:rPr lang="en-US" b="0" dirty="0" err="1"/>
              <a:t>verwerkt</a:t>
            </a:r>
            <a:r>
              <a:rPr lang="en-US" b="0" dirty="0"/>
              <a:t> de </a:t>
            </a:r>
            <a:r>
              <a:rPr lang="en-US" b="0" dirty="0" err="1"/>
              <a:t>opgedane</a:t>
            </a:r>
            <a:r>
              <a:rPr lang="en-US" b="0" dirty="0"/>
              <a:t> </a:t>
            </a:r>
            <a:r>
              <a:rPr lang="en-US" b="0" dirty="0" err="1"/>
              <a:t>kennis</a:t>
            </a:r>
            <a:r>
              <a:rPr lang="en-US" b="0" dirty="0"/>
              <a:t> in de </a:t>
            </a:r>
            <a:r>
              <a:rPr lang="en-US" b="0" dirty="0" err="1"/>
              <a:t>oriëntatieopdracht</a:t>
            </a:r>
            <a:endParaRPr lang="nl-NL" dirty="0"/>
          </a:p>
        </p:txBody>
      </p:sp>
      <p:sp>
        <p:nvSpPr>
          <p:cNvPr id="4" name="Slide Number Placeholder 3"/>
          <p:cNvSpPr>
            <a:spLocks noGrp="1"/>
          </p:cNvSpPr>
          <p:nvPr>
            <p:ph type="sldNum" sz="quarter" idx="10"/>
          </p:nvPr>
        </p:nvSpPr>
        <p:spPr/>
        <p:txBody>
          <a:bodyPr/>
          <a:lstStyle/>
          <a:p>
            <a:fld id="{87861974-9E8E-6746-92D0-7BB71B3C7E10}" type="slidenum">
              <a:rPr lang="en-US" smtClean="0"/>
              <a:pPr/>
              <a:t>1</a:t>
            </a:fld>
            <a:endParaRPr lang="en-US"/>
          </a:p>
        </p:txBody>
      </p:sp>
    </p:spTree>
    <p:extLst>
      <p:ext uri="{BB962C8B-B14F-4D97-AF65-F5344CB8AC3E}">
        <p14:creationId xmlns:p14="http://schemas.microsoft.com/office/powerpoint/2010/main" val="962725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LET OP: pak de juiste slide erbij</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a:t>
            </a: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endParaRPr lang="nl-NL" dirty="0"/>
          </a:p>
        </p:txBody>
      </p:sp>
      <p:sp>
        <p:nvSpPr>
          <p:cNvPr id="4" name="Tijdelijke aanduiding voor dianummer 3"/>
          <p:cNvSpPr>
            <a:spLocks noGrp="1"/>
          </p:cNvSpPr>
          <p:nvPr>
            <p:ph type="sldNum" sz="quarter" idx="5"/>
          </p:nvPr>
        </p:nvSpPr>
        <p:spPr/>
        <p:txBody>
          <a:bodyPr/>
          <a:lstStyle/>
          <a:p>
            <a:fld id="{25AFEC66-6BFA-9A4F-8C14-93D2FB19A680}" type="slidenum">
              <a:rPr lang="nl-NL" smtClean="0"/>
              <a:t>2</a:t>
            </a:fld>
            <a:endParaRPr lang="nl-NL"/>
          </a:p>
        </p:txBody>
      </p:sp>
    </p:spTree>
    <p:extLst>
      <p:ext uri="{BB962C8B-B14F-4D97-AF65-F5344CB8AC3E}">
        <p14:creationId xmlns:p14="http://schemas.microsoft.com/office/powerpoint/2010/main" val="327537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C500-2903-0325-6E1B-786E347901C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96523C7-02E7-0555-A649-31E0F26952D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D258A2E-954A-C84B-740D-FAB979F85086}"/>
              </a:ext>
            </a:extLst>
          </p:cNvPr>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Benodigdheden:</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Geeltjes</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Pennen</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per groep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p>
          <a:p>
            <a:endParaRPr lang="nl-NL" sz="1200"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Plan B vragen bedenken:</a:t>
            </a:r>
          </a:p>
          <a:p>
            <a:r>
              <a:rPr lang="nl-NL" sz="1200" kern="1200" dirty="0">
                <a:solidFill>
                  <a:schemeClr val="tx1"/>
                </a:solidFill>
                <a:effectLst/>
                <a:latin typeface="Arial" charset="0"/>
                <a:ea typeface="MS PGothic" panose="020B0600070205080204" pitchFamily="34" charset="-128"/>
                <a:cs typeface="+mn-cs"/>
              </a:rPr>
              <a:t>Stel dat dit niet werkt, of er is weinig opkomst:</a:t>
            </a:r>
            <a:br>
              <a:rPr lang="nl-NL" sz="1200" kern="1200" dirty="0">
                <a:solidFill>
                  <a:schemeClr val="tx1"/>
                </a:solidFill>
                <a:effectLst/>
                <a:latin typeface="Arial" charset="0"/>
                <a:ea typeface="MS PGothic" panose="020B0600070205080204" pitchFamily="34" charset="-128"/>
                <a:cs typeface="+mn-cs"/>
              </a:rPr>
            </a:br>
            <a:r>
              <a:rPr lang="nl-NL" sz="1200" kern="1200" dirty="0">
                <a:solidFill>
                  <a:schemeClr val="tx1"/>
                </a:solidFill>
                <a:effectLst/>
                <a:latin typeface="Arial" charset="0"/>
                <a:ea typeface="MS PGothic" panose="020B0600070205080204" pitchFamily="34" charset="-128"/>
                <a:cs typeface="+mn-cs"/>
              </a:rPr>
              <a:t>Zorg dat er 5 tafels zijn voor elke afstudeerrichting. Alle studenten lopen door elkaar en schrijven vragen op geeltjes en plakken deze bij de juiste tafel. Vervolgens proberen we duplicaten eruit te halen, zodat er minimaal 3 inhoudelijke vragen overblijven.</a:t>
            </a:r>
            <a:endParaRPr lang="nl-NL" dirty="0"/>
          </a:p>
        </p:txBody>
      </p:sp>
      <p:sp>
        <p:nvSpPr>
          <p:cNvPr id="4" name="Tijdelijke aanduiding voor dianummer 3">
            <a:extLst>
              <a:ext uri="{FF2B5EF4-FFF2-40B4-BE49-F238E27FC236}">
                <a16:creationId xmlns:a16="http://schemas.microsoft.com/office/drawing/2014/main" id="{75B829E3-1928-854F-B502-1D223BED961B}"/>
              </a:ext>
            </a:extLst>
          </p:cNvPr>
          <p:cNvSpPr>
            <a:spLocks noGrp="1"/>
          </p:cNvSpPr>
          <p:nvPr>
            <p:ph type="sldNum" sz="quarter" idx="5"/>
          </p:nvPr>
        </p:nvSpPr>
        <p:spPr/>
        <p:txBody>
          <a:bodyPr/>
          <a:lstStyle/>
          <a:p>
            <a:fld id="{25AFEC66-6BFA-9A4F-8C14-93D2FB19A680}" type="slidenum">
              <a:rPr lang="nl-NL" smtClean="0"/>
              <a:t>3</a:t>
            </a:fld>
            <a:endParaRPr lang="nl-NL"/>
          </a:p>
        </p:txBody>
      </p:sp>
    </p:spTree>
    <p:extLst>
      <p:ext uri="{BB962C8B-B14F-4D97-AF65-F5344CB8AC3E}">
        <p14:creationId xmlns:p14="http://schemas.microsoft.com/office/powerpoint/2010/main" val="1149635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99BBE-318F-9E1B-A4A6-72B3DC2BB28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111552B-8F8C-E158-066C-D5A3FAD07CF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9AFB2A6-8D51-002C-E4F1-EF9A8083AE6E}"/>
              </a:ext>
            </a:extLst>
          </p:cNvPr>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LET OP: pak de juiste slide erbij</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a:t>
            </a: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endParaRPr lang="nl-NL" dirty="0"/>
          </a:p>
          <a:p>
            <a:endParaRPr lang="nl-NL" dirty="0"/>
          </a:p>
        </p:txBody>
      </p:sp>
      <p:sp>
        <p:nvSpPr>
          <p:cNvPr id="4" name="Tijdelijke aanduiding voor dianummer 3">
            <a:extLst>
              <a:ext uri="{FF2B5EF4-FFF2-40B4-BE49-F238E27FC236}">
                <a16:creationId xmlns:a16="http://schemas.microsoft.com/office/drawing/2014/main" id="{9AD69308-2E2F-7C7B-F7CA-97A376CFE4D4}"/>
              </a:ext>
            </a:extLst>
          </p:cNvPr>
          <p:cNvSpPr>
            <a:spLocks noGrp="1"/>
          </p:cNvSpPr>
          <p:nvPr>
            <p:ph type="sldNum" sz="quarter" idx="5"/>
          </p:nvPr>
        </p:nvSpPr>
        <p:spPr/>
        <p:txBody>
          <a:bodyPr/>
          <a:lstStyle/>
          <a:p>
            <a:fld id="{25AFEC66-6BFA-9A4F-8C14-93D2FB19A680}" type="slidenum">
              <a:rPr lang="nl-NL" smtClean="0"/>
              <a:t>4</a:t>
            </a:fld>
            <a:endParaRPr lang="nl-NL"/>
          </a:p>
        </p:txBody>
      </p:sp>
    </p:spTree>
    <p:extLst>
      <p:ext uri="{BB962C8B-B14F-4D97-AF65-F5344CB8AC3E}">
        <p14:creationId xmlns:p14="http://schemas.microsoft.com/office/powerpoint/2010/main" val="4031699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97BF5-D209-34A5-1C44-88B056CB38B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86384B0-08B1-AFE2-45B0-C7D1E07C0D0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8DAE27F-BF0D-9399-BDAE-734A48D39021}"/>
              </a:ext>
            </a:extLst>
          </p:cNvPr>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Benodigdheden:</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Geeltjes</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Pennen</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per groep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p>
          <a:p>
            <a:endParaRPr lang="nl-NL" sz="1200"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Plan B vragen bedenken:</a:t>
            </a:r>
          </a:p>
          <a:p>
            <a:r>
              <a:rPr lang="nl-NL" sz="1200" kern="1200" dirty="0">
                <a:solidFill>
                  <a:schemeClr val="tx1"/>
                </a:solidFill>
                <a:effectLst/>
                <a:latin typeface="Arial" charset="0"/>
                <a:ea typeface="MS PGothic" panose="020B0600070205080204" pitchFamily="34" charset="-128"/>
                <a:cs typeface="+mn-cs"/>
              </a:rPr>
              <a:t>Stel dat dit niet werkt, of er is weinig opkomst:</a:t>
            </a:r>
            <a:br>
              <a:rPr lang="nl-NL" sz="1200" kern="1200" dirty="0">
                <a:solidFill>
                  <a:schemeClr val="tx1"/>
                </a:solidFill>
                <a:effectLst/>
                <a:latin typeface="Arial" charset="0"/>
                <a:ea typeface="MS PGothic" panose="020B0600070205080204" pitchFamily="34" charset="-128"/>
                <a:cs typeface="+mn-cs"/>
              </a:rPr>
            </a:br>
            <a:r>
              <a:rPr lang="nl-NL" sz="1200" kern="1200" dirty="0">
                <a:solidFill>
                  <a:schemeClr val="tx1"/>
                </a:solidFill>
                <a:effectLst/>
                <a:latin typeface="Arial" charset="0"/>
                <a:ea typeface="MS PGothic" panose="020B0600070205080204" pitchFamily="34" charset="-128"/>
                <a:cs typeface="+mn-cs"/>
              </a:rPr>
              <a:t>Zorg dat er 5 tafels zijn voor elke afstudeerrichting. Alle studenten lopen door elkaar en schrijven vragen op geeltjes en plakken deze bij de juiste tafel. Vervolgens proberen we duplicaten eruit te halen, zodat er minimaal 3 inhoudelijke vragen overblijven.</a:t>
            </a:r>
            <a:endParaRPr lang="nl-NL" dirty="0"/>
          </a:p>
        </p:txBody>
      </p:sp>
      <p:sp>
        <p:nvSpPr>
          <p:cNvPr id="4" name="Tijdelijke aanduiding voor dianummer 3">
            <a:extLst>
              <a:ext uri="{FF2B5EF4-FFF2-40B4-BE49-F238E27FC236}">
                <a16:creationId xmlns:a16="http://schemas.microsoft.com/office/drawing/2014/main" id="{B02AAFA9-2E79-BCED-D158-0120C458DF51}"/>
              </a:ext>
            </a:extLst>
          </p:cNvPr>
          <p:cNvSpPr>
            <a:spLocks noGrp="1"/>
          </p:cNvSpPr>
          <p:nvPr>
            <p:ph type="sldNum" sz="quarter" idx="5"/>
          </p:nvPr>
        </p:nvSpPr>
        <p:spPr/>
        <p:txBody>
          <a:bodyPr/>
          <a:lstStyle/>
          <a:p>
            <a:fld id="{25AFEC66-6BFA-9A4F-8C14-93D2FB19A680}" type="slidenum">
              <a:rPr lang="nl-NL" smtClean="0"/>
              <a:t>5</a:t>
            </a:fld>
            <a:endParaRPr lang="nl-NL"/>
          </a:p>
        </p:txBody>
      </p:sp>
    </p:spTree>
    <p:extLst>
      <p:ext uri="{BB962C8B-B14F-4D97-AF65-F5344CB8AC3E}">
        <p14:creationId xmlns:p14="http://schemas.microsoft.com/office/powerpoint/2010/main" val="2641633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E9D74-7A39-5E78-D07D-9BB8EF92AC8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6FEF0C5-A148-A849-28C5-4772C23B6AF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DA65D7C-AAF2-FB83-F17E-76470A5B9D37}"/>
              </a:ext>
            </a:extLst>
          </p:cNvPr>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LET OP: pak de juiste slide erbij</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a:t>
            </a: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endParaRPr lang="nl-NL" dirty="0"/>
          </a:p>
          <a:p>
            <a:endParaRPr lang="nl-NL" dirty="0"/>
          </a:p>
        </p:txBody>
      </p:sp>
      <p:sp>
        <p:nvSpPr>
          <p:cNvPr id="4" name="Tijdelijke aanduiding voor dianummer 3">
            <a:extLst>
              <a:ext uri="{FF2B5EF4-FFF2-40B4-BE49-F238E27FC236}">
                <a16:creationId xmlns:a16="http://schemas.microsoft.com/office/drawing/2014/main" id="{82546A6B-7AB6-9E2D-1A81-E9D11695FC49}"/>
              </a:ext>
            </a:extLst>
          </p:cNvPr>
          <p:cNvSpPr>
            <a:spLocks noGrp="1"/>
          </p:cNvSpPr>
          <p:nvPr>
            <p:ph type="sldNum" sz="quarter" idx="5"/>
          </p:nvPr>
        </p:nvSpPr>
        <p:spPr/>
        <p:txBody>
          <a:bodyPr/>
          <a:lstStyle/>
          <a:p>
            <a:fld id="{25AFEC66-6BFA-9A4F-8C14-93D2FB19A680}" type="slidenum">
              <a:rPr lang="nl-NL" smtClean="0"/>
              <a:t>6</a:t>
            </a:fld>
            <a:endParaRPr lang="nl-NL"/>
          </a:p>
        </p:txBody>
      </p:sp>
    </p:spTree>
    <p:extLst>
      <p:ext uri="{BB962C8B-B14F-4D97-AF65-F5344CB8AC3E}">
        <p14:creationId xmlns:p14="http://schemas.microsoft.com/office/powerpoint/2010/main" val="570305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F02A-6A7A-3102-6925-31BEADDCDDB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C62D217-EEB9-C05D-4814-8A02FB38E14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ED46C0A-E405-7E9B-39FA-55AC557AC9B5}"/>
              </a:ext>
            </a:extLst>
          </p:cNvPr>
          <p:cNvSpPr>
            <a:spLocks noGrp="1"/>
          </p:cNvSpPr>
          <p:nvPr>
            <p:ph type="body" idx="1"/>
          </p:nvPr>
        </p:nvSpPr>
        <p:spPr/>
        <p:txBody>
          <a:bodyPr/>
          <a:lstStyle/>
          <a:p>
            <a:r>
              <a:rPr lang="nl-NL" sz="1200" b="1" kern="1200" dirty="0">
                <a:solidFill>
                  <a:schemeClr val="tx1"/>
                </a:solidFill>
                <a:effectLst/>
                <a:latin typeface="Arial" charset="0"/>
                <a:ea typeface="MS PGothic" panose="020B0600070205080204" pitchFamily="34" charset="-128"/>
                <a:cs typeface="+mn-cs"/>
              </a:rPr>
              <a:t>Benodigdheden:</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Geeltjes</a:t>
            </a:r>
          </a:p>
          <a:p>
            <a:pPr marL="171450" indent="-171450">
              <a:buFontTx/>
              <a:buChar char="-"/>
            </a:pPr>
            <a:r>
              <a:rPr lang="nl-NL" sz="1200" b="1" kern="1200" dirty="0">
                <a:solidFill>
                  <a:schemeClr val="tx1"/>
                </a:solidFill>
                <a:effectLst/>
                <a:latin typeface="Arial" charset="0"/>
                <a:ea typeface="MS PGothic" panose="020B0600070205080204" pitchFamily="34" charset="-128"/>
                <a:cs typeface="+mn-cs"/>
              </a:rPr>
              <a:t>Pennen</a:t>
            </a:r>
          </a:p>
          <a:p>
            <a:endParaRPr lang="nl-NL" sz="1200" b="1"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Vragen bedenken</a:t>
            </a:r>
            <a:endParaRPr lang="nl-NL" sz="1200" b="0" kern="1200" dirty="0">
              <a:solidFill>
                <a:schemeClr val="tx1"/>
              </a:solidFill>
              <a:effectLst/>
              <a:latin typeface="Arial" charset="0"/>
              <a:ea typeface="MS PGothic" panose="020B0600070205080204" pitchFamily="34" charset="-128"/>
              <a:cs typeface="+mn-cs"/>
            </a:endParaRPr>
          </a:p>
          <a:p>
            <a:r>
              <a:rPr lang="nl-NL" sz="1200" kern="1200" dirty="0">
                <a:solidFill>
                  <a:schemeClr val="tx1"/>
                </a:solidFill>
                <a:effectLst/>
                <a:latin typeface="Arial" charset="0"/>
                <a:ea typeface="MS PGothic" panose="020B0600070205080204" pitchFamily="34" charset="-128"/>
                <a:cs typeface="+mn-cs"/>
              </a:rPr>
              <a:t>Studenten gaan met de experts van de groepjes per richting bij elkaar zitten en bedenken minimaal 3 vragen voor de desbetreffende afstudeerrichting. Als er een vraag is voor een andere afstudeerrichting dan waar je in zit mag deze aan die richting gegeven worden.</a:t>
            </a:r>
          </a:p>
          <a:p>
            <a:r>
              <a:rPr lang="nl-NL" sz="1200" kern="1200" dirty="0">
                <a:solidFill>
                  <a:schemeClr val="tx1"/>
                </a:solidFill>
                <a:effectLst/>
                <a:latin typeface="Arial" charset="0"/>
                <a:ea typeface="MS PGothic" panose="020B0600070205080204" pitchFamily="34" charset="-128"/>
                <a:cs typeface="+mn-cs"/>
              </a:rPr>
              <a:t>Probeer per groep de vragen te categoriseren</a:t>
            </a:r>
          </a:p>
          <a:p>
            <a:r>
              <a:rPr lang="nl-NL" sz="1200" kern="1200" dirty="0">
                <a:solidFill>
                  <a:schemeClr val="tx1"/>
                </a:solidFill>
                <a:effectLst/>
                <a:latin typeface="Arial" charset="0"/>
                <a:ea typeface="MS PGothic" panose="020B0600070205080204" pitchFamily="34" charset="-128"/>
                <a:cs typeface="+mn-cs"/>
              </a:rPr>
              <a:t>Elk groepje is verantwoordelijk voor de vragen van een richting.</a:t>
            </a:r>
          </a:p>
          <a:p>
            <a:r>
              <a:rPr lang="nl-NL" sz="1200" kern="1200" dirty="0">
                <a:solidFill>
                  <a:schemeClr val="tx1"/>
                </a:solidFill>
                <a:effectLst/>
                <a:latin typeface="Arial" charset="0"/>
                <a:ea typeface="MS PGothic" panose="020B0600070205080204" pitchFamily="34" charset="-128"/>
                <a:cs typeface="+mn-cs"/>
              </a:rPr>
              <a:t>Studenten mogen natuurlijk ook spontaan vragen stellen.</a:t>
            </a:r>
          </a:p>
          <a:p>
            <a:endParaRPr lang="nl-NL" sz="1200" kern="1200" dirty="0">
              <a:solidFill>
                <a:schemeClr val="tx1"/>
              </a:solidFill>
              <a:effectLst/>
              <a:latin typeface="Arial" charset="0"/>
              <a:ea typeface="MS PGothic" panose="020B0600070205080204" pitchFamily="34" charset="-128"/>
              <a:cs typeface="+mn-cs"/>
            </a:endParaRPr>
          </a:p>
          <a:p>
            <a:r>
              <a:rPr lang="nl-NL" sz="1200" b="1" kern="1200" dirty="0">
                <a:solidFill>
                  <a:schemeClr val="tx1"/>
                </a:solidFill>
                <a:effectLst/>
                <a:latin typeface="Arial" charset="0"/>
                <a:ea typeface="MS PGothic" panose="020B0600070205080204" pitchFamily="34" charset="-128"/>
                <a:cs typeface="+mn-cs"/>
              </a:rPr>
              <a:t>Plan B vragen bedenken:</a:t>
            </a:r>
          </a:p>
          <a:p>
            <a:r>
              <a:rPr lang="nl-NL" sz="1200" kern="1200" dirty="0">
                <a:solidFill>
                  <a:schemeClr val="tx1"/>
                </a:solidFill>
                <a:effectLst/>
                <a:latin typeface="Arial" charset="0"/>
                <a:ea typeface="MS PGothic" panose="020B0600070205080204" pitchFamily="34" charset="-128"/>
                <a:cs typeface="+mn-cs"/>
              </a:rPr>
              <a:t>Stel dat dit niet werkt, of er is weinig opkomst:</a:t>
            </a:r>
            <a:br>
              <a:rPr lang="nl-NL" sz="1200" kern="1200" dirty="0">
                <a:solidFill>
                  <a:schemeClr val="tx1"/>
                </a:solidFill>
                <a:effectLst/>
                <a:latin typeface="Arial" charset="0"/>
                <a:ea typeface="MS PGothic" panose="020B0600070205080204" pitchFamily="34" charset="-128"/>
                <a:cs typeface="+mn-cs"/>
              </a:rPr>
            </a:br>
            <a:r>
              <a:rPr lang="nl-NL" sz="1200" kern="1200" dirty="0">
                <a:solidFill>
                  <a:schemeClr val="tx1"/>
                </a:solidFill>
                <a:effectLst/>
                <a:latin typeface="Arial" charset="0"/>
                <a:ea typeface="MS PGothic" panose="020B0600070205080204" pitchFamily="34" charset="-128"/>
                <a:cs typeface="+mn-cs"/>
              </a:rPr>
              <a:t>Zorg dat er 5 tafels zijn voor elke afstudeerrichting. Alle studenten lopen door elkaar en schrijven vragen op geeltjes en plakken deze bij de juiste tafel. Vervolgens proberen we duplicaten eruit te halen, zodat er minimaal 3 inhoudelijke vragen overblijven.</a:t>
            </a:r>
            <a:endParaRPr lang="nl-NL" dirty="0"/>
          </a:p>
        </p:txBody>
      </p:sp>
      <p:sp>
        <p:nvSpPr>
          <p:cNvPr id="4" name="Tijdelijke aanduiding voor dianummer 3">
            <a:extLst>
              <a:ext uri="{FF2B5EF4-FFF2-40B4-BE49-F238E27FC236}">
                <a16:creationId xmlns:a16="http://schemas.microsoft.com/office/drawing/2014/main" id="{31C5C5AB-4B98-FD6B-30D6-EE5D379E627C}"/>
              </a:ext>
            </a:extLst>
          </p:cNvPr>
          <p:cNvSpPr>
            <a:spLocks noGrp="1"/>
          </p:cNvSpPr>
          <p:nvPr>
            <p:ph type="sldNum" sz="quarter" idx="5"/>
          </p:nvPr>
        </p:nvSpPr>
        <p:spPr/>
        <p:txBody>
          <a:bodyPr/>
          <a:lstStyle/>
          <a:p>
            <a:fld id="{25AFEC66-6BFA-9A4F-8C14-93D2FB19A680}" type="slidenum">
              <a:rPr lang="nl-NL" smtClean="0"/>
              <a:t>7</a:t>
            </a:fld>
            <a:endParaRPr lang="nl-NL"/>
          </a:p>
        </p:txBody>
      </p:sp>
    </p:spTree>
    <p:extLst>
      <p:ext uri="{BB962C8B-B14F-4D97-AF65-F5344CB8AC3E}">
        <p14:creationId xmlns:p14="http://schemas.microsoft.com/office/powerpoint/2010/main" val="2474999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6FBE2429-3394-4D2F-AD24-5EABA86125D2}"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971549" y="1797051"/>
            <a:ext cx="4800000" cy="40809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inhoud 15">
            <a:extLst>
              <a:ext uri="{FF2B5EF4-FFF2-40B4-BE49-F238E27FC236}">
                <a16:creationId xmlns:a16="http://schemas.microsoft.com/office/drawing/2014/main" id="{4FC9E3EF-B5D6-4148-81B7-175C3D016450}"/>
              </a:ext>
            </a:extLst>
          </p:cNvPr>
          <p:cNvSpPr>
            <a:spLocks noGrp="1"/>
          </p:cNvSpPr>
          <p:nvPr>
            <p:ph sz="quarter" idx="16"/>
          </p:nvPr>
        </p:nvSpPr>
        <p:spPr>
          <a:xfrm>
            <a:off x="6096001" y="1797051"/>
            <a:ext cx="4800600" cy="40809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2336169181"/>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C64382B0-5218-4485-9784-F5CE4DEC3F99}"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971552" y="1797051"/>
            <a:ext cx="9925049" cy="40809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181403808"/>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0F344198-347E-4968-8A5E-24FAF398C80A}"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971549" y="2499784"/>
            <a:ext cx="4800000" cy="33782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inhoud 15">
            <a:extLst>
              <a:ext uri="{FF2B5EF4-FFF2-40B4-BE49-F238E27FC236}">
                <a16:creationId xmlns:a16="http://schemas.microsoft.com/office/drawing/2014/main" id="{4FC9E3EF-B5D6-4148-81B7-175C3D016450}"/>
              </a:ext>
            </a:extLst>
          </p:cNvPr>
          <p:cNvSpPr>
            <a:spLocks noGrp="1"/>
          </p:cNvSpPr>
          <p:nvPr>
            <p:ph sz="quarter" idx="16"/>
          </p:nvPr>
        </p:nvSpPr>
        <p:spPr>
          <a:xfrm>
            <a:off x="6096001" y="2499784"/>
            <a:ext cx="4800601" cy="33782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3" name="Tijdelijke aanduiding voor tekst 2">
            <a:extLst>
              <a:ext uri="{FF2B5EF4-FFF2-40B4-BE49-F238E27FC236}">
                <a16:creationId xmlns:a16="http://schemas.microsoft.com/office/drawing/2014/main" id="{C6EDF895-B7D1-4441-89CE-FC604E2C61AD}"/>
              </a:ext>
            </a:extLst>
          </p:cNvPr>
          <p:cNvSpPr>
            <a:spLocks noGrp="1"/>
          </p:cNvSpPr>
          <p:nvPr>
            <p:ph type="body" sz="quarter" idx="17"/>
          </p:nvPr>
        </p:nvSpPr>
        <p:spPr>
          <a:xfrm>
            <a:off x="971549" y="1678517"/>
            <a:ext cx="4800000" cy="793749"/>
          </a:xfrm>
        </p:spPr>
        <p:txBody>
          <a:bodyPr/>
          <a:lstStyle>
            <a:lvl1pPr marL="0" indent="0">
              <a:buNone/>
              <a:defRPr b="1"/>
            </a:lvl1pPr>
          </a:lstStyle>
          <a:p>
            <a:pPr lvl="0"/>
            <a:r>
              <a:rPr lang="nl-NL"/>
              <a:t>Klikken om de tekststijl van het model te bewerken</a:t>
            </a:r>
          </a:p>
        </p:txBody>
      </p:sp>
      <p:sp>
        <p:nvSpPr>
          <p:cNvPr id="15" name="Tijdelijke aanduiding voor tekst 2">
            <a:extLst>
              <a:ext uri="{FF2B5EF4-FFF2-40B4-BE49-F238E27FC236}">
                <a16:creationId xmlns:a16="http://schemas.microsoft.com/office/drawing/2014/main" id="{18D6D157-830E-472B-A8A5-982AAFED6519}"/>
              </a:ext>
            </a:extLst>
          </p:cNvPr>
          <p:cNvSpPr>
            <a:spLocks noGrp="1"/>
          </p:cNvSpPr>
          <p:nvPr>
            <p:ph type="body" sz="quarter" idx="18"/>
          </p:nvPr>
        </p:nvSpPr>
        <p:spPr>
          <a:xfrm>
            <a:off x="6095398" y="1678517"/>
            <a:ext cx="4800601" cy="793749"/>
          </a:xfrm>
        </p:spPr>
        <p:txBody>
          <a:bodyPr/>
          <a:lstStyle>
            <a:lvl1pPr marL="0" indent="0">
              <a:buNone/>
              <a:defRPr b="1"/>
            </a:lvl1pPr>
          </a:lstStyle>
          <a:p>
            <a:pPr lvl="0"/>
            <a:r>
              <a:rPr lang="nl-NL"/>
              <a:t>Klikken om de tekststijl van het model te bewerken</a:t>
            </a:r>
          </a:p>
        </p:txBody>
      </p:sp>
    </p:spTree>
    <p:extLst>
      <p:ext uri="{BB962C8B-B14F-4D97-AF65-F5344CB8AC3E}">
        <p14:creationId xmlns:p14="http://schemas.microsoft.com/office/powerpoint/2010/main" val="398765632"/>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efening">
    <p:spTree>
      <p:nvGrpSpPr>
        <p:cNvPr id="1" name=""/>
        <p:cNvGrpSpPr/>
        <p:nvPr/>
      </p:nvGrpSpPr>
      <p:grpSpPr>
        <a:xfrm>
          <a:off x="0" y="0"/>
          <a:ext cx="0" cy="0"/>
          <a:chOff x="0" y="0"/>
          <a:chExt cx="0" cy="0"/>
        </a:xfrm>
      </p:grpSpPr>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E0F52BC7-4251-4386-84EB-B9E3042EAC7A}"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971552" y="1797051"/>
            <a:ext cx="9925049" cy="40809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pic>
        <p:nvPicPr>
          <p:cNvPr id="7" name="Pictogram">
            <a:extLst>
              <a:ext uri="{FF2B5EF4-FFF2-40B4-BE49-F238E27FC236}">
                <a16:creationId xmlns:a16="http://schemas.microsoft.com/office/drawing/2014/main" id="{6BB6BD9F-BBC2-4C62-B72A-1D9C3C2DC9B6}"/>
              </a:ext>
            </a:extLst>
          </p:cNvPr>
          <p:cNvPicPr>
            <a:picLocks noChangeAspect="1"/>
          </p:cNvPicPr>
          <p:nvPr userDrawn="1"/>
        </p:nvPicPr>
        <p:blipFill>
          <a:blip r:embed="rId2"/>
          <a:stretch>
            <a:fillRect/>
          </a:stretch>
        </p:blipFill>
        <p:spPr>
          <a:xfrm>
            <a:off x="11013001" y="576852"/>
            <a:ext cx="927419" cy="924845"/>
          </a:xfrm>
          <a:prstGeom prst="rect">
            <a:avLst/>
          </a:prstGeom>
        </p:spPr>
      </p:pic>
    </p:spTree>
    <p:extLst>
      <p:ext uri="{BB962C8B-B14F-4D97-AF65-F5344CB8AC3E}">
        <p14:creationId xmlns:p14="http://schemas.microsoft.com/office/powerpoint/2010/main" val="3775461516"/>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efening uitwerkin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A09D2FD6-A4EA-47AF-92F4-E02146872DB1}"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
        <p:nvSpPr>
          <p:cNvPr id="16" name="Tijdelijke aanduiding voor inhoud 15">
            <a:extLst>
              <a:ext uri="{FF2B5EF4-FFF2-40B4-BE49-F238E27FC236}">
                <a16:creationId xmlns:a16="http://schemas.microsoft.com/office/drawing/2014/main" id="{95EAD7FD-9E2E-446E-ABC5-913951BAF344}"/>
              </a:ext>
            </a:extLst>
          </p:cNvPr>
          <p:cNvSpPr>
            <a:spLocks noGrp="1"/>
          </p:cNvSpPr>
          <p:nvPr>
            <p:ph sz="quarter" idx="15"/>
          </p:nvPr>
        </p:nvSpPr>
        <p:spPr>
          <a:xfrm>
            <a:off x="971552" y="1797051"/>
            <a:ext cx="9925049" cy="40809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pic>
        <p:nvPicPr>
          <p:cNvPr id="8" name="Picture 7">
            <a:extLst>
              <a:ext uri="{FF2B5EF4-FFF2-40B4-BE49-F238E27FC236}">
                <a16:creationId xmlns:a16="http://schemas.microsoft.com/office/drawing/2014/main" id="{176CBBC2-229A-4179-BF74-E29AAD55A4BA}"/>
              </a:ext>
            </a:extLst>
          </p:cNvPr>
          <p:cNvPicPr>
            <a:picLocks noChangeAspect="1"/>
          </p:cNvPicPr>
          <p:nvPr userDrawn="1"/>
        </p:nvPicPr>
        <p:blipFill>
          <a:blip r:embed="rId2"/>
          <a:stretch>
            <a:fillRect/>
          </a:stretch>
        </p:blipFill>
        <p:spPr>
          <a:xfrm>
            <a:off x="10856687" y="469147"/>
            <a:ext cx="1083733" cy="1032551"/>
          </a:xfrm>
          <a:prstGeom prst="rect">
            <a:avLst/>
          </a:prstGeom>
        </p:spPr>
      </p:pic>
    </p:spTree>
    <p:extLst>
      <p:ext uri="{BB962C8B-B14F-4D97-AF65-F5344CB8AC3E}">
        <p14:creationId xmlns:p14="http://schemas.microsoft.com/office/powerpoint/2010/main" val="1867337500"/>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4D4BE46-82C7-48CE-BFD3-54BCCDB005B1}"/>
              </a:ext>
            </a:extLst>
          </p:cNvPr>
          <p:cNvSpPr>
            <a:spLocks noGrp="1"/>
          </p:cNvSpPr>
          <p:nvPr>
            <p:ph type="title"/>
          </p:nvPr>
        </p:nvSpPr>
        <p:spPr>
          <a:xfrm>
            <a:off x="972072" y="325969"/>
            <a:ext cx="9924529" cy="1325033"/>
          </a:xfrm>
        </p:spPr>
        <p:txBody>
          <a:bodyPr/>
          <a:lstStyle/>
          <a:p>
            <a:r>
              <a:rPr lang="nl-NL"/>
              <a:t>Klik om stijl te bewerken</a:t>
            </a:r>
          </a:p>
        </p:txBody>
      </p:sp>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1F2FEB28-E807-40A4-9055-525CD06B5082}"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2783638787"/>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11" name="Tijdelijke aanduiding voor datum 10">
            <a:extLst>
              <a:ext uri="{FF2B5EF4-FFF2-40B4-BE49-F238E27FC236}">
                <a16:creationId xmlns:a16="http://schemas.microsoft.com/office/drawing/2014/main" id="{7D7E7F37-22C8-429B-BAD4-57F0735174CA}"/>
              </a:ext>
            </a:extLst>
          </p:cNvPr>
          <p:cNvSpPr>
            <a:spLocks noGrp="1"/>
          </p:cNvSpPr>
          <p:nvPr>
            <p:ph type="dt" sz="half" idx="12"/>
          </p:nvPr>
        </p:nvSpPr>
        <p:spPr>
          <a:xfrm>
            <a:off x="9812867" y="6356351"/>
            <a:ext cx="1083733" cy="366183"/>
          </a:xfrm>
        </p:spPr>
        <p:txBody>
          <a:bodyPr/>
          <a:lstStyle/>
          <a:p>
            <a:fld id="{AE9478F3-55F5-463C-8DD4-17D1FC1FACF4}" type="datetime1">
              <a:rPr lang="en-US" smtClean="0"/>
              <a:t>5/4/2026</a:t>
            </a:fld>
            <a:endParaRPr lang="nl-NL"/>
          </a:p>
        </p:txBody>
      </p:sp>
      <p:sp>
        <p:nvSpPr>
          <p:cNvPr id="12" name="Tijdelijke aanduiding voor voettekst 11">
            <a:extLst>
              <a:ext uri="{FF2B5EF4-FFF2-40B4-BE49-F238E27FC236}">
                <a16:creationId xmlns:a16="http://schemas.microsoft.com/office/drawing/2014/main" id="{0CB7902A-6436-4E71-9CC0-B50585D9A0B7}"/>
              </a:ext>
            </a:extLst>
          </p:cNvPr>
          <p:cNvSpPr>
            <a:spLocks noGrp="1"/>
          </p:cNvSpPr>
          <p:nvPr>
            <p:ph type="ftr" sz="quarter" idx="13"/>
          </p:nvPr>
        </p:nvSpPr>
        <p:spPr>
          <a:xfrm>
            <a:off x="1677819" y="6356351"/>
            <a:ext cx="7992535" cy="366183"/>
          </a:xfrm>
        </p:spPr>
        <p:txBody>
          <a:bodyPr/>
          <a:lstStyle/>
          <a:p>
            <a:r>
              <a:rPr lang="sv-SE" dirty="0"/>
              <a:t>Analytical Skills – Les 1: Getallen</a:t>
            </a:r>
            <a:endParaRPr lang="nl-NL" dirty="0"/>
          </a:p>
        </p:txBody>
      </p:sp>
      <p:sp>
        <p:nvSpPr>
          <p:cNvPr id="14" name="Tijdelijke aanduiding voor dianummer 13">
            <a:extLst>
              <a:ext uri="{FF2B5EF4-FFF2-40B4-BE49-F238E27FC236}">
                <a16:creationId xmlns:a16="http://schemas.microsoft.com/office/drawing/2014/main" id="{DB56C006-F6E0-4E00-9F80-9566D353EA4E}"/>
              </a:ext>
            </a:extLst>
          </p:cNvPr>
          <p:cNvSpPr>
            <a:spLocks noGrp="1"/>
          </p:cNvSpPr>
          <p:nvPr>
            <p:ph type="sldNum" sz="quarter" idx="14"/>
          </p:nvPr>
        </p:nvSpPr>
        <p:spPr>
          <a:xfrm>
            <a:off x="972071" y="6356351"/>
            <a:ext cx="601133" cy="366183"/>
          </a:xfrm>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1018692394"/>
      </p:ext>
    </p:extLst>
  </p:cSld>
  <p:clrMapOvr>
    <a:masterClrMapping/>
  </p:clrMapOvr>
  <p:extLst>
    <p:ext uri="{DCECCB84-F9BA-43D5-87BE-67443E8EF086}">
      <p15:sldGuideLst xmlns:p15="http://schemas.microsoft.com/office/powerpoint/2012/main">
        <p15:guide id="1" pos="45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oorblad">
    <p:spTree>
      <p:nvGrpSpPr>
        <p:cNvPr id="1" name=""/>
        <p:cNvGrpSpPr/>
        <p:nvPr/>
      </p:nvGrpSpPr>
      <p:grpSpPr>
        <a:xfrm>
          <a:off x="0" y="0"/>
          <a:ext cx="0" cy="0"/>
          <a:chOff x="0" y="0"/>
          <a:chExt cx="0" cy="0"/>
        </a:xfrm>
      </p:grpSpPr>
      <p:sp>
        <p:nvSpPr>
          <p:cNvPr id="4" name="Achtergrond"/>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9" name="Dianummer">
            <a:extLst>
              <a:ext uri="{FF2B5EF4-FFF2-40B4-BE49-F238E27FC236}">
                <a16:creationId xmlns:a16="http://schemas.microsoft.com/office/drawing/2014/main" id="{26848480-8112-419D-B34B-C11933364B34}"/>
              </a:ext>
            </a:extLst>
          </p:cNvPr>
          <p:cNvSpPr>
            <a:spLocks noGrp="1"/>
          </p:cNvSpPr>
          <p:nvPr>
            <p:ph type="sldNum" sz="quarter" idx="13"/>
          </p:nvPr>
        </p:nvSpPr>
        <p:spPr>
          <a:xfrm>
            <a:off x="705536" y="5899151"/>
            <a:ext cx="1056000" cy="366183"/>
          </a:xfrm>
        </p:spPr>
        <p:txBody>
          <a:bodyPr/>
          <a:lstStyle>
            <a:lvl1pPr>
              <a:defRPr>
                <a:solidFill>
                  <a:schemeClr val="bg1"/>
                </a:solidFill>
              </a:defRPr>
            </a:lvl1pPr>
          </a:lstStyle>
          <a:p>
            <a:fld id="{82F1406F-2017-4431-B79A-7DFC81A4E36B}" type="slidenum">
              <a:rPr lang="nl-NL" smtClean="0"/>
              <a:pPr/>
              <a:t>‹#›</a:t>
            </a:fld>
            <a:endParaRPr lang="nl-NL"/>
          </a:p>
        </p:txBody>
      </p:sp>
      <p:sp>
        <p:nvSpPr>
          <p:cNvPr id="8" name="Voettekst">
            <a:extLst>
              <a:ext uri="{FF2B5EF4-FFF2-40B4-BE49-F238E27FC236}">
                <a16:creationId xmlns:a16="http://schemas.microsoft.com/office/drawing/2014/main" id="{6D2DF633-EA52-45A8-879B-C026C255004A}"/>
              </a:ext>
            </a:extLst>
          </p:cNvPr>
          <p:cNvSpPr>
            <a:spLocks noGrp="1"/>
          </p:cNvSpPr>
          <p:nvPr>
            <p:ph type="ftr" sz="quarter" idx="12"/>
          </p:nvPr>
        </p:nvSpPr>
        <p:spPr>
          <a:xfrm>
            <a:off x="2159000" y="5899151"/>
            <a:ext cx="6192000" cy="366183"/>
          </a:xfrm>
        </p:spPr>
        <p:txBody>
          <a:bodyPr/>
          <a:lstStyle>
            <a:lvl1pPr>
              <a:defRPr>
                <a:solidFill>
                  <a:schemeClr val="bg1"/>
                </a:solidFill>
              </a:defRPr>
            </a:lvl1pPr>
          </a:lstStyle>
          <a:p>
            <a:r>
              <a:rPr lang="sv-SE" dirty="0"/>
              <a:t>Analytical Skills – Les 1: Getallen</a:t>
            </a:r>
            <a:endParaRPr lang="nl-NL" dirty="0"/>
          </a:p>
        </p:txBody>
      </p:sp>
      <p:sp>
        <p:nvSpPr>
          <p:cNvPr id="3" name="Datum">
            <a:extLst>
              <a:ext uri="{FF2B5EF4-FFF2-40B4-BE49-F238E27FC236}">
                <a16:creationId xmlns:a16="http://schemas.microsoft.com/office/drawing/2014/main" id="{E77EF371-812E-477A-8EE0-D26B8676C7A8}"/>
              </a:ext>
            </a:extLst>
          </p:cNvPr>
          <p:cNvSpPr>
            <a:spLocks noGrp="1"/>
          </p:cNvSpPr>
          <p:nvPr>
            <p:ph type="dt" sz="half" idx="11"/>
          </p:nvPr>
        </p:nvSpPr>
        <p:spPr>
          <a:xfrm>
            <a:off x="8625536" y="5899151"/>
            <a:ext cx="1680000" cy="366183"/>
          </a:xfrm>
        </p:spPr>
        <p:txBody>
          <a:bodyPr/>
          <a:lstStyle>
            <a:lvl1pPr>
              <a:defRPr>
                <a:solidFill>
                  <a:schemeClr val="bg1"/>
                </a:solidFill>
              </a:defRPr>
            </a:lvl1pPr>
          </a:lstStyle>
          <a:p>
            <a:fld id="{D1E44E4F-F209-4BD9-8EDA-84907311B367}" type="datetime1">
              <a:rPr lang="en-US" smtClean="0"/>
              <a:t>5/4/2026</a:t>
            </a:fld>
            <a:endParaRPr lang="nl-NL"/>
          </a:p>
        </p:txBody>
      </p:sp>
      <p:pic>
        <p:nvPicPr>
          <p:cNvPr id="6" name="Logo" descr="hu voluit.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5536" y="915007"/>
            <a:ext cx="4031973" cy="984615"/>
          </a:xfrm>
          <a:prstGeom prst="rect">
            <a:avLst/>
          </a:prstGeom>
        </p:spPr>
      </p:pic>
      <p:sp>
        <p:nvSpPr>
          <p:cNvPr id="7" name="Ondertitel">
            <a:extLst>
              <a:ext uri="{FF2B5EF4-FFF2-40B4-BE49-F238E27FC236}">
                <a16:creationId xmlns:a16="http://schemas.microsoft.com/office/drawing/2014/main" id="{5A67F249-E426-4913-A7A1-0DC6C47F6A5A}"/>
              </a:ext>
            </a:extLst>
          </p:cNvPr>
          <p:cNvSpPr>
            <a:spLocks noGrp="1"/>
          </p:cNvSpPr>
          <p:nvPr>
            <p:ph type="body" sz="quarter" idx="10" hasCustomPrompt="1"/>
          </p:nvPr>
        </p:nvSpPr>
        <p:spPr>
          <a:xfrm>
            <a:off x="704336" y="3613526"/>
            <a:ext cx="9601200" cy="1234017"/>
          </a:xfrm>
          <a:prstGeom prst="rect">
            <a:avLst/>
          </a:prstGeom>
        </p:spPr>
        <p:txBody>
          <a:bodyPr/>
          <a:lstStyle>
            <a:lvl1pPr marL="0" indent="0">
              <a:buNone/>
              <a:defRPr sz="373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a:t>Ondertitel</a:t>
            </a:r>
          </a:p>
        </p:txBody>
      </p:sp>
      <p:sp>
        <p:nvSpPr>
          <p:cNvPr id="2" name="Titel">
            <a:extLst>
              <a:ext uri="{FF2B5EF4-FFF2-40B4-BE49-F238E27FC236}">
                <a16:creationId xmlns:a16="http://schemas.microsoft.com/office/drawing/2014/main" id="{18F44797-10EF-4356-B568-4F79B1B93404}"/>
              </a:ext>
            </a:extLst>
          </p:cNvPr>
          <p:cNvSpPr>
            <a:spLocks noGrp="1"/>
          </p:cNvSpPr>
          <p:nvPr>
            <p:ph type="title"/>
          </p:nvPr>
        </p:nvSpPr>
        <p:spPr>
          <a:xfrm>
            <a:off x="705536" y="2813448"/>
            <a:ext cx="9600000" cy="615553"/>
          </a:xfrm>
          <a:prstGeom prst="rect">
            <a:avLst/>
          </a:prstGeom>
        </p:spPr>
        <p:txBody>
          <a:bodyPr/>
          <a:lstStyle>
            <a:lvl1pPr>
              <a:defRPr sz="4267">
                <a:solidFill>
                  <a:schemeClr val="bg1"/>
                </a:solidFill>
              </a:defRPr>
            </a:lvl1pPr>
          </a:lstStyle>
          <a:p>
            <a:r>
              <a:rPr lang="nl-NL"/>
              <a:t>Klik om stijl te bewerken</a:t>
            </a:r>
          </a:p>
        </p:txBody>
      </p:sp>
    </p:spTree>
    <p:extLst>
      <p:ext uri="{BB962C8B-B14F-4D97-AF65-F5344CB8AC3E}">
        <p14:creationId xmlns:p14="http://schemas.microsoft.com/office/powerpoint/2010/main" val="264804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evoorblad">
    <p:spTree>
      <p:nvGrpSpPr>
        <p:cNvPr id="1" name=""/>
        <p:cNvGrpSpPr/>
        <p:nvPr/>
      </p:nvGrpSpPr>
      <p:grpSpPr>
        <a:xfrm>
          <a:off x="0" y="0"/>
          <a:ext cx="0" cy="0"/>
          <a:chOff x="0" y="0"/>
          <a:chExt cx="0" cy="0"/>
        </a:xfrm>
      </p:grpSpPr>
      <p:sp>
        <p:nvSpPr>
          <p:cNvPr id="7" name="Achtergrond"/>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2" name="Datum">
            <a:extLst>
              <a:ext uri="{FF2B5EF4-FFF2-40B4-BE49-F238E27FC236}">
                <a16:creationId xmlns:a16="http://schemas.microsoft.com/office/drawing/2014/main" id="{10927F8C-5A80-4319-BDBF-9A3AB0138747}"/>
              </a:ext>
            </a:extLst>
          </p:cNvPr>
          <p:cNvSpPr>
            <a:spLocks noGrp="1"/>
          </p:cNvSpPr>
          <p:nvPr>
            <p:ph type="dt" sz="half" idx="12"/>
          </p:nvPr>
        </p:nvSpPr>
        <p:spPr>
          <a:xfrm>
            <a:off x="9517030" y="6356351"/>
            <a:ext cx="1083733" cy="366183"/>
          </a:xfrm>
        </p:spPr>
        <p:txBody>
          <a:bodyPr/>
          <a:lstStyle>
            <a:lvl1pPr>
              <a:defRPr>
                <a:solidFill>
                  <a:schemeClr val="bg1"/>
                </a:solidFill>
              </a:defRPr>
            </a:lvl1pPr>
          </a:lstStyle>
          <a:p>
            <a:fld id="{52DBBD6E-4801-4C8F-8ED0-C2AF858A61AA}" type="datetime1">
              <a:rPr lang="en-US" smtClean="0"/>
              <a:t>5/4/2026</a:t>
            </a:fld>
            <a:endParaRPr lang="nl-NL"/>
          </a:p>
        </p:txBody>
      </p:sp>
      <p:sp>
        <p:nvSpPr>
          <p:cNvPr id="3" name="Voettekst">
            <a:extLst>
              <a:ext uri="{FF2B5EF4-FFF2-40B4-BE49-F238E27FC236}">
                <a16:creationId xmlns:a16="http://schemas.microsoft.com/office/drawing/2014/main" id="{490227BA-4906-4781-8AD2-5643A020889C}"/>
              </a:ext>
            </a:extLst>
          </p:cNvPr>
          <p:cNvSpPr>
            <a:spLocks noGrp="1"/>
          </p:cNvSpPr>
          <p:nvPr>
            <p:ph type="ftr" sz="quarter" idx="13"/>
          </p:nvPr>
        </p:nvSpPr>
        <p:spPr>
          <a:xfrm>
            <a:off x="1900967" y="6356351"/>
            <a:ext cx="7412368" cy="366184"/>
          </a:xfrm>
        </p:spPr>
        <p:txBody>
          <a:bodyPr/>
          <a:lstStyle>
            <a:lvl1pPr>
              <a:defRPr>
                <a:solidFill>
                  <a:schemeClr val="bg1"/>
                </a:solidFill>
              </a:defRPr>
            </a:lvl1pPr>
          </a:lstStyle>
          <a:p>
            <a:r>
              <a:rPr lang="sv-SE" dirty="0"/>
              <a:t>Analytical Skills – Les 1: Getallen</a:t>
            </a:r>
            <a:endParaRPr lang="nl-NL" dirty="0"/>
          </a:p>
        </p:txBody>
      </p:sp>
      <p:sp>
        <p:nvSpPr>
          <p:cNvPr id="4" name="Dianummer">
            <a:extLst>
              <a:ext uri="{FF2B5EF4-FFF2-40B4-BE49-F238E27FC236}">
                <a16:creationId xmlns:a16="http://schemas.microsoft.com/office/drawing/2014/main" id="{1A1E9383-ECE6-4B18-8D0E-B56E4972407C}"/>
              </a:ext>
            </a:extLst>
          </p:cNvPr>
          <p:cNvSpPr>
            <a:spLocks noGrp="1"/>
          </p:cNvSpPr>
          <p:nvPr>
            <p:ph type="sldNum" sz="quarter" idx="14"/>
          </p:nvPr>
        </p:nvSpPr>
        <p:spPr>
          <a:xfrm>
            <a:off x="1007534" y="6356351"/>
            <a:ext cx="601133" cy="366183"/>
          </a:xfrm>
        </p:spPr>
        <p:txBody>
          <a:bodyPr/>
          <a:lstStyle>
            <a:lvl1pPr>
              <a:defRPr>
                <a:solidFill>
                  <a:schemeClr val="bg1"/>
                </a:solidFill>
              </a:defRPr>
            </a:lvl1pPr>
          </a:lstStyle>
          <a:p>
            <a:fld id="{82F1406F-2017-4431-B79A-7DFC81A4E36B}" type="slidenum">
              <a:rPr lang="nl-NL" smtClean="0"/>
              <a:pPr/>
              <a:t>‹#›</a:t>
            </a:fld>
            <a:endParaRPr lang="nl-NL"/>
          </a:p>
        </p:txBody>
      </p:sp>
      <p:pic>
        <p:nvPicPr>
          <p:cNvPr id="9" name="Logo"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52151" y="375143"/>
            <a:ext cx="876300" cy="1328455"/>
          </a:xfrm>
          <a:prstGeom prst="rect">
            <a:avLst/>
          </a:prstGeom>
        </p:spPr>
      </p:pic>
      <p:sp>
        <p:nvSpPr>
          <p:cNvPr id="11" name="Titeldecoratie"/>
          <p:cNvSpPr/>
          <p:nvPr userDrawn="1"/>
        </p:nvSpPr>
        <p:spPr>
          <a:xfrm>
            <a:off x="705523" y="4640332"/>
            <a:ext cx="144000" cy="97695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13" name="Ondertitel">
            <a:extLst>
              <a:ext uri="{FF2B5EF4-FFF2-40B4-BE49-F238E27FC236}">
                <a16:creationId xmlns:a16="http://schemas.microsoft.com/office/drawing/2014/main" id="{3C731FDD-BD4E-40B2-B5C7-E1DB10585B5B}"/>
              </a:ext>
            </a:extLst>
          </p:cNvPr>
          <p:cNvSpPr>
            <a:spLocks noGrp="1"/>
          </p:cNvSpPr>
          <p:nvPr>
            <p:ph type="body" sz="quarter" idx="11" hasCustomPrompt="1"/>
          </p:nvPr>
        </p:nvSpPr>
        <p:spPr>
          <a:xfrm>
            <a:off x="1001184" y="5213003"/>
            <a:ext cx="9599083" cy="975784"/>
          </a:xfrm>
          <a:prstGeom prst="rect">
            <a:avLst/>
          </a:prstGeom>
        </p:spPr>
        <p:txBody>
          <a:bodyPr/>
          <a:lstStyle>
            <a:lvl1pPr marL="0" indent="0">
              <a:buNone/>
              <a:defRPr sz="3733">
                <a:solidFill>
                  <a:schemeClr val="bg1"/>
                </a:solidFill>
              </a:defRPr>
            </a:lvl1pPr>
          </a:lstStyle>
          <a:p>
            <a:pPr lvl="0"/>
            <a:r>
              <a:rPr lang="nl-NL"/>
              <a:t>Ondertitel</a:t>
            </a:r>
          </a:p>
        </p:txBody>
      </p:sp>
      <p:sp>
        <p:nvSpPr>
          <p:cNvPr id="6" name="Titel"/>
          <p:cNvSpPr>
            <a:spLocks noGrp="1"/>
          </p:cNvSpPr>
          <p:nvPr>
            <p:ph type="title"/>
          </p:nvPr>
        </p:nvSpPr>
        <p:spPr>
          <a:xfrm>
            <a:off x="1000763" y="4444657"/>
            <a:ext cx="9600000" cy="615553"/>
          </a:xfrm>
          <a:prstGeom prst="rect">
            <a:avLst/>
          </a:prstGeom>
        </p:spPr>
        <p:txBody>
          <a:bodyPr/>
          <a:lstStyle>
            <a:lvl1pPr>
              <a:defRPr>
                <a:solidFill>
                  <a:schemeClr val="bg1"/>
                </a:solidFill>
              </a:defRPr>
            </a:lvl1pPr>
          </a:lstStyle>
          <a:p>
            <a:r>
              <a:rPr lang="nl-NL"/>
              <a:t>Klik om stijl te bewerken</a:t>
            </a:r>
          </a:p>
        </p:txBody>
      </p:sp>
    </p:spTree>
    <p:extLst>
      <p:ext uri="{BB962C8B-B14F-4D97-AF65-F5344CB8AC3E}">
        <p14:creationId xmlns:p14="http://schemas.microsoft.com/office/powerpoint/2010/main" val="2729037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evoorblad met afbeelding">
    <p:spTree>
      <p:nvGrpSpPr>
        <p:cNvPr id="1" name=""/>
        <p:cNvGrpSpPr/>
        <p:nvPr/>
      </p:nvGrpSpPr>
      <p:grpSpPr>
        <a:xfrm>
          <a:off x="0" y="0"/>
          <a:ext cx="0" cy="0"/>
          <a:chOff x="0" y="0"/>
          <a:chExt cx="0" cy="0"/>
        </a:xfrm>
      </p:grpSpPr>
      <p:sp>
        <p:nvSpPr>
          <p:cNvPr id="10" name="Achtergrond"/>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solidFill>
                <a:schemeClr val="bg1"/>
              </a:solidFill>
            </a:endParaRPr>
          </a:p>
        </p:txBody>
      </p:sp>
      <p:sp>
        <p:nvSpPr>
          <p:cNvPr id="2" name="Datum">
            <a:extLst>
              <a:ext uri="{FF2B5EF4-FFF2-40B4-BE49-F238E27FC236}">
                <a16:creationId xmlns:a16="http://schemas.microsoft.com/office/drawing/2014/main" id="{D539146E-4701-437B-BCA5-5AC8EE309ACB}"/>
              </a:ext>
            </a:extLst>
          </p:cNvPr>
          <p:cNvSpPr>
            <a:spLocks noGrp="1"/>
          </p:cNvSpPr>
          <p:nvPr>
            <p:ph type="dt" sz="half" idx="12"/>
          </p:nvPr>
        </p:nvSpPr>
        <p:spPr>
          <a:xfrm>
            <a:off x="9516534" y="6356351"/>
            <a:ext cx="1083733" cy="366183"/>
          </a:xfrm>
        </p:spPr>
        <p:txBody>
          <a:bodyPr/>
          <a:lstStyle>
            <a:lvl1pPr>
              <a:defRPr>
                <a:solidFill>
                  <a:schemeClr val="bg1"/>
                </a:solidFill>
              </a:defRPr>
            </a:lvl1pPr>
          </a:lstStyle>
          <a:p>
            <a:fld id="{16734E01-D590-442B-B31B-FE10FED18193}" type="datetime1">
              <a:rPr lang="en-US" smtClean="0"/>
              <a:t>5/4/2026</a:t>
            </a:fld>
            <a:endParaRPr lang="nl-NL"/>
          </a:p>
        </p:txBody>
      </p:sp>
      <p:sp>
        <p:nvSpPr>
          <p:cNvPr id="5" name="Voettekst">
            <a:extLst>
              <a:ext uri="{FF2B5EF4-FFF2-40B4-BE49-F238E27FC236}">
                <a16:creationId xmlns:a16="http://schemas.microsoft.com/office/drawing/2014/main" id="{B785231E-3480-411A-8355-2793DB32CC6D}"/>
              </a:ext>
            </a:extLst>
          </p:cNvPr>
          <p:cNvSpPr>
            <a:spLocks noGrp="1"/>
          </p:cNvSpPr>
          <p:nvPr>
            <p:ph type="ftr" sz="quarter" idx="13"/>
          </p:nvPr>
        </p:nvSpPr>
        <p:spPr/>
        <p:txBody>
          <a:bodyPr/>
          <a:lstStyle>
            <a:lvl1pPr>
              <a:defRPr>
                <a:solidFill>
                  <a:schemeClr val="bg1"/>
                </a:solidFill>
              </a:defRPr>
            </a:lvl1pPr>
          </a:lstStyle>
          <a:p>
            <a:r>
              <a:rPr lang="sv-SE" dirty="0"/>
              <a:t>Analytical Skills – Les 1: Getallen</a:t>
            </a:r>
            <a:endParaRPr lang="nl-NL" dirty="0"/>
          </a:p>
        </p:txBody>
      </p:sp>
      <p:sp>
        <p:nvSpPr>
          <p:cNvPr id="6" name="Dianummer">
            <a:extLst>
              <a:ext uri="{FF2B5EF4-FFF2-40B4-BE49-F238E27FC236}">
                <a16:creationId xmlns:a16="http://schemas.microsoft.com/office/drawing/2014/main" id="{1A9E668B-D224-466A-89CE-5C3C945EE619}"/>
              </a:ext>
            </a:extLst>
          </p:cNvPr>
          <p:cNvSpPr>
            <a:spLocks noGrp="1"/>
          </p:cNvSpPr>
          <p:nvPr>
            <p:ph type="sldNum" sz="quarter" idx="14"/>
          </p:nvPr>
        </p:nvSpPr>
        <p:spPr>
          <a:xfrm>
            <a:off x="990600" y="6356351"/>
            <a:ext cx="601133" cy="366183"/>
          </a:xfrm>
        </p:spPr>
        <p:txBody>
          <a:bodyPr/>
          <a:lstStyle>
            <a:lvl1pPr>
              <a:defRPr>
                <a:solidFill>
                  <a:schemeClr val="bg1"/>
                </a:solidFill>
              </a:defRPr>
            </a:lvl1pPr>
          </a:lstStyle>
          <a:p>
            <a:fld id="{82F1406F-2017-4431-B79A-7DFC81A4E36B}" type="slidenum">
              <a:rPr lang="nl-NL" smtClean="0"/>
              <a:pPr/>
              <a:t>‹#›</a:t>
            </a:fld>
            <a:endParaRPr lang="nl-NL"/>
          </a:p>
        </p:txBody>
      </p:sp>
      <p:sp>
        <p:nvSpPr>
          <p:cNvPr id="15" name="Afbeelding"/>
          <p:cNvSpPr>
            <a:spLocks noGrp="1"/>
          </p:cNvSpPr>
          <p:nvPr>
            <p:ph type="pic" sz="quarter" idx="10"/>
          </p:nvPr>
        </p:nvSpPr>
        <p:spPr>
          <a:xfrm>
            <a:off x="0" y="2"/>
            <a:ext cx="8922667" cy="4759341"/>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pic>
        <p:nvPicPr>
          <p:cNvPr id="16" name="Logo"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52151" y="375143"/>
            <a:ext cx="876300" cy="1328455"/>
          </a:xfrm>
          <a:prstGeom prst="rect">
            <a:avLst/>
          </a:prstGeom>
        </p:spPr>
      </p:pic>
      <p:sp>
        <p:nvSpPr>
          <p:cNvPr id="13" name="Titeldecoratie"/>
          <p:cNvSpPr/>
          <p:nvPr userDrawn="1"/>
        </p:nvSpPr>
        <p:spPr>
          <a:xfrm>
            <a:off x="705523" y="5150101"/>
            <a:ext cx="144000" cy="97695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3" name="Ondertitel">
            <a:extLst>
              <a:ext uri="{FF2B5EF4-FFF2-40B4-BE49-F238E27FC236}">
                <a16:creationId xmlns:a16="http://schemas.microsoft.com/office/drawing/2014/main" id="{5CA13914-06A2-46D7-A98A-1CC2B2F056F9}"/>
              </a:ext>
            </a:extLst>
          </p:cNvPr>
          <p:cNvSpPr>
            <a:spLocks noGrp="1"/>
          </p:cNvSpPr>
          <p:nvPr>
            <p:ph type="body" sz="quarter" idx="11" hasCustomPrompt="1"/>
          </p:nvPr>
        </p:nvSpPr>
        <p:spPr>
          <a:xfrm>
            <a:off x="1001184" y="5687137"/>
            <a:ext cx="9599083" cy="614015"/>
          </a:xfrm>
          <a:prstGeom prst="rect">
            <a:avLst/>
          </a:prstGeom>
        </p:spPr>
        <p:txBody>
          <a:bodyPr/>
          <a:lstStyle>
            <a:lvl1pPr marL="0" indent="0">
              <a:buNone/>
              <a:defRPr sz="3733">
                <a:solidFill>
                  <a:schemeClr val="bg1"/>
                </a:solidFill>
              </a:defRPr>
            </a:lvl1pPr>
          </a:lstStyle>
          <a:p>
            <a:pPr lvl="0"/>
            <a:r>
              <a:rPr lang="nl-NL"/>
              <a:t>Ondertitel</a:t>
            </a:r>
          </a:p>
        </p:txBody>
      </p:sp>
      <p:sp>
        <p:nvSpPr>
          <p:cNvPr id="4" name="Titel"/>
          <p:cNvSpPr>
            <a:spLocks noGrp="1"/>
          </p:cNvSpPr>
          <p:nvPr>
            <p:ph type="title"/>
          </p:nvPr>
        </p:nvSpPr>
        <p:spPr>
          <a:xfrm>
            <a:off x="1000760" y="4954423"/>
            <a:ext cx="9600000" cy="614015"/>
          </a:xfrm>
          <a:prstGeom prst="rect">
            <a:avLst/>
          </a:prstGeom>
        </p:spPr>
        <p:txBody>
          <a:bodyPr/>
          <a:lstStyle>
            <a:lvl1pPr>
              <a:defRPr>
                <a:solidFill>
                  <a:schemeClr val="bg1"/>
                </a:solidFill>
              </a:defRPr>
            </a:lvl1pPr>
          </a:lstStyle>
          <a:p>
            <a:r>
              <a:rPr lang="nl-NL"/>
              <a:t>Klik om stijl te bewerken</a:t>
            </a:r>
          </a:p>
        </p:txBody>
      </p:sp>
    </p:spTree>
    <p:extLst>
      <p:ext uri="{BB962C8B-B14F-4D97-AF65-F5344CB8AC3E}">
        <p14:creationId xmlns:p14="http://schemas.microsoft.com/office/powerpoint/2010/main" val="1525113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oud vervolg">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9B40D12A-149A-4DCE-8C42-4088CD7A8FA3}"/>
              </a:ext>
            </a:extLst>
          </p:cNvPr>
          <p:cNvSpPr>
            <a:spLocks noGrp="1"/>
          </p:cNvSpPr>
          <p:nvPr>
            <p:ph type="dt" sz="half" idx="14"/>
          </p:nvPr>
        </p:nvSpPr>
        <p:spPr/>
        <p:txBody>
          <a:bodyPr/>
          <a:lstStyle/>
          <a:p>
            <a:fld id="{56AB6A4D-1945-47DE-BAFF-682D7CF56FF2}" type="datetime1">
              <a:rPr lang="en-US" smtClean="0"/>
              <a:t>5/4/2026</a:t>
            </a:fld>
            <a:endParaRPr lang="nl-NL"/>
          </a:p>
        </p:txBody>
      </p:sp>
      <p:sp>
        <p:nvSpPr>
          <p:cNvPr id="3" name="Voettekst">
            <a:extLst>
              <a:ext uri="{FF2B5EF4-FFF2-40B4-BE49-F238E27FC236}">
                <a16:creationId xmlns:a16="http://schemas.microsoft.com/office/drawing/2014/main" id="{E5A64523-357B-4B86-93CD-B3CF0626CB62}"/>
              </a:ext>
            </a:extLst>
          </p:cNvPr>
          <p:cNvSpPr>
            <a:spLocks noGrp="1"/>
          </p:cNvSpPr>
          <p:nvPr>
            <p:ph type="ftr" sz="quarter" idx="15"/>
          </p:nvPr>
        </p:nvSpPr>
        <p:spPr/>
        <p:txBody>
          <a:bodyPr/>
          <a:lstStyle/>
          <a:p>
            <a:r>
              <a:rPr lang="sv-SE" dirty="0"/>
              <a:t>Analytical Skills – Les 1: Getallen</a:t>
            </a:r>
            <a:endParaRPr lang="nl-NL" dirty="0"/>
          </a:p>
        </p:txBody>
      </p:sp>
      <p:sp>
        <p:nvSpPr>
          <p:cNvPr id="4" name="Dianummer">
            <a:extLst>
              <a:ext uri="{FF2B5EF4-FFF2-40B4-BE49-F238E27FC236}">
                <a16:creationId xmlns:a16="http://schemas.microsoft.com/office/drawing/2014/main" id="{B7CEBE79-820C-40D2-A38E-27E5CDBCA5BA}"/>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6" name="Inhoud">
            <a:extLst>
              <a:ext uri="{FF2B5EF4-FFF2-40B4-BE49-F238E27FC236}">
                <a16:creationId xmlns:a16="http://schemas.microsoft.com/office/drawing/2014/main" id="{CA2DE4A9-D9F4-4AE1-A336-BFCE81BB6F48}"/>
              </a:ext>
            </a:extLst>
          </p:cNvPr>
          <p:cNvSpPr>
            <a:spLocks noGrp="1"/>
          </p:cNvSpPr>
          <p:nvPr>
            <p:ph sz="quarter" idx="17" hasCustomPrompt="1"/>
          </p:nvPr>
        </p:nvSpPr>
        <p:spPr>
          <a:xfrm>
            <a:off x="814917" y="778933"/>
            <a:ext cx="10081683" cy="5099051"/>
          </a:xfrm>
        </p:spPr>
        <p:txBody>
          <a:bodyPr/>
          <a:lstStyle>
            <a:lvl1pPr marL="0" indent="0">
              <a:buNone/>
              <a:defRPr/>
            </a:lvl1pPr>
          </a:lstStyle>
          <a:p>
            <a:pPr lvl="0"/>
            <a:r>
              <a:rPr lang="nl-NL"/>
              <a:t>Vervolg</a:t>
            </a:r>
          </a:p>
        </p:txBody>
      </p:sp>
    </p:spTree>
    <p:extLst>
      <p:ext uri="{BB962C8B-B14F-4D97-AF65-F5344CB8AC3E}">
        <p14:creationId xmlns:p14="http://schemas.microsoft.com/office/powerpoint/2010/main" val="1668929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oud 2 afbeeldingen boven">
    <p:spTree>
      <p:nvGrpSpPr>
        <p:cNvPr id="1" name=""/>
        <p:cNvGrpSpPr/>
        <p:nvPr/>
      </p:nvGrpSpPr>
      <p:grpSpPr>
        <a:xfrm>
          <a:off x="0" y="0"/>
          <a:ext cx="0" cy="0"/>
          <a:chOff x="0" y="0"/>
          <a:chExt cx="0" cy="0"/>
        </a:xfrm>
      </p:grpSpPr>
      <p:sp>
        <p:nvSpPr>
          <p:cNvPr id="12" name="Afbeelding links"/>
          <p:cNvSpPr>
            <a:spLocks noGrp="1"/>
          </p:cNvSpPr>
          <p:nvPr>
            <p:ph type="pic" sz="quarter" idx="13"/>
          </p:nvPr>
        </p:nvSpPr>
        <p:spPr>
          <a:xfrm>
            <a:off x="8" y="-2016"/>
            <a:ext cx="6093977" cy="3422651"/>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sp>
        <p:nvSpPr>
          <p:cNvPr id="13" name="Afbeelding rechts"/>
          <p:cNvSpPr>
            <a:spLocks noGrp="1"/>
          </p:cNvSpPr>
          <p:nvPr>
            <p:ph type="pic" sz="quarter" idx="15"/>
          </p:nvPr>
        </p:nvSpPr>
        <p:spPr>
          <a:xfrm>
            <a:off x="6093985" y="-2016"/>
            <a:ext cx="6093977" cy="3422651"/>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sp>
        <p:nvSpPr>
          <p:cNvPr id="23" name="Titeldecoratie"/>
          <p:cNvSpPr/>
          <p:nvPr/>
        </p:nvSpPr>
        <p:spPr>
          <a:xfrm>
            <a:off x="708085" y="3869681"/>
            <a:ext cx="144000" cy="60985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28" name="Tekst"/>
          <p:cNvSpPr>
            <a:spLocks noGrp="1"/>
          </p:cNvSpPr>
          <p:nvPr>
            <p:ph type="body" sz="quarter" idx="17"/>
          </p:nvPr>
        </p:nvSpPr>
        <p:spPr>
          <a:xfrm flipH="1">
            <a:off x="814917" y="4552633"/>
            <a:ext cx="10081683" cy="1432247"/>
          </a:xfrm>
          <a:prstGeom prst="rect">
            <a:avLst/>
          </a:prstGeom>
        </p:spPr>
        <p:txBody>
          <a:bodyPr wrap="square">
            <a:noAutofit/>
          </a:bodyPr>
          <a:lstStyle>
            <a:lvl1pPr marL="0" indent="0">
              <a:buNone/>
              <a:defRPr/>
            </a:lvl1pPr>
          </a:lstStyle>
          <a:p>
            <a:pPr lvl="0"/>
            <a:r>
              <a:rPr lang="nl-NL"/>
              <a:t>Klikken om de tekststijl van het model te bewerken</a:t>
            </a:r>
          </a:p>
        </p:txBody>
      </p:sp>
      <p:sp>
        <p:nvSpPr>
          <p:cNvPr id="3" name="Titel">
            <a:extLst>
              <a:ext uri="{FF2B5EF4-FFF2-40B4-BE49-F238E27FC236}">
                <a16:creationId xmlns:a16="http://schemas.microsoft.com/office/drawing/2014/main" id="{C9D2C67F-4BD6-45C2-9C96-FE2566BA3701}"/>
              </a:ext>
            </a:extLst>
          </p:cNvPr>
          <p:cNvSpPr>
            <a:spLocks noGrp="1"/>
          </p:cNvSpPr>
          <p:nvPr>
            <p:ph type="title"/>
          </p:nvPr>
        </p:nvSpPr>
        <p:spPr>
          <a:xfrm>
            <a:off x="814918" y="3705034"/>
            <a:ext cx="10124733" cy="615553"/>
          </a:xfrm>
          <a:prstGeom prst="rect">
            <a:avLst/>
          </a:prstGeom>
        </p:spPr>
        <p:txBody>
          <a:bodyPr/>
          <a:lstStyle/>
          <a:p>
            <a:r>
              <a:rPr lang="nl-NL"/>
              <a:t>Klik om stijl te bewerken</a:t>
            </a:r>
          </a:p>
        </p:txBody>
      </p:sp>
      <p:sp>
        <p:nvSpPr>
          <p:cNvPr id="2" name="Tijdelijke aanduiding voor datum 1">
            <a:extLst>
              <a:ext uri="{FF2B5EF4-FFF2-40B4-BE49-F238E27FC236}">
                <a16:creationId xmlns:a16="http://schemas.microsoft.com/office/drawing/2014/main" id="{985DDF9D-2B17-4DED-9512-9F8A7A57FE3D}"/>
              </a:ext>
            </a:extLst>
          </p:cNvPr>
          <p:cNvSpPr>
            <a:spLocks noGrp="1"/>
          </p:cNvSpPr>
          <p:nvPr>
            <p:ph type="dt" sz="half" idx="18"/>
          </p:nvPr>
        </p:nvSpPr>
        <p:spPr/>
        <p:txBody>
          <a:bodyPr/>
          <a:lstStyle/>
          <a:p>
            <a:fld id="{AE5C9FBB-E996-401B-A15A-B30463621E74}" type="datetime1">
              <a:rPr lang="en-US" smtClean="0"/>
              <a:t>5/4/2026</a:t>
            </a:fld>
            <a:endParaRPr lang="nl-NL"/>
          </a:p>
        </p:txBody>
      </p:sp>
      <p:sp>
        <p:nvSpPr>
          <p:cNvPr id="4" name="Tijdelijke aanduiding voor voettekst 3">
            <a:extLst>
              <a:ext uri="{FF2B5EF4-FFF2-40B4-BE49-F238E27FC236}">
                <a16:creationId xmlns:a16="http://schemas.microsoft.com/office/drawing/2014/main" id="{B90DEEB3-09D2-4333-9FF1-5461D5D3E997}"/>
              </a:ext>
            </a:extLst>
          </p:cNvPr>
          <p:cNvSpPr>
            <a:spLocks noGrp="1"/>
          </p:cNvSpPr>
          <p:nvPr>
            <p:ph type="ftr" sz="quarter" idx="19"/>
          </p:nvPr>
        </p:nvSpPr>
        <p:spPr/>
        <p:txBody>
          <a:bodyPr/>
          <a:lstStyle/>
          <a:p>
            <a:r>
              <a:rPr lang="sv-SE" dirty="0"/>
              <a:t>Analytical Skills – Les 1: Getallen</a:t>
            </a:r>
            <a:endParaRPr lang="nl-NL" dirty="0"/>
          </a:p>
        </p:txBody>
      </p:sp>
      <p:sp>
        <p:nvSpPr>
          <p:cNvPr id="5" name="Tijdelijke aanduiding voor dianummer 4">
            <a:extLst>
              <a:ext uri="{FF2B5EF4-FFF2-40B4-BE49-F238E27FC236}">
                <a16:creationId xmlns:a16="http://schemas.microsoft.com/office/drawing/2014/main" id="{34B914B9-9F1D-4C1D-AE7E-826397420BB1}"/>
              </a:ext>
            </a:extLst>
          </p:cNvPr>
          <p:cNvSpPr>
            <a:spLocks noGrp="1"/>
          </p:cNvSpPr>
          <p:nvPr>
            <p:ph type="sldNum" sz="quarter" idx="20"/>
          </p:nvPr>
        </p:nvSpPr>
        <p:spPr/>
        <p:txBody>
          <a:bodyPr/>
          <a:lstStyle/>
          <a:p>
            <a:fld id="{82F1406F-2017-4431-B79A-7DFC81A4E36B}" type="slidenum">
              <a:rPr lang="nl-NL" smtClean="0"/>
              <a:pPr/>
              <a:t>‹#›</a:t>
            </a:fld>
            <a:endParaRPr lang="nl-NL"/>
          </a:p>
        </p:txBody>
      </p:sp>
    </p:spTree>
    <p:extLst>
      <p:ext uri="{BB962C8B-B14F-4D97-AF65-F5344CB8AC3E}">
        <p14:creationId xmlns:p14="http://schemas.microsoft.com/office/powerpoint/2010/main" val="1729208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oud 3 afbeeldingen onder">
    <p:spTree>
      <p:nvGrpSpPr>
        <p:cNvPr id="1" name=""/>
        <p:cNvGrpSpPr/>
        <p:nvPr/>
      </p:nvGrpSpPr>
      <p:grpSpPr>
        <a:xfrm>
          <a:off x="0" y="0"/>
          <a:ext cx="0" cy="0"/>
          <a:chOff x="0" y="0"/>
          <a:chExt cx="0" cy="0"/>
        </a:xfrm>
      </p:grpSpPr>
      <p:sp>
        <p:nvSpPr>
          <p:cNvPr id="9" name="Afbeelding rechts"/>
          <p:cNvSpPr>
            <a:spLocks noGrp="1"/>
          </p:cNvSpPr>
          <p:nvPr>
            <p:ph type="pic" sz="quarter" idx="15"/>
          </p:nvPr>
        </p:nvSpPr>
        <p:spPr>
          <a:xfrm>
            <a:off x="8112003" y="3435349"/>
            <a:ext cx="4079999"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10" name="Afbeelding midden"/>
          <p:cNvSpPr>
            <a:spLocks noGrp="1"/>
          </p:cNvSpPr>
          <p:nvPr>
            <p:ph type="pic" sz="quarter" idx="16"/>
          </p:nvPr>
        </p:nvSpPr>
        <p:spPr>
          <a:xfrm>
            <a:off x="4084860" y="3435349"/>
            <a:ext cx="4031997"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8" name="Afbeelding links"/>
          <p:cNvSpPr>
            <a:spLocks noGrp="1"/>
          </p:cNvSpPr>
          <p:nvPr>
            <p:ph type="pic" sz="quarter" idx="13"/>
          </p:nvPr>
        </p:nvSpPr>
        <p:spPr>
          <a:xfrm>
            <a:off x="7" y="3435349"/>
            <a:ext cx="4079999"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3" name="Datum">
            <a:extLst>
              <a:ext uri="{FF2B5EF4-FFF2-40B4-BE49-F238E27FC236}">
                <a16:creationId xmlns:a16="http://schemas.microsoft.com/office/drawing/2014/main" id="{8467795E-BE0E-47E8-BCC2-D151E59EDFF5}"/>
              </a:ext>
            </a:extLst>
          </p:cNvPr>
          <p:cNvSpPr>
            <a:spLocks noGrp="1"/>
          </p:cNvSpPr>
          <p:nvPr>
            <p:ph type="dt" sz="half" idx="17"/>
          </p:nvPr>
        </p:nvSpPr>
        <p:spPr/>
        <p:txBody>
          <a:bodyPr/>
          <a:lstStyle>
            <a:lvl1pPr>
              <a:defRPr>
                <a:solidFill>
                  <a:schemeClr val="bg1"/>
                </a:solidFill>
              </a:defRPr>
            </a:lvl1pPr>
          </a:lstStyle>
          <a:p>
            <a:fld id="{A1D86A16-1316-40EA-ACBE-8B2631E6FF9F}" type="datetime1">
              <a:rPr lang="en-US" smtClean="0"/>
              <a:t>5/4/2026</a:t>
            </a:fld>
            <a:endParaRPr lang="nl-NL"/>
          </a:p>
        </p:txBody>
      </p:sp>
      <p:sp>
        <p:nvSpPr>
          <p:cNvPr id="4" name="Voettekst">
            <a:extLst>
              <a:ext uri="{FF2B5EF4-FFF2-40B4-BE49-F238E27FC236}">
                <a16:creationId xmlns:a16="http://schemas.microsoft.com/office/drawing/2014/main" id="{B2430F08-8263-4811-BC43-F87BF48A780B}"/>
              </a:ext>
            </a:extLst>
          </p:cNvPr>
          <p:cNvSpPr>
            <a:spLocks noGrp="1"/>
          </p:cNvSpPr>
          <p:nvPr>
            <p:ph type="ftr" sz="quarter" idx="18"/>
          </p:nvPr>
        </p:nvSpPr>
        <p:spPr/>
        <p:txBody>
          <a:bodyPr/>
          <a:lstStyle>
            <a:lvl1pPr>
              <a:defRPr>
                <a:solidFill>
                  <a:schemeClr val="bg1"/>
                </a:solidFill>
              </a:defRPr>
            </a:lvl1pPr>
          </a:lstStyle>
          <a:p>
            <a:r>
              <a:rPr lang="sv-SE" dirty="0"/>
              <a:t>Analytical Skills – Les 1: Getallen</a:t>
            </a:r>
            <a:endParaRPr lang="nl-NL" dirty="0"/>
          </a:p>
        </p:txBody>
      </p:sp>
      <p:sp>
        <p:nvSpPr>
          <p:cNvPr id="5" name="Dianummer">
            <a:extLst>
              <a:ext uri="{FF2B5EF4-FFF2-40B4-BE49-F238E27FC236}">
                <a16:creationId xmlns:a16="http://schemas.microsoft.com/office/drawing/2014/main" id="{7A01C895-BF20-46EC-ABA8-DD9B24E77DE0}"/>
              </a:ext>
            </a:extLst>
          </p:cNvPr>
          <p:cNvSpPr>
            <a:spLocks noGrp="1"/>
          </p:cNvSpPr>
          <p:nvPr>
            <p:ph type="sldNum" sz="quarter" idx="19"/>
          </p:nvPr>
        </p:nvSpPr>
        <p:spPr/>
        <p:txBody>
          <a:bodyPr/>
          <a:lstStyle>
            <a:lvl1pPr>
              <a:defRPr>
                <a:solidFill>
                  <a:schemeClr val="bg1"/>
                </a:solidFill>
              </a:defRPr>
            </a:lvl1pPr>
          </a:lstStyle>
          <a:p>
            <a:fld id="{82F1406F-2017-4431-B79A-7DFC81A4E36B}" type="slidenum">
              <a:rPr lang="nl-NL" smtClean="0"/>
              <a:pPr/>
              <a:t>‹#›</a:t>
            </a:fld>
            <a:endParaRPr lang="nl-NL"/>
          </a:p>
        </p:txBody>
      </p:sp>
      <p:sp>
        <p:nvSpPr>
          <p:cNvPr id="13" name="Tekst"/>
          <p:cNvSpPr>
            <a:spLocks noGrp="1"/>
          </p:cNvSpPr>
          <p:nvPr>
            <p:ph type="body" sz="quarter" idx="11"/>
          </p:nvPr>
        </p:nvSpPr>
        <p:spPr>
          <a:xfrm flipH="1">
            <a:off x="957712" y="1595121"/>
            <a:ext cx="10226755" cy="1472400"/>
          </a:xfrm>
          <a:prstGeom prst="rect">
            <a:avLst/>
          </a:prstGeom>
        </p:spPr>
        <p:txBody>
          <a:bodyPr wrap="square">
            <a:noAutofit/>
          </a:bodyPr>
          <a:lstStyle>
            <a:lvl1pPr marL="0" indent="0">
              <a:buNone/>
              <a:defRPr/>
            </a:lvl1pPr>
          </a:lstStyle>
          <a:p>
            <a:pPr lvl="0"/>
            <a:r>
              <a:rPr lang="nl-NL"/>
              <a:t>Klikken om de tekststijl van het model te bewerken</a:t>
            </a:r>
          </a:p>
        </p:txBody>
      </p:sp>
      <p:pic>
        <p:nvPicPr>
          <p:cNvPr id="12"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6957" y="6145253"/>
            <a:ext cx="576000" cy="493369"/>
          </a:xfrm>
          <a:prstGeom prst="rect">
            <a:avLst/>
          </a:prstGeom>
        </p:spPr>
      </p:pic>
      <p:sp>
        <p:nvSpPr>
          <p:cNvPr id="2" name="Titel">
            <a:extLst>
              <a:ext uri="{FF2B5EF4-FFF2-40B4-BE49-F238E27FC236}">
                <a16:creationId xmlns:a16="http://schemas.microsoft.com/office/drawing/2014/main" id="{1BC1CB4D-2DB2-4F85-9CB5-70B257E8EAAF}"/>
              </a:ext>
            </a:extLst>
          </p:cNvPr>
          <p:cNvSpPr>
            <a:spLocks noGrp="1"/>
          </p:cNvSpPr>
          <p:nvPr>
            <p:ph type="title"/>
          </p:nvPr>
        </p:nvSpPr>
        <p:spPr>
          <a:xfrm>
            <a:off x="1000763" y="775568"/>
            <a:ext cx="10005904" cy="615553"/>
          </a:xfrm>
          <a:prstGeom prst="rect">
            <a:avLst/>
          </a:prstGeom>
        </p:spPr>
        <p:txBody>
          <a:bodyPr/>
          <a:lstStyle/>
          <a:p>
            <a:r>
              <a:rPr lang="nl-NL"/>
              <a:t>Klik om stijl te bewerken</a:t>
            </a:r>
          </a:p>
        </p:txBody>
      </p:sp>
    </p:spTree>
    <p:extLst>
      <p:ext uri="{BB962C8B-B14F-4D97-AF65-F5344CB8AC3E}">
        <p14:creationId xmlns:p14="http://schemas.microsoft.com/office/powerpoint/2010/main" val="1922701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oud 3 afbeeldingen boven">
    <p:spTree>
      <p:nvGrpSpPr>
        <p:cNvPr id="1" name=""/>
        <p:cNvGrpSpPr/>
        <p:nvPr/>
      </p:nvGrpSpPr>
      <p:grpSpPr>
        <a:xfrm>
          <a:off x="0" y="0"/>
          <a:ext cx="0" cy="0"/>
          <a:chOff x="0" y="0"/>
          <a:chExt cx="0" cy="0"/>
        </a:xfrm>
      </p:grpSpPr>
      <p:sp>
        <p:nvSpPr>
          <p:cNvPr id="9" name="Afbeelding rechts"/>
          <p:cNvSpPr>
            <a:spLocks noGrp="1"/>
          </p:cNvSpPr>
          <p:nvPr>
            <p:ph type="pic" sz="quarter" idx="15"/>
          </p:nvPr>
        </p:nvSpPr>
        <p:spPr>
          <a:xfrm>
            <a:off x="8112003" y="6349"/>
            <a:ext cx="4079999"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10" name="Afbeelding midden"/>
          <p:cNvSpPr>
            <a:spLocks noGrp="1"/>
          </p:cNvSpPr>
          <p:nvPr>
            <p:ph type="pic" sz="quarter" idx="16"/>
          </p:nvPr>
        </p:nvSpPr>
        <p:spPr>
          <a:xfrm>
            <a:off x="4084860" y="6349"/>
            <a:ext cx="4031997"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8" name="Afbeelding links"/>
          <p:cNvSpPr>
            <a:spLocks noGrp="1"/>
          </p:cNvSpPr>
          <p:nvPr>
            <p:ph type="pic" sz="quarter" idx="13"/>
          </p:nvPr>
        </p:nvSpPr>
        <p:spPr>
          <a:xfrm>
            <a:off x="7" y="6349"/>
            <a:ext cx="4079999" cy="3422651"/>
          </a:xfrm>
          <a:prstGeom prst="rect">
            <a:avLst/>
          </a:prstGeom>
          <a:solidFill>
            <a:schemeClr val="bg1">
              <a:lumMod val="75000"/>
            </a:schemeClr>
          </a:solidFill>
        </p:spPr>
        <p:txBody>
          <a:bodyPr vert="horz"/>
          <a:lstStyle>
            <a:lvl1pPr marL="0" indent="0">
              <a:buNone/>
              <a:defRPr sz="2667"/>
            </a:lvl1pPr>
          </a:lstStyle>
          <a:p>
            <a:r>
              <a:rPr lang="nl-NL"/>
              <a:t>Klik op het pictogram als u een afbeelding wilt toevoegen</a:t>
            </a:r>
          </a:p>
        </p:txBody>
      </p:sp>
      <p:sp>
        <p:nvSpPr>
          <p:cNvPr id="3" name="Datum">
            <a:extLst>
              <a:ext uri="{FF2B5EF4-FFF2-40B4-BE49-F238E27FC236}">
                <a16:creationId xmlns:a16="http://schemas.microsoft.com/office/drawing/2014/main" id="{B4F857FD-BFB3-4545-8692-90B56608788F}"/>
              </a:ext>
            </a:extLst>
          </p:cNvPr>
          <p:cNvSpPr>
            <a:spLocks noGrp="1"/>
          </p:cNvSpPr>
          <p:nvPr>
            <p:ph type="dt" sz="half" idx="17"/>
          </p:nvPr>
        </p:nvSpPr>
        <p:spPr/>
        <p:txBody>
          <a:bodyPr/>
          <a:lstStyle/>
          <a:p>
            <a:fld id="{2411F2CB-B58B-4B3B-99BD-F8BF469ACBEE}" type="datetime1">
              <a:rPr lang="en-US" smtClean="0"/>
              <a:t>5/4/2026</a:t>
            </a:fld>
            <a:endParaRPr lang="nl-NL"/>
          </a:p>
        </p:txBody>
      </p:sp>
      <p:sp>
        <p:nvSpPr>
          <p:cNvPr id="4" name="Voettekst">
            <a:extLst>
              <a:ext uri="{FF2B5EF4-FFF2-40B4-BE49-F238E27FC236}">
                <a16:creationId xmlns:a16="http://schemas.microsoft.com/office/drawing/2014/main" id="{86AFB18C-1EA8-418B-921A-DF7ADE25FA6B}"/>
              </a:ext>
            </a:extLst>
          </p:cNvPr>
          <p:cNvSpPr>
            <a:spLocks noGrp="1"/>
          </p:cNvSpPr>
          <p:nvPr>
            <p:ph type="ftr" sz="quarter" idx="18"/>
          </p:nvPr>
        </p:nvSpPr>
        <p:spPr/>
        <p:txBody>
          <a:bodyPr/>
          <a:lstStyle/>
          <a:p>
            <a:r>
              <a:rPr lang="sv-SE" dirty="0"/>
              <a:t>Analytical Skills – Les 1: Getallen</a:t>
            </a:r>
            <a:endParaRPr lang="nl-NL" dirty="0"/>
          </a:p>
        </p:txBody>
      </p:sp>
      <p:sp>
        <p:nvSpPr>
          <p:cNvPr id="5" name="Dianummer">
            <a:extLst>
              <a:ext uri="{FF2B5EF4-FFF2-40B4-BE49-F238E27FC236}">
                <a16:creationId xmlns:a16="http://schemas.microsoft.com/office/drawing/2014/main" id="{4148FFCD-33EC-4B70-AB72-C959479C0C92}"/>
              </a:ext>
            </a:extLst>
          </p:cNvPr>
          <p:cNvSpPr>
            <a:spLocks noGrp="1"/>
          </p:cNvSpPr>
          <p:nvPr>
            <p:ph type="sldNum" sz="quarter" idx="19"/>
          </p:nvPr>
        </p:nvSpPr>
        <p:spPr/>
        <p:txBody>
          <a:bodyPr/>
          <a:lstStyle/>
          <a:p>
            <a:fld id="{82F1406F-2017-4431-B79A-7DFC81A4E36B}" type="slidenum">
              <a:rPr lang="nl-NL" smtClean="0"/>
              <a:pPr/>
              <a:t>‹#›</a:t>
            </a:fld>
            <a:endParaRPr lang="nl-NL"/>
          </a:p>
        </p:txBody>
      </p:sp>
      <p:sp>
        <p:nvSpPr>
          <p:cNvPr id="16" name="Titeldecoratie"/>
          <p:cNvSpPr/>
          <p:nvPr/>
        </p:nvSpPr>
        <p:spPr>
          <a:xfrm>
            <a:off x="708085" y="3757921"/>
            <a:ext cx="144000" cy="60985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13" name="Tekst"/>
          <p:cNvSpPr>
            <a:spLocks noGrp="1"/>
          </p:cNvSpPr>
          <p:nvPr>
            <p:ph type="body" sz="quarter" idx="11"/>
          </p:nvPr>
        </p:nvSpPr>
        <p:spPr>
          <a:xfrm flipH="1">
            <a:off x="814917" y="4439921"/>
            <a:ext cx="10081683" cy="1472400"/>
          </a:xfrm>
          <a:prstGeom prst="rect">
            <a:avLst/>
          </a:prstGeom>
        </p:spPr>
        <p:txBody>
          <a:bodyPr wrap="square">
            <a:noAutofit/>
          </a:bodyPr>
          <a:lstStyle>
            <a:lvl1pPr marL="0" indent="0">
              <a:buNone/>
              <a:defRPr/>
            </a:lvl1pPr>
          </a:lstStyle>
          <a:p>
            <a:pPr lvl="0"/>
            <a:r>
              <a:rPr lang="nl-NL"/>
              <a:t>Klikken om de tekststijl van het model te bewerken</a:t>
            </a:r>
          </a:p>
        </p:txBody>
      </p:sp>
      <p:sp>
        <p:nvSpPr>
          <p:cNvPr id="2" name="Titel">
            <a:extLst>
              <a:ext uri="{FF2B5EF4-FFF2-40B4-BE49-F238E27FC236}">
                <a16:creationId xmlns:a16="http://schemas.microsoft.com/office/drawing/2014/main" id="{1BC1CB4D-2DB2-4F85-9CB5-70B257E8EAAF}"/>
              </a:ext>
            </a:extLst>
          </p:cNvPr>
          <p:cNvSpPr>
            <a:spLocks noGrp="1"/>
          </p:cNvSpPr>
          <p:nvPr>
            <p:ph type="title"/>
          </p:nvPr>
        </p:nvSpPr>
        <p:spPr>
          <a:xfrm>
            <a:off x="814917" y="3620368"/>
            <a:ext cx="10081683" cy="615553"/>
          </a:xfrm>
          <a:prstGeom prst="rect">
            <a:avLst/>
          </a:prstGeom>
        </p:spPr>
        <p:txBody>
          <a:bodyPr/>
          <a:lstStyle/>
          <a:p>
            <a:r>
              <a:rPr lang="nl-NL"/>
              <a:t>Klik om stijl te bewerken</a:t>
            </a:r>
          </a:p>
        </p:txBody>
      </p:sp>
    </p:spTree>
    <p:extLst>
      <p:ext uri="{BB962C8B-B14F-4D97-AF65-F5344CB8AC3E}">
        <p14:creationId xmlns:p14="http://schemas.microsoft.com/office/powerpoint/2010/main" val="2072967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oud afbeelding links">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8" y="0"/>
            <a:ext cx="6093977" cy="6858000"/>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sp>
        <p:nvSpPr>
          <p:cNvPr id="3" name="Datum">
            <a:extLst>
              <a:ext uri="{FF2B5EF4-FFF2-40B4-BE49-F238E27FC236}">
                <a16:creationId xmlns:a16="http://schemas.microsoft.com/office/drawing/2014/main" id="{7D99692A-D52A-4A80-B7FC-3D6FDD82666F}"/>
              </a:ext>
            </a:extLst>
          </p:cNvPr>
          <p:cNvSpPr>
            <a:spLocks noGrp="1"/>
          </p:cNvSpPr>
          <p:nvPr>
            <p:ph type="dt" sz="half" idx="14"/>
          </p:nvPr>
        </p:nvSpPr>
        <p:spPr/>
        <p:txBody>
          <a:bodyPr/>
          <a:lstStyle/>
          <a:p>
            <a:fld id="{9ABD780B-88DC-493B-A593-4A4CB2D84C3B}" type="datetime1">
              <a:rPr lang="en-US" smtClean="0"/>
              <a:t>5/4/2026</a:t>
            </a:fld>
            <a:endParaRPr lang="nl-NL"/>
          </a:p>
        </p:txBody>
      </p:sp>
      <p:sp>
        <p:nvSpPr>
          <p:cNvPr id="4" name="Voettekst">
            <a:extLst>
              <a:ext uri="{FF2B5EF4-FFF2-40B4-BE49-F238E27FC236}">
                <a16:creationId xmlns:a16="http://schemas.microsoft.com/office/drawing/2014/main" id="{0322DF50-32EF-41B2-8EA1-3A3486DABB23}"/>
              </a:ext>
            </a:extLst>
          </p:cNvPr>
          <p:cNvSpPr>
            <a:spLocks noGrp="1"/>
          </p:cNvSpPr>
          <p:nvPr>
            <p:ph type="ftr" sz="quarter" idx="15"/>
          </p:nvPr>
        </p:nvSpPr>
        <p:spPr/>
        <p:txBody>
          <a:bodyPr/>
          <a:lstStyle>
            <a:lvl1pPr>
              <a:defRPr>
                <a:solidFill>
                  <a:schemeClr val="bg1"/>
                </a:solidFill>
              </a:defRPr>
            </a:lvl1pPr>
          </a:lstStyle>
          <a:p>
            <a:r>
              <a:rPr lang="sv-SE" dirty="0"/>
              <a:t>Analytical Skills – Les 1: Getallen</a:t>
            </a:r>
            <a:endParaRPr lang="nl-NL" dirty="0"/>
          </a:p>
        </p:txBody>
      </p:sp>
      <p:sp>
        <p:nvSpPr>
          <p:cNvPr id="5" name="Dianummer">
            <a:extLst>
              <a:ext uri="{FF2B5EF4-FFF2-40B4-BE49-F238E27FC236}">
                <a16:creationId xmlns:a16="http://schemas.microsoft.com/office/drawing/2014/main" id="{CDB85868-4AF2-4121-8E41-546A5A0F3C66}"/>
              </a:ext>
            </a:extLst>
          </p:cNvPr>
          <p:cNvSpPr>
            <a:spLocks noGrp="1"/>
          </p:cNvSpPr>
          <p:nvPr>
            <p:ph type="sldNum" sz="quarter" idx="16"/>
          </p:nvPr>
        </p:nvSpPr>
        <p:spPr/>
        <p:txBody>
          <a:bodyPr/>
          <a:lstStyle>
            <a:lvl1pPr>
              <a:defRPr>
                <a:solidFill>
                  <a:schemeClr val="bg1"/>
                </a:solidFill>
              </a:defRPr>
            </a:lvl1pPr>
          </a:lstStyle>
          <a:p>
            <a:fld id="{82F1406F-2017-4431-B79A-7DFC81A4E36B}" type="slidenum">
              <a:rPr lang="nl-NL" smtClean="0"/>
              <a:pPr/>
              <a:t>‹#›</a:t>
            </a:fld>
            <a:endParaRPr lang="nl-NL"/>
          </a:p>
        </p:txBody>
      </p:sp>
      <p:sp>
        <p:nvSpPr>
          <p:cNvPr id="11" name="Titeldecoratie"/>
          <p:cNvSpPr/>
          <p:nvPr/>
        </p:nvSpPr>
        <p:spPr>
          <a:xfrm>
            <a:off x="6806567" y="913121"/>
            <a:ext cx="144000" cy="60985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13" name="Tekst"/>
          <p:cNvSpPr>
            <a:spLocks noGrp="1"/>
          </p:cNvSpPr>
          <p:nvPr>
            <p:ph type="body" sz="quarter" idx="11"/>
          </p:nvPr>
        </p:nvSpPr>
        <p:spPr>
          <a:xfrm flipH="1">
            <a:off x="7056198" y="1595121"/>
            <a:ext cx="3840401" cy="4389755"/>
          </a:xfrm>
          <a:prstGeom prst="rect">
            <a:avLst/>
          </a:prstGeom>
        </p:spPr>
        <p:txBody>
          <a:bodyPr wrap="square">
            <a:noAutofit/>
          </a:bodyPr>
          <a:lstStyle>
            <a:lvl1pPr>
              <a:defRPr/>
            </a:lvl1pPr>
          </a:lstStyle>
          <a:p>
            <a:pPr lvl="0"/>
            <a:r>
              <a:rPr lang="nl-NL"/>
              <a:t>Klikken om de tekststijl van het model te bewerken</a:t>
            </a:r>
          </a:p>
        </p:txBody>
      </p:sp>
      <p:sp>
        <p:nvSpPr>
          <p:cNvPr id="2" name="Titel">
            <a:extLst>
              <a:ext uri="{FF2B5EF4-FFF2-40B4-BE49-F238E27FC236}">
                <a16:creationId xmlns:a16="http://schemas.microsoft.com/office/drawing/2014/main" id="{1AD873CB-895E-4138-8DAB-6B7F915652DD}"/>
              </a:ext>
            </a:extLst>
          </p:cNvPr>
          <p:cNvSpPr>
            <a:spLocks noGrp="1"/>
          </p:cNvSpPr>
          <p:nvPr>
            <p:ph type="title"/>
          </p:nvPr>
        </p:nvSpPr>
        <p:spPr>
          <a:xfrm>
            <a:off x="7056200" y="734612"/>
            <a:ext cx="3840401" cy="615553"/>
          </a:xfrm>
          <a:prstGeom prst="rect">
            <a:avLst/>
          </a:prstGeom>
        </p:spPr>
        <p:txBody>
          <a:bodyPr/>
          <a:lstStyle>
            <a:lvl1pPr>
              <a:defRPr sz="3200"/>
            </a:lvl1pPr>
          </a:lstStyle>
          <a:p>
            <a:r>
              <a:rPr lang="nl-NL"/>
              <a:t>Klik om stijl te bewerken</a:t>
            </a:r>
          </a:p>
        </p:txBody>
      </p:sp>
    </p:spTree>
    <p:extLst>
      <p:ext uri="{BB962C8B-B14F-4D97-AF65-F5344CB8AC3E}">
        <p14:creationId xmlns:p14="http://schemas.microsoft.com/office/powerpoint/2010/main" val="117721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oud afbeelding rechts">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6098030" y="0"/>
            <a:ext cx="6093977" cy="6858000"/>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pic>
        <p:nvPicPr>
          <p:cNvPr id="8"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6957" y="6145253"/>
            <a:ext cx="576000" cy="493369"/>
          </a:xfrm>
          <a:prstGeom prst="rect">
            <a:avLst/>
          </a:prstGeom>
        </p:spPr>
      </p:pic>
      <p:sp>
        <p:nvSpPr>
          <p:cNvPr id="3" name="Datum">
            <a:extLst>
              <a:ext uri="{FF2B5EF4-FFF2-40B4-BE49-F238E27FC236}">
                <a16:creationId xmlns:a16="http://schemas.microsoft.com/office/drawing/2014/main" id="{9D31CFC5-410C-4748-B6C7-A722E6949738}"/>
              </a:ext>
            </a:extLst>
          </p:cNvPr>
          <p:cNvSpPr>
            <a:spLocks noGrp="1"/>
          </p:cNvSpPr>
          <p:nvPr>
            <p:ph type="dt" sz="half" idx="14"/>
          </p:nvPr>
        </p:nvSpPr>
        <p:spPr/>
        <p:txBody>
          <a:bodyPr/>
          <a:lstStyle/>
          <a:p>
            <a:fld id="{619B05D6-86B8-4218-9682-953FF99C49E4}" type="datetime1">
              <a:rPr lang="en-US" smtClean="0"/>
              <a:t>5/4/2026</a:t>
            </a:fld>
            <a:endParaRPr lang="nl-NL"/>
          </a:p>
        </p:txBody>
      </p:sp>
      <p:sp>
        <p:nvSpPr>
          <p:cNvPr id="4" name="Voettekst">
            <a:extLst>
              <a:ext uri="{FF2B5EF4-FFF2-40B4-BE49-F238E27FC236}">
                <a16:creationId xmlns:a16="http://schemas.microsoft.com/office/drawing/2014/main" id="{0CB614FB-0599-4F33-AE24-A266A79E9AE5}"/>
              </a:ext>
            </a:extLst>
          </p:cNvPr>
          <p:cNvSpPr>
            <a:spLocks noGrp="1"/>
          </p:cNvSpPr>
          <p:nvPr>
            <p:ph type="ftr" sz="quarter" idx="15"/>
          </p:nvPr>
        </p:nvSpPr>
        <p:spPr/>
        <p:txBody>
          <a:bodyPr/>
          <a:lstStyle/>
          <a:p>
            <a:r>
              <a:rPr lang="sv-SE" dirty="0"/>
              <a:t>Analytical Skills – Les 1: Getallen</a:t>
            </a:r>
            <a:endParaRPr lang="nl-NL" dirty="0"/>
          </a:p>
        </p:txBody>
      </p:sp>
      <p:sp>
        <p:nvSpPr>
          <p:cNvPr id="5" name="Dianummer">
            <a:extLst>
              <a:ext uri="{FF2B5EF4-FFF2-40B4-BE49-F238E27FC236}">
                <a16:creationId xmlns:a16="http://schemas.microsoft.com/office/drawing/2014/main" id="{F7361324-3AD2-4A1C-B9DE-436592B7E800}"/>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14" name="Tekst"/>
          <p:cNvSpPr>
            <a:spLocks noGrp="1"/>
          </p:cNvSpPr>
          <p:nvPr>
            <p:ph type="body" sz="quarter" idx="11"/>
          </p:nvPr>
        </p:nvSpPr>
        <p:spPr>
          <a:xfrm flipH="1">
            <a:off x="800299" y="1595121"/>
            <a:ext cx="4815648" cy="4389755"/>
          </a:xfrm>
          <a:prstGeom prst="rect">
            <a:avLst/>
          </a:prstGeom>
        </p:spPr>
        <p:txBody>
          <a:bodyPr wrap="square">
            <a:noAutofit/>
          </a:bodyPr>
          <a:lstStyle>
            <a:lvl1pPr>
              <a:defRPr/>
            </a:lvl1pPr>
          </a:lstStyle>
          <a:p>
            <a:pPr lvl="0"/>
            <a:r>
              <a:rPr lang="nl-NL"/>
              <a:t>Klikken om de tekststijl van het model te bewerken</a:t>
            </a:r>
          </a:p>
        </p:txBody>
      </p:sp>
      <p:sp>
        <p:nvSpPr>
          <p:cNvPr id="9" name="Titel">
            <a:extLst>
              <a:ext uri="{FF2B5EF4-FFF2-40B4-BE49-F238E27FC236}">
                <a16:creationId xmlns:a16="http://schemas.microsoft.com/office/drawing/2014/main" id="{6D366FD9-FE48-4E10-8BCE-1292B606660F}"/>
              </a:ext>
            </a:extLst>
          </p:cNvPr>
          <p:cNvSpPr>
            <a:spLocks noGrp="1"/>
          </p:cNvSpPr>
          <p:nvPr>
            <p:ph type="title"/>
          </p:nvPr>
        </p:nvSpPr>
        <p:spPr>
          <a:xfrm>
            <a:off x="800300" y="325969"/>
            <a:ext cx="4815648" cy="1325033"/>
          </a:xfrm>
        </p:spPr>
        <p:txBody>
          <a:bodyPr>
            <a:normAutofit/>
          </a:bodyPr>
          <a:lstStyle>
            <a:lvl1pPr>
              <a:defRPr sz="3200"/>
            </a:lvl1pPr>
          </a:lstStyle>
          <a:p>
            <a:r>
              <a:rPr lang="nl-NL"/>
              <a:t>Klik om stijl te bewerken</a:t>
            </a:r>
          </a:p>
        </p:txBody>
      </p:sp>
    </p:spTree>
    <p:extLst>
      <p:ext uri="{BB962C8B-B14F-4D97-AF65-F5344CB8AC3E}">
        <p14:creationId xmlns:p14="http://schemas.microsoft.com/office/powerpoint/2010/main" val="3783538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Achtergrond"/>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3" name="Datum">
            <a:extLst>
              <a:ext uri="{FF2B5EF4-FFF2-40B4-BE49-F238E27FC236}">
                <a16:creationId xmlns:a16="http://schemas.microsoft.com/office/drawing/2014/main" id="{68A5FA88-603D-448E-A991-878A5BF919D6}"/>
              </a:ext>
            </a:extLst>
          </p:cNvPr>
          <p:cNvSpPr>
            <a:spLocks noGrp="1"/>
          </p:cNvSpPr>
          <p:nvPr>
            <p:ph type="dt" sz="half" idx="10"/>
          </p:nvPr>
        </p:nvSpPr>
        <p:spPr/>
        <p:txBody>
          <a:bodyPr/>
          <a:lstStyle>
            <a:lvl1pPr>
              <a:defRPr>
                <a:solidFill>
                  <a:schemeClr val="bg1"/>
                </a:solidFill>
              </a:defRPr>
            </a:lvl1pPr>
          </a:lstStyle>
          <a:p>
            <a:fld id="{96E4080C-BA09-4263-8B37-85DB698DA235}" type="datetime1">
              <a:rPr lang="en-US" smtClean="0"/>
              <a:t>5/4/2026</a:t>
            </a:fld>
            <a:endParaRPr lang="nl-NL"/>
          </a:p>
        </p:txBody>
      </p:sp>
      <p:sp>
        <p:nvSpPr>
          <p:cNvPr id="5" name="Voettekst">
            <a:extLst>
              <a:ext uri="{FF2B5EF4-FFF2-40B4-BE49-F238E27FC236}">
                <a16:creationId xmlns:a16="http://schemas.microsoft.com/office/drawing/2014/main" id="{C447EC34-3FCD-4AF9-93D4-2F7E44A3B731}"/>
              </a:ext>
            </a:extLst>
          </p:cNvPr>
          <p:cNvSpPr>
            <a:spLocks noGrp="1"/>
          </p:cNvSpPr>
          <p:nvPr>
            <p:ph type="ftr" sz="quarter" idx="11"/>
          </p:nvPr>
        </p:nvSpPr>
        <p:spPr/>
        <p:txBody>
          <a:bodyPr/>
          <a:lstStyle>
            <a:lvl1pPr>
              <a:defRPr>
                <a:solidFill>
                  <a:schemeClr val="bg1"/>
                </a:solidFill>
              </a:defRPr>
            </a:lvl1pPr>
          </a:lstStyle>
          <a:p>
            <a:r>
              <a:rPr lang="sv-SE" dirty="0"/>
              <a:t>Analytical Skills – Les 1: Getallen</a:t>
            </a:r>
            <a:endParaRPr lang="nl-NL" dirty="0"/>
          </a:p>
        </p:txBody>
      </p:sp>
      <p:sp>
        <p:nvSpPr>
          <p:cNvPr id="6" name="Dianummer">
            <a:extLst>
              <a:ext uri="{FF2B5EF4-FFF2-40B4-BE49-F238E27FC236}">
                <a16:creationId xmlns:a16="http://schemas.microsoft.com/office/drawing/2014/main" id="{3FB4A23C-1705-4B39-9C44-37CD709908EC}"/>
              </a:ext>
            </a:extLst>
          </p:cNvPr>
          <p:cNvSpPr>
            <a:spLocks noGrp="1"/>
          </p:cNvSpPr>
          <p:nvPr>
            <p:ph type="sldNum" sz="quarter" idx="12"/>
          </p:nvPr>
        </p:nvSpPr>
        <p:spPr/>
        <p:txBody>
          <a:bodyPr/>
          <a:lstStyle>
            <a:lvl1pPr>
              <a:defRPr>
                <a:solidFill>
                  <a:schemeClr val="bg1"/>
                </a:solidFill>
              </a:defRPr>
            </a:lvl1pPr>
          </a:lstStyle>
          <a:p>
            <a:fld id="{82F1406F-2017-4431-B79A-7DFC81A4E36B}" type="slidenum">
              <a:rPr lang="nl-NL" smtClean="0"/>
              <a:pPr/>
              <a:t>‹#›</a:t>
            </a:fld>
            <a:endParaRPr lang="nl-NL"/>
          </a:p>
        </p:txBody>
      </p:sp>
      <p:pic>
        <p:nvPicPr>
          <p:cNvPr id="9" name="Logo"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6957" y="6145253"/>
            <a:ext cx="576000" cy="493369"/>
          </a:xfrm>
          <a:prstGeom prst="rect">
            <a:avLst/>
          </a:prstGeom>
        </p:spPr>
      </p:pic>
      <p:sp>
        <p:nvSpPr>
          <p:cNvPr id="12" name="Titeldecoratie"/>
          <p:cNvSpPr/>
          <p:nvPr/>
        </p:nvSpPr>
        <p:spPr>
          <a:xfrm>
            <a:off x="705523" y="914999"/>
            <a:ext cx="144000" cy="97695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2" name="Titel">
            <a:extLst>
              <a:ext uri="{FF2B5EF4-FFF2-40B4-BE49-F238E27FC236}">
                <a16:creationId xmlns:a16="http://schemas.microsoft.com/office/drawing/2014/main" id="{2BA0D956-0B37-4F2B-BD64-4682BAE8EBDC}"/>
              </a:ext>
            </a:extLst>
          </p:cNvPr>
          <p:cNvSpPr>
            <a:spLocks noGrp="1"/>
          </p:cNvSpPr>
          <p:nvPr>
            <p:ph type="title"/>
          </p:nvPr>
        </p:nvSpPr>
        <p:spPr>
          <a:xfrm>
            <a:off x="800299" y="647702"/>
            <a:ext cx="10096300" cy="1325033"/>
          </a:xfrm>
        </p:spPr>
        <p:txBody>
          <a:bodyPr anchor="t"/>
          <a:lstStyle>
            <a:lvl1pPr>
              <a:spcBef>
                <a:spcPts val="1600"/>
              </a:spcBef>
              <a:defRPr i="1">
                <a:solidFill>
                  <a:schemeClr val="bg1"/>
                </a:solidFill>
              </a:defRPr>
            </a:lvl1pPr>
          </a:lstStyle>
          <a:p>
            <a:r>
              <a:rPr lang="nl-NL"/>
              <a:t>Klik om stijl te bewerken</a:t>
            </a:r>
          </a:p>
        </p:txBody>
      </p:sp>
    </p:spTree>
    <p:extLst>
      <p:ext uri="{BB962C8B-B14F-4D97-AF65-F5344CB8AC3E}">
        <p14:creationId xmlns:p14="http://schemas.microsoft.com/office/powerpoint/2010/main" val="34132278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houd blauwe kop">
    <p:spTree>
      <p:nvGrpSpPr>
        <p:cNvPr id="1" name=""/>
        <p:cNvGrpSpPr/>
        <p:nvPr/>
      </p:nvGrpSpPr>
      <p:grpSpPr>
        <a:xfrm>
          <a:off x="0" y="0"/>
          <a:ext cx="0" cy="0"/>
          <a:chOff x="0" y="0"/>
          <a:chExt cx="0" cy="0"/>
        </a:xfrm>
      </p:grpSpPr>
      <p:sp>
        <p:nvSpPr>
          <p:cNvPr id="10" name="Blauwe balk"/>
          <p:cNvSpPr/>
          <p:nvPr/>
        </p:nvSpPr>
        <p:spPr>
          <a:xfrm>
            <a:off x="0" y="4"/>
            <a:ext cx="12192000" cy="21335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9" name="Titeldecoratie"/>
          <p:cNvSpPr/>
          <p:nvPr/>
        </p:nvSpPr>
        <p:spPr>
          <a:xfrm>
            <a:off x="708085" y="913121"/>
            <a:ext cx="144000" cy="60985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2" name="Titel">
            <a:extLst>
              <a:ext uri="{FF2B5EF4-FFF2-40B4-BE49-F238E27FC236}">
                <a16:creationId xmlns:a16="http://schemas.microsoft.com/office/drawing/2014/main" id="{48FD308B-A17C-459D-AD21-0988223F51AA}"/>
              </a:ext>
            </a:extLst>
          </p:cNvPr>
          <p:cNvSpPr>
            <a:spLocks noGrp="1"/>
          </p:cNvSpPr>
          <p:nvPr>
            <p:ph type="title"/>
          </p:nvPr>
        </p:nvSpPr>
        <p:spPr/>
        <p:txBody>
          <a:bodyPr/>
          <a:lstStyle>
            <a:lvl1pPr>
              <a:defRPr>
                <a:solidFill>
                  <a:schemeClr val="bg1"/>
                </a:solidFill>
              </a:defRPr>
            </a:lvl1pPr>
          </a:lstStyle>
          <a:p>
            <a:r>
              <a:rPr lang="nl-NL"/>
              <a:t>Klik om stijl te bewerken</a:t>
            </a:r>
          </a:p>
        </p:txBody>
      </p:sp>
      <p:sp>
        <p:nvSpPr>
          <p:cNvPr id="13" name="Tijdelijke aanduiding voor inhoud 12">
            <a:extLst>
              <a:ext uri="{FF2B5EF4-FFF2-40B4-BE49-F238E27FC236}">
                <a16:creationId xmlns:a16="http://schemas.microsoft.com/office/drawing/2014/main" id="{A6F08B07-1555-4E47-8951-0ECAD9F5A341}"/>
              </a:ext>
            </a:extLst>
          </p:cNvPr>
          <p:cNvSpPr>
            <a:spLocks noGrp="1"/>
          </p:cNvSpPr>
          <p:nvPr>
            <p:ph sz="quarter" idx="10"/>
          </p:nvPr>
        </p:nvSpPr>
        <p:spPr>
          <a:xfrm>
            <a:off x="814918" y="2110127"/>
            <a:ext cx="10096500" cy="376785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2788747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nks in blauw">
    <p:spTree>
      <p:nvGrpSpPr>
        <p:cNvPr id="1" name=""/>
        <p:cNvGrpSpPr/>
        <p:nvPr/>
      </p:nvGrpSpPr>
      <p:grpSpPr>
        <a:xfrm>
          <a:off x="0" y="0"/>
          <a:ext cx="0" cy="0"/>
          <a:chOff x="0" y="0"/>
          <a:chExt cx="0" cy="0"/>
        </a:xfrm>
      </p:grpSpPr>
      <p:sp>
        <p:nvSpPr>
          <p:cNvPr id="21" name="Rechthoek 20"/>
          <p:cNvSpPr/>
          <p:nvPr/>
        </p:nvSpPr>
        <p:spPr>
          <a:xfrm>
            <a:off x="0" y="0"/>
            <a:ext cx="6096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18" name="Rechthoek 17"/>
          <p:cNvSpPr/>
          <p:nvPr/>
        </p:nvSpPr>
        <p:spPr>
          <a:xfrm>
            <a:off x="708085" y="913121"/>
            <a:ext cx="144000" cy="60985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67"/>
          </a:p>
        </p:txBody>
      </p:sp>
      <p:sp>
        <p:nvSpPr>
          <p:cNvPr id="20" name="Tijdelijke aanduiding voor tekst 10"/>
          <p:cNvSpPr>
            <a:spLocks noGrp="1"/>
          </p:cNvSpPr>
          <p:nvPr>
            <p:ph type="body" sz="quarter" idx="11"/>
          </p:nvPr>
        </p:nvSpPr>
        <p:spPr>
          <a:xfrm flipH="1">
            <a:off x="800296" y="1595121"/>
            <a:ext cx="4896755" cy="4389755"/>
          </a:xfrm>
          <a:prstGeom prst="rect">
            <a:avLst/>
          </a:prstGeom>
        </p:spPr>
        <p:txBody>
          <a:bodyPr wrap="square">
            <a:noAutofit/>
          </a:bodyPr>
          <a:lstStyle>
            <a:lvl1pPr>
              <a:defRPr/>
            </a:lvl1pPr>
          </a:lstStyle>
          <a:p>
            <a:pPr lvl="0"/>
            <a:r>
              <a:rPr lang="nl-NL"/>
              <a:t>Klikken om de tekststijl van het model te bewerken</a:t>
            </a:r>
          </a:p>
        </p:txBody>
      </p:sp>
      <p:sp>
        <p:nvSpPr>
          <p:cNvPr id="2" name="Titel 1">
            <a:extLst>
              <a:ext uri="{FF2B5EF4-FFF2-40B4-BE49-F238E27FC236}">
                <a16:creationId xmlns:a16="http://schemas.microsoft.com/office/drawing/2014/main" id="{73E799FC-BB9B-4680-9378-7D7DAE7AEECB}"/>
              </a:ext>
            </a:extLst>
          </p:cNvPr>
          <p:cNvSpPr>
            <a:spLocks noGrp="1"/>
          </p:cNvSpPr>
          <p:nvPr>
            <p:ph type="title"/>
          </p:nvPr>
        </p:nvSpPr>
        <p:spPr>
          <a:xfrm>
            <a:off x="800299" y="325969"/>
            <a:ext cx="4896753" cy="1325033"/>
          </a:xfrm>
        </p:spPr>
        <p:txBody>
          <a:bodyPr>
            <a:normAutofit/>
          </a:bodyPr>
          <a:lstStyle>
            <a:lvl1pPr>
              <a:defRPr sz="3200">
                <a:solidFill>
                  <a:schemeClr val="bg1"/>
                </a:solidFill>
              </a:defRPr>
            </a:lvl1pPr>
          </a:lstStyle>
          <a:p>
            <a:r>
              <a:rPr lang="nl-NL"/>
              <a:t>Klik om stijl te bewerken</a:t>
            </a:r>
          </a:p>
        </p:txBody>
      </p:sp>
      <p:sp>
        <p:nvSpPr>
          <p:cNvPr id="3" name="Tijdelijke aanduiding voor datum 2">
            <a:extLst>
              <a:ext uri="{FF2B5EF4-FFF2-40B4-BE49-F238E27FC236}">
                <a16:creationId xmlns:a16="http://schemas.microsoft.com/office/drawing/2014/main" id="{1059847E-1AEB-4364-9B40-CB9FE59D2139}"/>
              </a:ext>
            </a:extLst>
          </p:cNvPr>
          <p:cNvSpPr>
            <a:spLocks noGrp="1"/>
          </p:cNvSpPr>
          <p:nvPr>
            <p:ph type="dt" sz="half" idx="12"/>
          </p:nvPr>
        </p:nvSpPr>
        <p:spPr/>
        <p:txBody>
          <a:bodyPr/>
          <a:lstStyle/>
          <a:p>
            <a:fld id="{5E437D89-8F6D-4346-831F-8A669749D0AA}" type="datetime1">
              <a:rPr lang="en-US" smtClean="0"/>
              <a:t>5/4/2026</a:t>
            </a:fld>
            <a:endParaRPr lang="nl-NL"/>
          </a:p>
        </p:txBody>
      </p:sp>
      <p:sp>
        <p:nvSpPr>
          <p:cNvPr id="4" name="Tijdelijke aanduiding voor voettekst 3">
            <a:extLst>
              <a:ext uri="{FF2B5EF4-FFF2-40B4-BE49-F238E27FC236}">
                <a16:creationId xmlns:a16="http://schemas.microsoft.com/office/drawing/2014/main" id="{F112DF11-8467-40DB-B310-0BE80520F91E}"/>
              </a:ext>
            </a:extLst>
          </p:cNvPr>
          <p:cNvSpPr>
            <a:spLocks noGrp="1"/>
          </p:cNvSpPr>
          <p:nvPr>
            <p:ph type="ftr" sz="quarter" idx="13"/>
          </p:nvPr>
        </p:nvSpPr>
        <p:spPr/>
        <p:txBody>
          <a:bodyPr/>
          <a:lstStyle>
            <a:lvl1pPr>
              <a:defRPr>
                <a:solidFill>
                  <a:schemeClr val="bg1"/>
                </a:solidFill>
              </a:defRPr>
            </a:lvl1pPr>
          </a:lstStyle>
          <a:p>
            <a:r>
              <a:rPr lang="sv-SE" dirty="0"/>
              <a:t>Analytical Skills – Les 1: Getallen</a:t>
            </a:r>
            <a:endParaRPr lang="nl-NL" dirty="0"/>
          </a:p>
        </p:txBody>
      </p:sp>
      <p:sp>
        <p:nvSpPr>
          <p:cNvPr id="5" name="Tijdelijke aanduiding voor dianummer 4">
            <a:extLst>
              <a:ext uri="{FF2B5EF4-FFF2-40B4-BE49-F238E27FC236}">
                <a16:creationId xmlns:a16="http://schemas.microsoft.com/office/drawing/2014/main" id="{771B7FDD-8445-4B6C-928C-42E20728C1D4}"/>
              </a:ext>
            </a:extLst>
          </p:cNvPr>
          <p:cNvSpPr>
            <a:spLocks noGrp="1"/>
          </p:cNvSpPr>
          <p:nvPr>
            <p:ph type="sldNum" sz="quarter" idx="14"/>
          </p:nvPr>
        </p:nvSpPr>
        <p:spPr/>
        <p:txBody>
          <a:bodyPr/>
          <a:lstStyle>
            <a:lvl1pPr>
              <a:defRPr>
                <a:solidFill>
                  <a:schemeClr val="bg1"/>
                </a:solidFill>
              </a:defRPr>
            </a:lvl1pPr>
          </a:lstStyle>
          <a:p>
            <a:fld id="{82F1406F-2017-4431-B79A-7DFC81A4E36B}" type="slidenum">
              <a:rPr lang="nl-NL" smtClean="0"/>
              <a:pPr/>
              <a:t>‹#›</a:t>
            </a:fld>
            <a:endParaRPr lang="nl-NL"/>
          </a:p>
        </p:txBody>
      </p:sp>
    </p:spTree>
    <p:extLst>
      <p:ext uri="{BB962C8B-B14F-4D97-AF65-F5344CB8AC3E}">
        <p14:creationId xmlns:p14="http://schemas.microsoft.com/office/powerpoint/2010/main" val="1753900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fbeelding">
    <p:spTree>
      <p:nvGrpSpPr>
        <p:cNvPr id="1" name=""/>
        <p:cNvGrpSpPr/>
        <p:nvPr/>
      </p:nvGrpSpPr>
      <p:grpSpPr>
        <a:xfrm>
          <a:off x="0" y="0"/>
          <a:ext cx="0" cy="0"/>
          <a:chOff x="0" y="0"/>
          <a:chExt cx="0" cy="0"/>
        </a:xfrm>
      </p:grpSpPr>
      <p:sp>
        <p:nvSpPr>
          <p:cNvPr id="6" name="Afbeelding"/>
          <p:cNvSpPr>
            <a:spLocks noGrp="1"/>
          </p:cNvSpPr>
          <p:nvPr>
            <p:ph type="pic" sz="quarter" idx="13"/>
          </p:nvPr>
        </p:nvSpPr>
        <p:spPr>
          <a:xfrm>
            <a:off x="0" y="0"/>
            <a:ext cx="12192000" cy="6858000"/>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pic>
        <p:nvPicPr>
          <p:cNvPr id="5" name="Logo"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6957" y="6145253"/>
            <a:ext cx="576000" cy="493369"/>
          </a:xfrm>
          <a:prstGeom prst="rect">
            <a:avLst/>
          </a:prstGeom>
        </p:spPr>
      </p:pic>
      <p:sp>
        <p:nvSpPr>
          <p:cNvPr id="2" name="Datum">
            <a:extLst>
              <a:ext uri="{FF2B5EF4-FFF2-40B4-BE49-F238E27FC236}">
                <a16:creationId xmlns:a16="http://schemas.microsoft.com/office/drawing/2014/main" id="{E2087E8A-EBF1-4939-A6EC-C8B71CD1F234}"/>
              </a:ext>
            </a:extLst>
          </p:cNvPr>
          <p:cNvSpPr>
            <a:spLocks noGrp="1"/>
          </p:cNvSpPr>
          <p:nvPr>
            <p:ph type="dt" sz="half" idx="14"/>
          </p:nvPr>
        </p:nvSpPr>
        <p:spPr/>
        <p:txBody>
          <a:bodyPr/>
          <a:lstStyle>
            <a:lvl1pPr>
              <a:defRPr>
                <a:solidFill>
                  <a:schemeClr val="bg1"/>
                </a:solidFill>
              </a:defRPr>
            </a:lvl1pPr>
          </a:lstStyle>
          <a:p>
            <a:fld id="{4B202C83-CF6B-4CB4-A3C5-136B676E759A}" type="datetime1">
              <a:rPr lang="en-US" smtClean="0"/>
              <a:t>5/4/2026</a:t>
            </a:fld>
            <a:endParaRPr lang="nl-NL"/>
          </a:p>
        </p:txBody>
      </p:sp>
      <p:sp>
        <p:nvSpPr>
          <p:cNvPr id="3" name="Voettekst">
            <a:extLst>
              <a:ext uri="{FF2B5EF4-FFF2-40B4-BE49-F238E27FC236}">
                <a16:creationId xmlns:a16="http://schemas.microsoft.com/office/drawing/2014/main" id="{51ABAC98-76D6-4AA2-8123-35DE7B9C5D00}"/>
              </a:ext>
            </a:extLst>
          </p:cNvPr>
          <p:cNvSpPr>
            <a:spLocks noGrp="1"/>
          </p:cNvSpPr>
          <p:nvPr>
            <p:ph type="ftr" sz="quarter" idx="15"/>
          </p:nvPr>
        </p:nvSpPr>
        <p:spPr/>
        <p:txBody>
          <a:bodyPr/>
          <a:lstStyle>
            <a:lvl1pPr>
              <a:defRPr>
                <a:solidFill>
                  <a:schemeClr val="bg1"/>
                </a:solidFill>
              </a:defRPr>
            </a:lvl1pPr>
          </a:lstStyle>
          <a:p>
            <a:r>
              <a:rPr lang="sv-SE" dirty="0"/>
              <a:t>Analytical Skills – Les 1: Getallen</a:t>
            </a:r>
            <a:endParaRPr lang="nl-NL" dirty="0"/>
          </a:p>
        </p:txBody>
      </p:sp>
      <p:sp>
        <p:nvSpPr>
          <p:cNvPr id="4" name="Dianummer">
            <a:extLst>
              <a:ext uri="{FF2B5EF4-FFF2-40B4-BE49-F238E27FC236}">
                <a16:creationId xmlns:a16="http://schemas.microsoft.com/office/drawing/2014/main" id="{F035DCDC-840A-41D8-8CF0-86E58D1BEDB5}"/>
              </a:ext>
            </a:extLst>
          </p:cNvPr>
          <p:cNvSpPr>
            <a:spLocks noGrp="1"/>
          </p:cNvSpPr>
          <p:nvPr>
            <p:ph type="sldNum" sz="quarter" idx="16"/>
          </p:nvPr>
        </p:nvSpPr>
        <p:spPr/>
        <p:txBody>
          <a:bodyPr/>
          <a:lstStyle>
            <a:lvl1pPr>
              <a:defRPr>
                <a:solidFill>
                  <a:schemeClr val="bg1"/>
                </a:solidFill>
              </a:defRPr>
            </a:lvl1pPr>
          </a:lstStyle>
          <a:p>
            <a:fld id="{82F1406F-2017-4431-B79A-7DFC81A4E36B}" type="slidenum">
              <a:rPr lang="nl-NL" smtClean="0"/>
              <a:pPr/>
              <a:t>‹#›</a:t>
            </a:fld>
            <a:endParaRPr lang="nl-NL"/>
          </a:p>
        </p:txBody>
      </p:sp>
    </p:spTree>
    <p:extLst>
      <p:ext uri="{BB962C8B-B14F-4D97-AF65-F5344CB8AC3E}">
        <p14:creationId xmlns:p14="http://schemas.microsoft.com/office/powerpoint/2010/main" val="2320322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7" name="Afbeelding"/>
          <p:cNvSpPr>
            <a:spLocks noGrp="1"/>
          </p:cNvSpPr>
          <p:nvPr>
            <p:ph type="pic" sz="quarter" idx="13"/>
          </p:nvPr>
        </p:nvSpPr>
        <p:spPr>
          <a:xfrm>
            <a:off x="0" y="8483"/>
            <a:ext cx="12192000" cy="4430712"/>
          </a:xfrm>
          <a:prstGeom prst="rect">
            <a:avLst/>
          </a:prstGeom>
          <a:solidFill>
            <a:schemeClr val="bg1">
              <a:lumMod val="75000"/>
            </a:schemeClr>
          </a:solidFill>
        </p:spPr>
        <p:txBody>
          <a:bodyPr vert="horz" anchor="ctr" anchorCtr="0"/>
          <a:lstStyle>
            <a:lvl1pPr marL="0" indent="0" algn="ctr">
              <a:buNone/>
              <a:defRPr sz="2667"/>
            </a:lvl1pPr>
          </a:lstStyle>
          <a:p>
            <a:r>
              <a:rPr lang="nl-NL"/>
              <a:t>Klik op het pictogram als u een afbeelding wilt toevoegen</a:t>
            </a:r>
          </a:p>
        </p:txBody>
      </p:sp>
      <p:sp>
        <p:nvSpPr>
          <p:cNvPr id="2" name="Datum">
            <a:extLst>
              <a:ext uri="{FF2B5EF4-FFF2-40B4-BE49-F238E27FC236}">
                <a16:creationId xmlns:a16="http://schemas.microsoft.com/office/drawing/2014/main" id="{6D906BA2-E053-48E4-AB1A-B98F822F373A}"/>
              </a:ext>
            </a:extLst>
          </p:cNvPr>
          <p:cNvSpPr>
            <a:spLocks noGrp="1"/>
          </p:cNvSpPr>
          <p:nvPr>
            <p:ph type="dt" sz="half" idx="14"/>
          </p:nvPr>
        </p:nvSpPr>
        <p:spPr/>
        <p:txBody>
          <a:bodyPr/>
          <a:lstStyle/>
          <a:p>
            <a:fld id="{63A86145-E806-4748-B60F-3B208FA67D04}" type="datetime1">
              <a:rPr lang="en-US" smtClean="0"/>
              <a:t>5/4/2026</a:t>
            </a:fld>
            <a:endParaRPr lang="nl-NL"/>
          </a:p>
        </p:txBody>
      </p:sp>
      <p:sp>
        <p:nvSpPr>
          <p:cNvPr id="3" name="Voettekst">
            <a:extLst>
              <a:ext uri="{FF2B5EF4-FFF2-40B4-BE49-F238E27FC236}">
                <a16:creationId xmlns:a16="http://schemas.microsoft.com/office/drawing/2014/main" id="{9EFAB82E-0F83-4580-84EB-A0052930C744}"/>
              </a:ext>
            </a:extLst>
          </p:cNvPr>
          <p:cNvSpPr>
            <a:spLocks noGrp="1"/>
          </p:cNvSpPr>
          <p:nvPr>
            <p:ph type="ftr" sz="quarter" idx="15"/>
          </p:nvPr>
        </p:nvSpPr>
        <p:spPr/>
        <p:txBody>
          <a:bodyPr/>
          <a:lstStyle/>
          <a:p>
            <a:r>
              <a:rPr lang="sv-SE" dirty="0"/>
              <a:t>Analytical Skills – Les 1: Getallen</a:t>
            </a:r>
            <a:endParaRPr lang="nl-NL" dirty="0"/>
          </a:p>
        </p:txBody>
      </p:sp>
      <p:sp>
        <p:nvSpPr>
          <p:cNvPr id="4" name="Dianummer">
            <a:extLst>
              <a:ext uri="{FF2B5EF4-FFF2-40B4-BE49-F238E27FC236}">
                <a16:creationId xmlns:a16="http://schemas.microsoft.com/office/drawing/2014/main" id="{E4E548A3-BE10-43A7-8499-801A7AA2EC49}"/>
              </a:ext>
            </a:extLst>
          </p:cNvPr>
          <p:cNvSpPr>
            <a:spLocks noGrp="1"/>
          </p:cNvSpPr>
          <p:nvPr>
            <p:ph type="sldNum" sz="quarter" idx="16"/>
          </p:nvPr>
        </p:nvSpPr>
        <p:spPr/>
        <p:txBody>
          <a:bodyPr/>
          <a:lstStyle/>
          <a:p>
            <a:fld id="{82F1406F-2017-4431-B79A-7DFC81A4E36B}" type="slidenum">
              <a:rPr lang="nl-NL" smtClean="0"/>
              <a:pPr/>
              <a:t>‹#›</a:t>
            </a:fld>
            <a:endParaRPr lang="nl-NL"/>
          </a:p>
        </p:txBody>
      </p:sp>
      <p:sp>
        <p:nvSpPr>
          <p:cNvPr id="9" name="Tekst"/>
          <p:cNvSpPr>
            <a:spLocks noGrp="1"/>
          </p:cNvSpPr>
          <p:nvPr>
            <p:ph type="body" sz="quarter" idx="12" hasCustomPrompt="1"/>
          </p:nvPr>
        </p:nvSpPr>
        <p:spPr>
          <a:xfrm>
            <a:off x="708086" y="4927953"/>
            <a:ext cx="10476381" cy="1056923"/>
          </a:xfrm>
          <a:prstGeom prst="rect">
            <a:avLst/>
          </a:prstGeom>
        </p:spPr>
        <p:txBody>
          <a:bodyPr vert="horz" wrap="square">
            <a:noAutofit/>
          </a:bodyPr>
          <a:lstStyle>
            <a:lvl1pPr marL="0" indent="0">
              <a:buNone/>
              <a:defRPr sz="2667" b="0"/>
            </a:lvl1pPr>
            <a:lvl2pPr marL="609585" indent="0">
              <a:buNone/>
              <a:defRPr sz="2667" b="1"/>
            </a:lvl2pPr>
            <a:lvl3pPr marL="1219170" indent="0">
              <a:buNone/>
              <a:defRPr sz="2667" b="1"/>
            </a:lvl3pPr>
            <a:lvl4pPr marL="1828754" indent="0">
              <a:buNone/>
              <a:defRPr sz="2667" b="1"/>
            </a:lvl4pPr>
            <a:lvl5pPr marL="2438339" indent="0">
              <a:buNone/>
              <a:defRPr sz="2667" b="1"/>
            </a:lvl5pPr>
          </a:lstStyle>
          <a:p>
            <a:pPr lvl="0"/>
            <a:r>
              <a:rPr lang="en-US" err="1"/>
              <a:t>Bijschrift</a:t>
            </a:r>
            <a:endParaRPr lang="nl-NL"/>
          </a:p>
        </p:txBody>
      </p:sp>
    </p:spTree>
    <p:extLst>
      <p:ext uri="{BB962C8B-B14F-4D97-AF65-F5344CB8AC3E}">
        <p14:creationId xmlns:p14="http://schemas.microsoft.com/office/powerpoint/2010/main" val="2208643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B7950-1FC4-4886-986A-1438624A09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E84F72-33B9-4570-88CD-D787C30A2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E68B4-BBE4-4E94-B026-D29791D66316}"/>
              </a:ext>
            </a:extLst>
          </p:cNvPr>
          <p:cNvSpPr>
            <a:spLocks noGrp="1"/>
          </p:cNvSpPr>
          <p:nvPr>
            <p:ph type="dt" sz="half" idx="10"/>
          </p:nvPr>
        </p:nvSpPr>
        <p:spPr/>
        <p:txBody>
          <a:bodyPr/>
          <a:lstStyle/>
          <a:p>
            <a:fld id="{9DC9F321-131A-4464-B26F-3DE164580998}" type="datetime1">
              <a:rPr lang="en-US" smtClean="0"/>
              <a:t>5/4/2026</a:t>
            </a:fld>
            <a:endParaRPr lang="en-US"/>
          </a:p>
        </p:txBody>
      </p:sp>
      <p:sp>
        <p:nvSpPr>
          <p:cNvPr id="5" name="Footer Placeholder 4">
            <a:extLst>
              <a:ext uri="{FF2B5EF4-FFF2-40B4-BE49-F238E27FC236}">
                <a16:creationId xmlns:a16="http://schemas.microsoft.com/office/drawing/2014/main" id="{6A98DE4D-8757-4E7D-A2F2-1ECD998DCB12}"/>
              </a:ext>
            </a:extLst>
          </p:cNvPr>
          <p:cNvSpPr>
            <a:spLocks noGrp="1"/>
          </p:cNvSpPr>
          <p:nvPr>
            <p:ph type="ftr" sz="quarter" idx="11"/>
          </p:nvPr>
        </p:nvSpPr>
        <p:spPr/>
        <p:txBody>
          <a:bodyPr/>
          <a:lstStyle/>
          <a:p>
            <a:r>
              <a:rPr lang="sv-SE" dirty="0"/>
              <a:t>Analytical Skills – Les 1: Getallen</a:t>
            </a:r>
            <a:endParaRPr lang="en-US" dirty="0"/>
          </a:p>
        </p:txBody>
      </p:sp>
      <p:sp>
        <p:nvSpPr>
          <p:cNvPr id="6" name="Slide Number Placeholder 5">
            <a:extLst>
              <a:ext uri="{FF2B5EF4-FFF2-40B4-BE49-F238E27FC236}">
                <a16:creationId xmlns:a16="http://schemas.microsoft.com/office/drawing/2014/main" id="{83EBB35B-CFC7-4BC2-9830-188AD1BD5537}"/>
              </a:ext>
            </a:extLst>
          </p:cNvPr>
          <p:cNvSpPr>
            <a:spLocks noGrp="1"/>
          </p:cNvSpPr>
          <p:nvPr>
            <p:ph type="sldNum" sz="quarter" idx="12"/>
          </p:nvPr>
        </p:nvSpPr>
        <p:spPr/>
        <p:txBody>
          <a:bodyPr/>
          <a:lstStyle/>
          <a:p>
            <a:fld id="{378DF747-8C7E-42F0-ABD7-47587DAC082D}" type="slidenum">
              <a:rPr lang="en-US" smtClean="0"/>
              <a:t>‹#›</a:t>
            </a:fld>
            <a:endParaRPr lang="en-US"/>
          </a:p>
        </p:txBody>
      </p:sp>
    </p:spTree>
    <p:extLst>
      <p:ext uri="{BB962C8B-B14F-4D97-AF65-F5344CB8AC3E}">
        <p14:creationId xmlns:p14="http://schemas.microsoft.com/office/powerpoint/2010/main" val="37283743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5FF5-F209-48FF-8F63-889658338B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A6E54-DED3-48F4-ADA5-D43F1ECB875E}"/>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C92387-4818-4980-8536-928E8A30A4C6}"/>
              </a:ext>
            </a:extLst>
          </p:cNvPr>
          <p:cNvSpPr>
            <a:spLocks noGrp="1"/>
          </p:cNvSpPr>
          <p:nvPr>
            <p:ph type="dt" sz="half" idx="10"/>
          </p:nvPr>
        </p:nvSpPr>
        <p:spPr/>
        <p:txBody>
          <a:bodyPr/>
          <a:lstStyle/>
          <a:p>
            <a:fld id="{C6A87EB0-489E-4691-ADF0-E061285BBA69}" type="datetime1">
              <a:rPr lang="en-US" smtClean="0"/>
              <a:t>5/4/2026</a:t>
            </a:fld>
            <a:endParaRPr lang="en-US"/>
          </a:p>
        </p:txBody>
      </p:sp>
      <p:sp>
        <p:nvSpPr>
          <p:cNvPr id="5" name="Footer Placeholder 4">
            <a:extLst>
              <a:ext uri="{FF2B5EF4-FFF2-40B4-BE49-F238E27FC236}">
                <a16:creationId xmlns:a16="http://schemas.microsoft.com/office/drawing/2014/main" id="{67468271-C5DF-482E-834E-348D9B0A0946}"/>
              </a:ext>
            </a:extLst>
          </p:cNvPr>
          <p:cNvSpPr>
            <a:spLocks noGrp="1"/>
          </p:cNvSpPr>
          <p:nvPr>
            <p:ph type="ftr" sz="quarter" idx="11"/>
          </p:nvPr>
        </p:nvSpPr>
        <p:spPr/>
        <p:txBody>
          <a:bodyPr/>
          <a:lstStyle/>
          <a:p>
            <a:r>
              <a:rPr lang="sv-SE" dirty="0"/>
              <a:t>Analytical Skills – Les 1: Getallen</a:t>
            </a:r>
            <a:endParaRPr lang="en-US" dirty="0"/>
          </a:p>
        </p:txBody>
      </p:sp>
      <p:sp>
        <p:nvSpPr>
          <p:cNvPr id="6" name="Slide Number Placeholder 5">
            <a:extLst>
              <a:ext uri="{FF2B5EF4-FFF2-40B4-BE49-F238E27FC236}">
                <a16:creationId xmlns:a16="http://schemas.microsoft.com/office/drawing/2014/main" id="{CA0DC279-59BC-470D-8EFC-ACC7FF4A75FD}"/>
              </a:ext>
            </a:extLst>
          </p:cNvPr>
          <p:cNvSpPr>
            <a:spLocks noGrp="1"/>
          </p:cNvSpPr>
          <p:nvPr>
            <p:ph type="sldNum" sz="quarter" idx="12"/>
          </p:nvPr>
        </p:nvSpPr>
        <p:spPr/>
        <p:txBody>
          <a:bodyPr/>
          <a:lstStyle/>
          <a:p>
            <a:fld id="{378DF747-8C7E-42F0-ABD7-47587DAC082D}" type="slidenum">
              <a:rPr lang="en-US" smtClean="0"/>
              <a:t>‹#›</a:t>
            </a:fld>
            <a:endParaRPr lang="en-US"/>
          </a:p>
        </p:txBody>
      </p:sp>
    </p:spTree>
    <p:extLst>
      <p:ext uri="{BB962C8B-B14F-4D97-AF65-F5344CB8AC3E}">
        <p14:creationId xmlns:p14="http://schemas.microsoft.com/office/powerpoint/2010/main" val="34450799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157B720-52B7-804C-A0D3-E1214CD524D4}"/>
              </a:ext>
            </a:extLst>
          </p:cNvPr>
          <p:cNvSpPr/>
          <p:nvPr userDrawn="1"/>
        </p:nvSpPr>
        <p:spPr>
          <a:xfrm>
            <a:off x="0" y="2"/>
            <a:ext cx="6096000" cy="5661025"/>
          </a:xfrm>
          <a:prstGeom prst="rect">
            <a:avLst/>
          </a:prstGeom>
          <a:solidFill>
            <a:srgbClr val="ED00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a:latin typeface="Arial" panose="020B0604020202020204" pitchFamily="34" charset="0"/>
            </a:endParaRPr>
          </a:p>
        </p:txBody>
      </p:sp>
      <p:sp>
        <p:nvSpPr>
          <p:cNvPr id="2" name="Title 1">
            <a:extLst>
              <a:ext uri="{FF2B5EF4-FFF2-40B4-BE49-F238E27FC236}">
                <a16:creationId xmlns:a16="http://schemas.microsoft.com/office/drawing/2014/main" id="{EC048753-774D-8743-964C-36B63EB182A5}"/>
              </a:ext>
            </a:extLst>
          </p:cNvPr>
          <p:cNvSpPr>
            <a:spLocks noGrp="1"/>
          </p:cNvSpPr>
          <p:nvPr>
            <p:ph type="ctrTitle"/>
          </p:nvPr>
        </p:nvSpPr>
        <p:spPr>
          <a:xfrm>
            <a:off x="550865" y="476253"/>
            <a:ext cx="5040311" cy="3566407"/>
          </a:xfrm>
        </p:spPr>
        <p:txBody>
          <a:bodyPr anchor="t">
            <a:normAutofit/>
          </a:bodyPr>
          <a:lstStyle>
            <a:lvl1pPr algn="l">
              <a:lnSpc>
                <a:spcPct val="100000"/>
              </a:lnSpc>
              <a:defRPr sz="55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CABE572-709C-644D-AC4C-63C4300BE961}"/>
              </a:ext>
            </a:extLst>
          </p:cNvPr>
          <p:cNvSpPr>
            <a:spLocks noGrp="1"/>
          </p:cNvSpPr>
          <p:nvPr>
            <p:ph type="subTitle" idx="1"/>
          </p:nvPr>
        </p:nvSpPr>
        <p:spPr>
          <a:xfrm>
            <a:off x="550864" y="4374076"/>
            <a:ext cx="5038381" cy="365125"/>
          </a:xfrm>
        </p:spPr>
        <p:txBody>
          <a:bodyPr>
            <a:normAutofit/>
          </a:bodyPr>
          <a:lstStyle>
            <a:lvl1pPr marL="0" indent="0" algn="l">
              <a:buNone/>
              <a:defRPr sz="2100" b="1" i="0">
                <a:solidFill>
                  <a:schemeClr val="bg1"/>
                </a:solidFill>
                <a:latin typeface="Arial Black" panose="020B06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Text Placeholder 18">
            <a:extLst>
              <a:ext uri="{FF2B5EF4-FFF2-40B4-BE49-F238E27FC236}">
                <a16:creationId xmlns:a16="http://schemas.microsoft.com/office/drawing/2014/main" id="{459EA1FD-E0A8-2242-A5C3-2C1FF8B3694F}"/>
              </a:ext>
            </a:extLst>
          </p:cNvPr>
          <p:cNvSpPr>
            <a:spLocks noGrp="1"/>
          </p:cNvSpPr>
          <p:nvPr>
            <p:ph type="body" sz="quarter" idx="13"/>
          </p:nvPr>
        </p:nvSpPr>
        <p:spPr>
          <a:xfrm>
            <a:off x="550877" y="4714323"/>
            <a:ext cx="5040299" cy="365125"/>
          </a:xfrm>
        </p:spPr>
        <p:txBody>
          <a:bodyPr>
            <a:normAutofit/>
          </a:bodyPr>
          <a:lstStyle>
            <a:lvl1pPr marL="0" indent="0">
              <a:buFontTx/>
              <a:buNone/>
              <a:defRPr lang="en-US" sz="2100" b="0" i="0" kern="1200" dirty="0">
                <a:solidFill>
                  <a:schemeClr val="bg1"/>
                </a:solidFill>
                <a:latin typeface="Arial" panose="020B0604020202020204" pitchFamily="34" charset="0"/>
                <a:ea typeface="+mn-ea"/>
                <a:cs typeface="+mn-cs"/>
              </a:defRPr>
            </a:lvl1pPr>
          </a:lstStyle>
          <a:p>
            <a:pPr lvl="0"/>
            <a:r>
              <a:rPr lang="en-US"/>
              <a:t>Edit Master text styles</a:t>
            </a:r>
          </a:p>
        </p:txBody>
      </p:sp>
      <p:sp>
        <p:nvSpPr>
          <p:cNvPr id="21" name="Picture Placeholder 20">
            <a:extLst>
              <a:ext uri="{FF2B5EF4-FFF2-40B4-BE49-F238E27FC236}">
                <a16:creationId xmlns:a16="http://schemas.microsoft.com/office/drawing/2014/main" id="{3F5BB4F2-4F6D-2443-9267-1938424A8A98}"/>
              </a:ext>
            </a:extLst>
          </p:cNvPr>
          <p:cNvSpPr>
            <a:spLocks noGrp="1"/>
          </p:cNvSpPr>
          <p:nvPr>
            <p:ph type="pic" sz="quarter" idx="14"/>
          </p:nvPr>
        </p:nvSpPr>
        <p:spPr>
          <a:xfrm>
            <a:off x="6096000" y="2"/>
            <a:ext cx="6096000" cy="5661025"/>
          </a:xfrm>
          <a:solidFill>
            <a:schemeClr val="bg2"/>
          </a:solidFill>
        </p:spPr>
        <p:txBody>
          <a:bodyPr/>
          <a:lstStyle>
            <a:lvl1pPr marL="0" indent="0">
              <a:buNone/>
              <a:defRPr/>
            </a:lvl1pPr>
          </a:lstStyle>
          <a:p>
            <a:r>
              <a:rPr lang="en-US"/>
              <a:t>Click icon to add picture</a:t>
            </a:r>
          </a:p>
        </p:txBody>
      </p:sp>
      <p:grpSp>
        <p:nvGrpSpPr>
          <p:cNvPr id="4" name="Group 3">
            <a:extLst>
              <a:ext uri="{FF2B5EF4-FFF2-40B4-BE49-F238E27FC236}">
                <a16:creationId xmlns:a16="http://schemas.microsoft.com/office/drawing/2014/main" id="{7C9CD55D-D706-2F41-A5BD-14240E79B9CE}"/>
              </a:ext>
            </a:extLst>
          </p:cNvPr>
          <p:cNvGrpSpPr/>
          <p:nvPr userDrawn="1"/>
        </p:nvGrpSpPr>
        <p:grpSpPr>
          <a:xfrm>
            <a:off x="550866" y="6001272"/>
            <a:ext cx="1898159" cy="463885"/>
            <a:chOff x="612356" y="5989450"/>
            <a:chExt cx="1898159" cy="463885"/>
          </a:xfrm>
        </p:grpSpPr>
        <p:sp>
          <p:nvSpPr>
            <p:cNvPr id="50" name="Shape">
              <a:extLst>
                <a:ext uri="{FF2B5EF4-FFF2-40B4-BE49-F238E27FC236}">
                  <a16:creationId xmlns:a16="http://schemas.microsoft.com/office/drawing/2014/main" id="{B7FA90FF-C68E-1E45-8E83-1534D026AC0F}"/>
                </a:ext>
              </a:extLst>
            </p:cNvPr>
            <p:cNvSpPr/>
            <p:nvPr userDrawn="1"/>
          </p:nvSpPr>
          <p:spPr>
            <a:xfrm>
              <a:off x="765063" y="5992444"/>
              <a:ext cx="76391" cy="1909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51" name="Shape">
              <a:extLst>
                <a:ext uri="{FF2B5EF4-FFF2-40B4-BE49-F238E27FC236}">
                  <a16:creationId xmlns:a16="http://schemas.microsoft.com/office/drawing/2014/main" id="{30A6A744-722A-F445-8733-37C519CF8B65}"/>
                </a:ext>
              </a:extLst>
            </p:cNvPr>
            <p:cNvSpPr/>
            <p:nvPr userDrawn="1"/>
          </p:nvSpPr>
          <p:spPr>
            <a:xfrm>
              <a:off x="765063" y="6258933"/>
              <a:ext cx="76391" cy="19095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52" name="Shape">
              <a:extLst>
                <a:ext uri="{FF2B5EF4-FFF2-40B4-BE49-F238E27FC236}">
                  <a16:creationId xmlns:a16="http://schemas.microsoft.com/office/drawing/2014/main" id="{6AB8E0E4-4143-B142-939F-21D1A2F68B8D}"/>
                </a:ext>
              </a:extLst>
            </p:cNvPr>
            <p:cNvSpPr/>
            <p:nvPr userDrawn="1"/>
          </p:nvSpPr>
          <p:spPr>
            <a:xfrm>
              <a:off x="612356" y="5992444"/>
              <a:ext cx="76391" cy="4582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53" name="Shape">
              <a:extLst>
                <a:ext uri="{FF2B5EF4-FFF2-40B4-BE49-F238E27FC236}">
                  <a16:creationId xmlns:a16="http://schemas.microsoft.com/office/drawing/2014/main" id="{1FD02E03-8E28-5F4C-A93B-6BD1EA6D061B}"/>
                </a:ext>
              </a:extLst>
            </p:cNvPr>
            <p:cNvSpPr/>
            <p:nvPr userDrawn="1"/>
          </p:nvSpPr>
          <p:spPr>
            <a:xfrm>
              <a:off x="917770" y="5992444"/>
              <a:ext cx="229211" cy="343716"/>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799"/>
                    <a:pt x="10801" y="16799"/>
                  </a:cubicBezTo>
                  <a:cubicBezTo>
                    <a:pt x="8807" y="16799"/>
                    <a:pt x="7202" y="15724"/>
                    <a:pt x="7202" y="14399"/>
                  </a:cubicBezTo>
                  <a:lnTo>
                    <a:pt x="7202" y="0"/>
                  </a:lnTo>
                  <a:lnTo>
                    <a:pt x="4"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rgbClr val="ED0010"/>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48" name="Freeform 47">
              <a:extLst>
                <a:ext uri="{FF2B5EF4-FFF2-40B4-BE49-F238E27FC236}">
                  <a16:creationId xmlns:a16="http://schemas.microsoft.com/office/drawing/2014/main" id="{D0F42141-6C0F-3C42-80F0-19E25BB873AE}"/>
                </a:ext>
              </a:extLst>
            </p:cNvPr>
            <p:cNvSpPr/>
            <p:nvPr userDrawn="1"/>
          </p:nvSpPr>
          <p:spPr>
            <a:xfrm>
              <a:off x="1299537" y="5989450"/>
              <a:ext cx="1210978" cy="195118"/>
            </a:xfrm>
            <a:custGeom>
              <a:avLst/>
              <a:gdLst>
                <a:gd name="connsiteX0" fmla="*/ 1045838 w 1210978"/>
                <a:gd name="connsiteY0" fmla="*/ 29584 h 195118"/>
                <a:gd name="connsiteX1" fmla="*/ 1030072 w 1210978"/>
                <a:gd name="connsiteY1" fmla="*/ 46431 h 195118"/>
                <a:gd name="connsiteX2" fmla="*/ 1030072 w 1210978"/>
                <a:gd name="connsiteY2" fmla="*/ 148696 h 195118"/>
                <a:gd name="connsiteX3" fmla="*/ 1045838 w 1210978"/>
                <a:gd name="connsiteY3" fmla="*/ 165281 h 195118"/>
                <a:gd name="connsiteX4" fmla="*/ 1061587 w 1210978"/>
                <a:gd name="connsiteY4" fmla="*/ 148696 h 195118"/>
                <a:gd name="connsiteX5" fmla="*/ 1061587 w 1210978"/>
                <a:gd name="connsiteY5" fmla="*/ 46431 h 195118"/>
                <a:gd name="connsiteX6" fmla="*/ 1045838 w 1210978"/>
                <a:gd name="connsiteY6" fmla="*/ 29584 h 195118"/>
                <a:gd name="connsiteX7" fmla="*/ 918583 w 1210978"/>
                <a:gd name="connsiteY7" fmla="*/ 29584 h 195118"/>
                <a:gd name="connsiteX8" fmla="*/ 902830 w 1210978"/>
                <a:gd name="connsiteY8" fmla="*/ 46431 h 195118"/>
                <a:gd name="connsiteX9" fmla="*/ 902830 w 1210978"/>
                <a:gd name="connsiteY9" fmla="*/ 148696 h 195118"/>
                <a:gd name="connsiteX10" fmla="*/ 918583 w 1210978"/>
                <a:gd name="connsiteY10" fmla="*/ 165281 h 195118"/>
                <a:gd name="connsiteX11" fmla="*/ 934332 w 1210978"/>
                <a:gd name="connsiteY11" fmla="*/ 148696 h 195118"/>
                <a:gd name="connsiteX12" fmla="*/ 934332 w 1210978"/>
                <a:gd name="connsiteY12" fmla="*/ 46431 h 195118"/>
                <a:gd name="connsiteX13" fmla="*/ 918583 w 1210978"/>
                <a:gd name="connsiteY13" fmla="*/ 29584 h 195118"/>
                <a:gd name="connsiteX14" fmla="*/ 174510 w 1210978"/>
                <a:gd name="connsiteY14" fmla="*/ 29584 h 195118"/>
                <a:gd name="connsiteX15" fmla="*/ 158757 w 1210978"/>
                <a:gd name="connsiteY15" fmla="*/ 46431 h 195118"/>
                <a:gd name="connsiteX16" fmla="*/ 158757 w 1210978"/>
                <a:gd name="connsiteY16" fmla="*/ 148696 h 195118"/>
                <a:gd name="connsiteX17" fmla="*/ 174510 w 1210978"/>
                <a:gd name="connsiteY17" fmla="*/ 165281 h 195118"/>
                <a:gd name="connsiteX18" fmla="*/ 190272 w 1210978"/>
                <a:gd name="connsiteY18" fmla="*/ 148696 h 195118"/>
                <a:gd name="connsiteX19" fmla="*/ 190272 w 1210978"/>
                <a:gd name="connsiteY19" fmla="*/ 46431 h 195118"/>
                <a:gd name="connsiteX20" fmla="*/ 174510 w 1210978"/>
                <a:gd name="connsiteY20" fmla="*/ 29584 h 195118"/>
                <a:gd name="connsiteX21" fmla="*/ 1125839 w 1210978"/>
                <a:gd name="connsiteY21" fmla="*/ 2994 h 195118"/>
                <a:gd name="connsiteX22" fmla="*/ 1157352 w 1210978"/>
                <a:gd name="connsiteY22" fmla="*/ 2994 h 195118"/>
                <a:gd name="connsiteX23" fmla="*/ 1157352 w 1210978"/>
                <a:gd name="connsiteY23" fmla="*/ 164396 h 195118"/>
                <a:gd name="connsiteX24" fmla="*/ 1210978 w 1210978"/>
                <a:gd name="connsiteY24" fmla="*/ 164396 h 195118"/>
                <a:gd name="connsiteX25" fmla="*/ 1210978 w 1210978"/>
                <a:gd name="connsiteY25" fmla="*/ 193688 h 195118"/>
                <a:gd name="connsiteX26" fmla="*/ 1125839 w 1210978"/>
                <a:gd name="connsiteY26" fmla="*/ 193688 h 195118"/>
                <a:gd name="connsiteX27" fmla="*/ 744072 w 1210978"/>
                <a:gd name="connsiteY27" fmla="*/ 2994 h 195118"/>
                <a:gd name="connsiteX28" fmla="*/ 775587 w 1210978"/>
                <a:gd name="connsiteY28" fmla="*/ 2994 h 195118"/>
                <a:gd name="connsiteX29" fmla="*/ 775587 w 1210978"/>
                <a:gd name="connsiteY29" fmla="*/ 82026 h 195118"/>
                <a:gd name="connsiteX30" fmla="*/ 807101 w 1210978"/>
                <a:gd name="connsiteY30" fmla="*/ 82026 h 195118"/>
                <a:gd name="connsiteX31" fmla="*/ 807101 w 1210978"/>
                <a:gd name="connsiteY31" fmla="*/ 2994 h 195118"/>
                <a:gd name="connsiteX32" fmla="*/ 838603 w 1210978"/>
                <a:gd name="connsiteY32" fmla="*/ 2994 h 195118"/>
                <a:gd name="connsiteX33" fmla="*/ 838603 w 1210978"/>
                <a:gd name="connsiteY33" fmla="*/ 193688 h 195118"/>
                <a:gd name="connsiteX34" fmla="*/ 807101 w 1210978"/>
                <a:gd name="connsiteY34" fmla="*/ 193688 h 195118"/>
                <a:gd name="connsiteX35" fmla="*/ 807101 w 1210978"/>
                <a:gd name="connsiteY35" fmla="*/ 111328 h 195118"/>
                <a:gd name="connsiteX36" fmla="*/ 775587 w 1210978"/>
                <a:gd name="connsiteY36" fmla="*/ 111328 h 195118"/>
                <a:gd name="connsiteX37" fmla="*/ 775587 w 1210978"/>
                <a:gd name="connsiteY37" fmla="*/ 193688 h 195118"/>
                <a:gd name="connsiteX38" fmla="*/ 744072 w 1210978"/>
                <a:gd name="connsiteY38" fmla="*/ 193688 h 195118"/>
                <a:gd name="connsiteX39" fmla="*/ 381767 w 1210978"/>
                <a:gd name="connsiteY39" fmla="*/ 2994 h 195118"/>
                <a:gd name="connsiteX40" fmla="*/ 466881 w 1210978"/>
                <a:gd name="connsiteY40" fmla="*/ 2994 h 195118"/>
                <a:gd name="connsiteX41" fmla="*/ 466881 w 1210978"/>
                <a:gd name="connsiteY41" fmla="*/ 32287 h 195118"/>
                <a:gd name="connsiteX42" fmla="*/ 413255 w 1210978"/>
                <a:gd name="connsiteY42" fmla="*/ 32287 h 195118"/>
                <a:gd name="connsiteX43" fmla="*/ 413255 w 1210978"/>
                <a:gd name="connsiteY43" fmla="*/ 82026 h 195118"/>
                <a:gd name="connsiteX44" fmla="*/ 458602 w 1210978"/>
                <a:gd name="connsiteY44" fmla="*/ 82026 h 195118"/>
                <a:gd name="connsiteX45" fmla="*/ 458602 w 1210978"/>
                <a:gd name="connsiteY45" fmla="*/ 111328 h 195118"/>
                <a:gd name="connsiteX46" fmla="*/ 413255 w 1210978"/>
                <a:gd name="connsiteY46" fmla="*/ 111328 h 195118"/>
                <a:gd name="connsiteX47" fmla="*/ 413255 w 1210978"/>
                <a:gd name="connsiteY47" fmla="*/ 164396 h 195118"/>
                <a:gd name="connsiteX48" fmla="*/ 466881 w 1210978"/>
                <a:gd name="connsiteY48" fmla="*/ 164396 h 195118"/>
                <a:gd name="connsiteX49" fmla="*/ 466881 w 1210978"/>
                <a:gd name="connsiteY49" fmla="*/ 193688 h 195118"/>
                <a:gd name="connsiteX50" fmla="*/ 381767 w 1210978"/>
                <a:gd name="connsiteY50" fmla="*/ 193688 h 195118"/>
                <a:gd name="connsiteX51" fmla="*/ 0 w 1210978"/>
                <a:gd name="connsiteY51" fmla="*/ 2994 h 195118"/>
                <a:gd name="connsiteX52" fmla="*/ 31515 w 1210978"/>
                <a:gd name="connsiteY52" fmla="*/ 2994 h 195118"/>
                <a:gd name="connsiteX53" fmla="*/ 31515 w 1210978"/>
                <a:gd name="connsiteY53" fmla="*/ 82026 h 195118"/>
                <a:gd name="connsiteX54" fmla="*/ 63030 w 1210978"/>
                <a:gd name="connsiteY54" fmla="*/ 82026 h 195118"/>
                <a:gd name="connsiteX55" fmla="*/ 63030 w 1210978"/>
                <a:gd name="connsiteY55" fmla="*/ 2994 h 195118"/>
                <a:gd name="connsiteX56" fmla="*/ 94519 w 1210978"/>
                <a:gd name="connsiteY56" fmla="*/ 2994 h 195118"/>
                <a:gd name="connsiteX57" fmla="*/ 94519 w 1210978"/>
                <a:gd name="connsiteY57" fmla="*/ 193688 h 195118"/>
                <a:gd name="connsiteX58" fmla="*/ 63030 w 1210978"/>
                <a:gd name="connsiteY58" fmla="*/ 193688 h 195118"/>
                <a:gd name="connsiteX59" fmla="*/ 63030 w 1210978"/>
                <a:gd name="connsiteY59" fmla="*/ 111328 h 195118"/>
                <a:gd name="connsiteX60" fmla="*/ 31515 w 1210978"/>
                <a:gd name="connsiteY60" fmla="*/ 111328 h 195118"/>
                <a:gd name="connsiteX61" fmla="*/ 31515 w 1210978"/>
                <a:gd name="connsiteY61" fmla="*/ 193688 h 195118"/>
                <a:gd name="connsiteX62" fmla="*/ 0 w 1210978"/>
                <a:gd name="connsiteY62" fmla="*/ 193688 h 195118"/>
                <a:gd name="connsiteX63" fmla="*/ 1045838 w 1210978"/>
                <a:gd name="connsiteY63" fmla="*/ 0 h 195118"/>
                <a:gd name="connsiteX64" fmla="*/ 1093102 w 1210978"/>
                <a:gd name="connsiteY64" fmla="*/ 46431 h 195118"/>
                <a:gd name="connsiteX65" fmla="*/ 1093102 w 1210978"/>
                <a:gd name="connsiteY65" fmla="*/ 147585 h 195118"/>
                <a:gd name="connsiteX66" fmla="*/ 1045838 w 1210978"/>
                <a:gd name="connsiteY66" fmla="*/ 195118 h 195118"/>
                <a:gd name="connsiteX67" fmla="*/ 998583 w 1210978"/>
                <a:gd name="connsiteY67" fmla="*/ 148696 h 195118"/>
                <a:gd name="connsiteX68" fmla="*/ 998583 w 1210978"/>
                <a:gd name="connsiteY68" fmla="*/ 47533 h 195118"/>
                <a:gd name="connsiteX69" fmla="*/ 1045838 w 1210978"/>
                <a:gd name="connsiteY69" fmla="*/ 0 h 195118"/>
                <a:gd name="connsiteX70" fmla="*/ 918583 w 1210978"/>
                <a:gd name="connsiteY70" fmla="*/ 0 h 195118"/>
                <a:gd name="connsiteX71" fmla="*/ 965847 w 1210978"/>
                <a:gd name="connsiteY71" fmla="*/ 46431 h 195118"/>
                <a:gd name="connsiteX72" fmla="*/ 965847 w 1210978"/>
                <a:gd name="connsiteY72" fmla="*/ 147585 h 195118"/>
                <a:gd name="connsiteX73" fmla="*/ 918583 w 1210978"/>
                <a:gd name="connsiteY73" fmla="*/ 195118 h 195118"/>
                <a:gd name="connsiteX74" fmla="*/ 871328 w 1210978"/>
                <a:gd name="connsiteY74" fmla="*/ 148696 h 195118"/>
                <a:gd name="connsiteX75" fmla="*/ 871328 w 1210978"/>
                <a:gd name="connsiteY75" fmla="*/ 47533 h 195118"/>
                <a:gd name="connsiteX76" fmla="*/ 918583 w 1210978"/>
                <a:gd name="connsiteY76" fmla="*/ 0 h 195118"/>
                <a:gd name="connsiteX77" fmla="*/ 664081 w 1210978"/>
                <a:gd name="connsiteY77" fmla="*/ 0 h 195118"/>
                <a:gd name="connsiteX78" fmla="*/ 711347 w 1210978"/>
                <a:gd name="connsiteY78" fmla="*/ 46431 h 195118"/>
                <a:gd name="connsiteX79" fmla="*/ 711347 w 1210978"/>
                <a:gd name="connsiteY79" fmla="*/ 67442 h 195118"/>
                <a:gd name="connsiteX80" fmla="*/ 679832 w 1210978"/>
                <a:gd name="connsiteY80" fmla="*/ 67442 h 195118"/>
                <a:gd name="connsiteX81" fmla="*/ 679832 w 1210978"/>
                <a:gd name="connsiteY81" fmla="*/ 46431 h 195118"/>
                <a:gd name="connsiteX82" fmla="*/ 664081 w 1210978"/>
                <a:gd name="connsiteY82" fmla="*/ 29584 h 195118"/>
                <a:gd name="connsiteX83" fmla="*/ 648318 w 1210978"/>
                <a:gd name="connsiteY83" fmla="*/ 46431 h 195118"/>
                <a:gd name="connsiteX84" fmla="*/ 648318 w 1210978"/>
                <a:gd name="connsiteY84" fmla="*/ 148696 h 195118"/>
                <a:gd name="connsiteX85" fmla="*/ 664081 w 1210978"/>
                <a:gd name="connsiteY85" fmla="*/ 165281 h 195118"/>
                <a:gd name="connsiteX86" fmla="*/ 679832 w 1210978"/>
                <a:gd name="connsiteY86" fmla="*/ 148696 h 195118"/>
                <a:gd name="connsiteX87" fmla="*/ 679832 w 1210978"/>
                <a:gd name="connsiteY87" fmla="*/ 125481 h 195118"/>
                <a:gd name="connsiteX88" fmla="*/ 711347 w 1210978"/>
                <a:gd name="connsiteY88" fmla="*/ 125481 h 195118"/>
                <a:gd name="connsiteX89" fmla="*/ 711347 w 1210978"/>
                <a:gd name="connsiteY89" fmla="*/ 147585 h 195118"/>
                <a:gd name="connsiteX90" fmla="*/ 664081 w 1210978"/>
                <a:gd name="connsiteY90" fmla="*/ 195118 h 195118"/>
                <a:gd name="connsiteX91" fmla="*/ 616816 w 1210978"/>
                <a:gd name="connsiteY91" fmla="*/ 148696 h 195118"/>
                <a:gd name="connsiteX92" fmla="*/ 616816 w 1210978"/>
                <a:gd name="connsiteY92" fmla="*/ 47533 h 195118"/>
                <a:gd name="connsiteX93" fmla="*/ 664081 w 1210978"/>
                <a:gd name="connsiteY93" fmla="*/ 0 h 195118"/>
                <a:gd name="connsiteX94" fmla="*/ 540074 w 1210978"/>
                <a:gd name="connsiteY94" fmla="*/ 0 h 195118"/>
                <a:gd name="connsiteX95" fmla="*/ 587629 w 1210978"/>
                <a:gd name="connsiteY95" fmla="*/ 45320 h 195118"/>
                <a:gd name="connsiteX96" fmla="*/ 587629 w 1210978"/>
                <a:gd name="connsiteY96" fmla="*/ 58039 h 195118"/>
                <a:gd name="connsiteX97" fmla="*/ 555836 w 1210978"/>
                <a:gd name="connsiteY97" fmla="*/ 58039 h 195118"/>
                <a:gd name="connsiteX98" fmla="*/ 555836 w 1210978"/>
                <a:gd name="connsiteY98" fmla="*/ 45320 h 195118"/>
                <a:gd name="connsiteX99" fmla="*/ 540074 w 1210978"/>
                <a:gd name="connsiteY99" fmla="*/ 29584 h 195118"/>
                <a:gd name="connsiteX100" fmla="*/ 524056 w 1210978"/>
                <a:gd name="connsiteY100" fmla="*/ 45320 h 195118"/>
                <a:gd name="connsiteX101" fmla="*/ 524056 w 1210978"/>
                <a:gd name="connsiteY101" fmla="*/ 51679 h 195118"/>
                <a:gd name="connsiteX102" fmla="*/ 532890 w 1210978"/>
                <a:gd name="connsiteY102" fmla="*/ 69656 h 195118"/>
                <a:gd name="connsiteX103" fmla="*/ 570489 w 1210978"/>
                <a:gd name="connsiteY103" fmla="*/ 101154 h 195118"/>
                <a:gd name="connsiteX104" fmla="*/ 587629 w 1210978"/>
                <a:gd name="connsiteY104" fmla="*/ 135987 h 195118"/>
                <a:gd name="connsiteX105" fmla="*/ 587629 w 1210978"/>
                <a:gd name="connsiteY105" fmla="*/ 150901 h 195118"/>
                <a:gd name="connsiteX106" fmla="*/ 540074 w 1210978"/>
                <a:gd name="connsiteY106" fmla="*/ 195118 h 195118"/>
                <a:gd name="connsiteX107" fmla="*/ 492554 w 1210978"/>
                <a:gd name="connsiteY107" fmla="*/ 151452 h 195118"/>
                <a:gd name="connsiteX108" fmla="*/ 492554 w 1210978"/>
                <a:gd name="connsiteY108" fmla="*/ 138182 h 195118"/>
                <a:gd name="connsiteX109" fmla="*/ 524056 w 1210978"/>
                <a:gd name="connsiteY109" fmla="*/ 138182 h 195118"/>
                <a:gd name="connsiteX110" fmla="*/ 524056 w 1210978"/>
                <a:gd name="connsiteY110" fmla="*/ 148696 h 195118"/>
                <a:gd name="connsiteX111" fmla="*/ 540074 w 1210978"/>
                <a:gd name="connsiteY111" fmla="*/ 165281 h 195118"/>
                <a:gd name="connsiteX112" fmla="*/ 555836 w 1210978"/>
                <a:gd name="connsiteY112" fmla="*/ 148696 h 195118"/>
                <a:gd name="connsiteX113" fmla="*/ 555836 w 1210978"/>
                <a:gd name="connsiteY113" fmla="*/ 142066 h 195118"/>
                <a:gd name="connsiteX114" fmla="*/ 546166 w 1210978"/>
                <a:gd name="connsiteY114" fmla="*/ 121055 h 195118"/>
                <a:gd name="connsiteX115" fmla="*/ 508571 w 1210978"/>
                <a:gd name="connsiteY115" fmla="*/ 89547 h 195118"/>
                <a:gd name="connsiteX116" fmla="*/ 492554 w 1210978"/>
                <a:gd name="connsiteY116" fmla="*/ 54724 h 195118"/>
                <a:gd name="connsiteX117" fmla="*/ 492554 w 1210978"/>
                <a:gd name="connsiteY117" fmla="*/ 45320 h 195118"/>
                <a:gd name="connsiteX118" fmla="*/ 540074 w 1210978"/>
                <a:gd name="connsiteY118" fmla="*/ 0 h 195118"/>
                <a:gd name="connsiteX119" fmla="*/ 301766 w 1210978"/>
                <a:gd name="connsiteY119" fmla="*/ 0 h 195118"/>
                <a:gd name="connsiteX120" fmla="*/ 349030 w 1210978"/>
                <a:gd name="connsiteY120" fmla="*/ 46431 h 195118"/>
                <a:gd name="connsiteX121" fmla="*/ 349030 w 1210978"/>
                <a:gd name="connsiteY121" fmla="*/ 60252 h 195118"/>
                <a:gd name="connsiteX122" fmla="*/ 317528 w 1210978"/>
                <a:gd name="connsiteY122" fmla="*/ 60252 h 195118"/>
                <a:gd name="connsiteX123" fmla="*/ 317528 w 1210978"/>
                <a:gd name="connsiteY123" fmla="*/ 46431 h 195118"/>
                <a:gd name="connsiteX124" fmla="*/ 301766 w 1210978"/>
                <a:gd name="connsiteY124" fmla="*/ 29584 h 195118"/>
                <a:gd name="connsiteX125" fmla="*/ 286013 w 1210978"/>
                <a:gd name="connsiteY125" fmla="*/ 46431 h 195118"/>
                <a:gd name="connsiteX126" fmla="*/ 286013 w 1210978"/>
                <a:gd name="connsiteY126" fmla="*/ 148696 h 195118"/>
                <a:gd name="connsiteX127" fmla="*/ 301766 w 1210978"/>
                <a:gd name="connsiteY127" fmla="*/ 165281 h 195118"/>
                <a:gd name="connsiteX128" fmla="*/ 317528 w 1210978"/>
                <a:gd name="connsiteY128" fmla="*/ 148696 h 195118"/>
                <a:gd name="connsiteX129" fmla="*/ 317528 w 1210978"/>
                <a:gd name="connsiteY129" fmla="*/ 113873 h 195118"/>
                <a:gd name="connsiteX130" fmla="*/ 299841 w 1210978"/>
                <a:gd name="connsiteY130" fmla="*/ 113873 h 195118"/>
                <a:gd name="connsiteX131" fmla="*/ 299841 w 1210978"/>
                <a:gd name="connsiteY131" fmla="*/ 85401 h 195118"/>
                <a:gd name="connsiteX132" fmla="*/ 349030 w 1210978"/>
                <a:gd name="connsiteY132" fmla="*/ 85401 h 195118"/>
                <a:gd name="connsiteX133" fmla="*/ 349030 w 1210978"/>
                <a:gd name="connsiteY133" fmla="*/ 147585 h 195118"/>
                <a:gd name="connsiteX134" fmla="*/ 301766 w 1210978"/>
                <a:gd name="connsiteY134" fmla="*/ 195118 h 195118"/>
                <a:gd name="connsiteX135" fmla="*/ 254511 w 1210978"/>
                <a:gd name="connsiteY135" fmla="*/ 148696 h 195118"/>
                <a:gd name="connsiteX136" fmla="*/ 254511 w 1210978"/>
                <a:gd name="connsiteY136" fmla="*/ 47533 h 195118"/>
                <a:gd name="connsiteX137" fmla="*/ 301766 w 1210978"/>
                <a:gd name="connsiteY137" fmla="*/ 0 h 195118"/>
                <a:gd name="connsiteX138" fmla="*/ 174510 w 1210978"/>
                <a:gd name="connsiteY138" fmla="*/ 0 h 195118"/>
                <a:gd name="connsiteX139" fmla="*/ 221774 w 1210978"/>
                <a:gd name="connsiteY139" fmla="*/ 46431 h 195118"/>
                <a:gd name="connsiteX140" fmla="*/ 221774 w 1210978"/>
                <a:gd name="connsiteY140" fmla="*/ 147585 h 195118"/>
                <a:gd name="connsiteX141" fmla="*/ 174510 w 1210978"/>
                <a:gd name="connsiteY141" fmla="*/ 195118 h 195118"/>
                <a:gd name="connsiteX142" fmla="*/ 127255 w 1210978"/>
                <a:gd name="connsiteY142" fmla="*/ 148696 h 195118"/>
                <a:gd name="connsiteX143" fmla="*/ 127255 w 1210978"/>
                <a:gd name="connsiteY143" fmla="*/ 47533 h 195118"/>
                <a:gd name="connsiteX144" fmla="*/ 174510 w 1210978"/>
                <a:gd name="connsiteY144" fmla="*/ 0 h 19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10978" h="195118">
                  <a:moveTo>
                    <a:pt x="1045838" y="29584"/>
                  </a:moveTo>
                  <a:cubicBezTo>
                    <a:pt x="1036167" y="29584"/>
                    <a:pt x="1030072" y="35925"/>
                    <a:pt x="1030072" y="46431"/>
                  </a:cubicBezTo>
                  <a:lnTo>
                    <a:pt x="1030072" y="148696"/>
                  </a:lnTo>
                  <a:cubicBezTo>
                    <a:pt x="1030072" y="159193"/>
                    <a:pt x="1036167" y="165281"/>
                    <a:pt x="1045838" y="165281"/>
                  </a:cubicBezTo>
                  <a:cubicBezTo>
                    <a:pt x="1055509" y="165281"/>
                    <a:pt x="1061587" y="159193"/>
                    <a:pt x="1061587" y="148696"/>
                  </a:cubicBezTo>
                  <a:cubicBezTo>
                    <a:pt x="1061587" y="148696"/>
                    <a:pt x="1061587" y="46431"/>
                    <a:pt x="1061587" y="46431"/>
                  </a:cubicBezTo>
                  <a:cubicBezTo>
                    <a:pt x="1061587" y="35925"/>
                    <a:pt x="1055509" y="29584"/>
                    <a:pt x="1045838" y="29584"/>
                  </a:cubicBezTo>
                  <a:close/>
                  <a:moveTo>
                    <a:pt x="918583" y="29584"/>
                  </a:moveTo>
                  <a:cubicBezTo>
                    <a:pt x="908912" y="29584"/>
                    <a:pt x="902830" y="35925"/>
                    <a:pt x="902830" y="46431"/>
                  </a:cubicBezTo>
                  <a:lnTo>
                    <a:pt x="902830" y="148696"/>
                  </a:lnTo>
                  <a:cubicBezTo>
                    <a:pt x="902830" y="159193"/>
                    <a:pt x="908912" y="165281"/>
                    <a:pt x="918583" y="165281"/>
                  </a:cubicBezTo>
                  <a:cubicBezTo>
                    <a:pt x="928254" y="165281"/>
                    <a:pt x="934332" y="159193"/>
                    <a:pt x="934332" y="148696"/>
                  </a:cubicBezTo>
                  <a:cubicBezTo>
                    <a:pt x="934332" y="148696"/>
                    <a:pt x="934332" y="46431"/>
                    <a:pt x="934332" y="46431"/>
                  </a:cubicBezTo>
                  <a:cubicBezTo>
                    <a:pt x="934332" y="35925"/>
                    <a:pt x="928254" y="29584"/>
                    <a:pt x="918583" y="29584"/>
                  </a:cubicBezTo>
                  <a:close/>
                  <a:moveTo>
                    <a:pt x="174510" y="29584"/>
                  </a:moveTo>
                  <a:cubicBezTo>
                    <a:pt x="164839" y="29584"/>
                    <a:pt x="158757" y="35925"/>
                    <a:pt x="158757" y="46431"/>
                  </a:cubicBezTo>
                  <a:lnTo>
                    <a:pt x="158757" y="148696"/>
                  </a:lnTo>
                  <a:cubicBezTo>
                    <a:pt x="158757" y="159193"/>
                    <a:pt x="164839" y="165281"/>
                    <a:pt x="174510" y="165281"/>
                  </a:cubicBezTo>
                  <a:cubicBezTo>
                    <a:pt x="184181" y="165281"/>
                    <a:pt x="190272" y="159193"/>
                    <a:pt x="190272" y="148696"/>
                  </a:cubicBezTo>
                  <a:cubicBezTo>
                    <a:pt x="190272" y="148696"/>
                    <a:pt x="190272" y="46431"/>
                    <a:pt x="190272" y="46431"/>
                  </a:cubicBezTo>
                  <a:cubicBezTo>
                    <a:pt x="190272" y="35925"/>
                    <a:pt x="184181" y="29584"/>
                    <a:pt x="174510" y="29584"/>
                  </a:cubicBezTo>
                  <a:close/>
                  <a:moveTo>
                    <a:pt x="1125839" y="2994"/>
                  </a:moveTo>
                  <a:cubicBezTo>
                    <a:pt x="1125839" y="2994"/>
                    <a:pt x="1157352" y="2994"/>
                    <a:pt x="1157352" y="2994"/>
                  </a:cubicBezTo>
                  <a:lnTo>
                    <a:pt x="1157352" y="164396"/>
                  </a:lnTo>
                  <a:lnTo>
                    <a:pt x="1210978" y="164396"/>
                  </a:lnTo>
                  <a:lnTo>
                    <a:pt x="1210978" y="193688"/>
                  </a:lnTo>
                  <a:lnTo>
                    <a:pt x="1125839" y="193688"/>
                  </a:lnTo>
                  <a:close/>
                  <a:moveTo>
                    <a:pt x="744072" y="2994"/>
                  </a:moveTo>
                  <a:lnTo>
                    <a:pt x="775587" y="2994"/>
                  </a:lnTo>
                  <a:lnTo>
                    <a:pt x="775587" y="82026"/>
                  </a:lnTo>
                  <a:lnTo>
                    <a:pt x="807101" y="82026"/>
                  </a:lnTo>
                  <a:lnTo>
                    <a:pt x="807101" y="2994"/>
                  </a:lnTo>
                  <a:cubicBezTo>
                    <a:pt x="807101" y="2994"/>
                    <a:pt x="838603" y="2994"/>
                    <a:pt x="838603" y="2994"/>
                  </a:cubicBezTo>
                  <a:lnTo>
                    <a:pt x="838603" y="193688"/>
                  </a:lnTo>
                  <a:lnTo>
                    <a:pt x="807101" y="193688"/>
                  </a:lnTo>
                  <a:lnTo>
                    <a:pt x="807101" y="111328"/>
                  </a:lnTo>
                  <a:lnTo>
                    <a:pt x="775587" y="111328"/>
                  </a:lnTo>
                  <a:lnTo>
                    <a:pt x="775587" y="193688"/>
                  </a:lnTo>
                  <a:lnTo>
                    <a:pt x="744072" y="193688"/>
                  </a:lnTo>
                  <a:close/>
                  <a:moveTo>
                    <a:pt x="381767" y="2994"/>
                  </a:moveTo>
                  <a:cubicBezTo>
                    <a:pt x="381767" y="2994"/>
                    <a:pt x="466881" y="2994"/>
                    <a:pt x="466881" y="2994"/>
                  </a:cubicBezTo>
                  <a:lnTo>
                    <a:pt x="466881" y="32287"/>
                  </a:lnTo>
                  <a:lnTo>
                    <a:pt x="413255" y="32287"/>
                  </a:lnTo>
                  <a:lnTo>
                    <a:pt x="413255" y="82026"/>
                  </a:lnTo>
                  <a:lnTo>
                    <a:pt x="458602" y="82026"/>
                  </a:lnTo>
                  <a:lnTo>
                    <a:pt x="458602" y="111328"/>
                  </a:lnTo>
                  <a:lnTo>
                    <a:pt x="413255" y="111328"/>
                  </a:lnTo>
                  <a:lnTo>
                    <a:pt x="413255" y="164396"/>
                  </a:lnTo>
                  <a:lnTo>
                    <a:pt x="466881" y="164396"/>
                  </a:lnTo>
                  <a:lnTo>
                    <a:pt x="466881" y="193688"/>
                  </a:lnTo>
                  <a:lnTo>
                    <a:pt x="381767" y="193688"/>
                  </a:lnTo>
                  <a:close/>
                  <a:moveTo>
                    <a:pt x="0" y="2994"/>
                  </a:moveTo>
                  <a:lnTo>
                    <a:pt x="31515" y="2994"/>
                  </a:lnTo>
                  <a:lnTo>
                    <a:pt x="31515" y="82026"/>
                  </a:lnTo>
                  <a:lnTo>
                    <a:pt x="63030" y="82026"/>
                  </a:lnTo>
                  <a:lnTo>
                    <a:pt x="63030" y="2994"/>
                  </a:lnTo>
                  <a:cubicBezTo>
                    <a:pt x="63030" y="2994"/>
                    <a:pt x="94519" y="2994"/>
                    <a:pt x="94519" y="2994"/>
                  </a:cubicBezTo>
                  <a:lnTo>
                    <a:pt x="94519" y="193688"/>
                  </a:lnTo>
                  <a:lnTo>
                    <a:pt x="63030" y="193688"/>
                  </a:lnTo>
                  <a:lnTo>
                    <a:pt x="63030" y="111328"/>
                  </a:lnTo>
                  <a:lnTo>
                    <a:pt x="31515" y="111328"/>
                  </a:lnTo>
                  <a:lnTo>
                    <a:pt x="31515" y="193688"/>
                  </a:lnTo>
                  <a:lnTo>
                    <a:pt x="0" y="193688"/>
                  </a:lnTo>
                  <a:close/>
                  <a:moveTo>
                    <a:pt x="1045838" y="0"/>
                  </a:moveTo>
                  <a:cubicBezTo>
                    <a:pt x="1072093" y="0"/>
                    <a:pt x="1093102" y="15754"/>
                    <a:pt x="1093102" y="46431"/>
                  </a:cubicBezTo>
                  <a:lnTo>
                    <a:pt x="1093102" y="147585"/>
                  </a:lnTo>
                  <a:cubicBezTo>
                    <a:pt x="1093102" y="179093"/>
                    <a:pt x="1072093" y="195118"/>
                    <a:pt x="1045838" y="195118"/>
                  </a:cubicBezTo>
                  <a:cubicBezTo>
                    <a:pt x="1019578" y="195118"/>
                    <a:pt x="998583" y="179093"/>
                    <a:pt x="998583" y="148696"/>
                  </a:cubicBezTo>
                  <a:lnTo>
                    <a:pt x="998583" y="47533"/>
                  </a:lnTo>
                  <a:cubicBezTo>
                    <a:pt x="998583" y="15754"/>
                    <a:pt x="1019578" y="0"/>
                    <a:pt x="1045838" y="0"/>
                  </a:cubicBezTo>
                  <a:close/>
                  <a:moveTo>
                    <a:pt x="918583" y="0"/>
                  </a:moveTo>
                  <a:cubicBezTo>
                    <a:pt x="944838" y="0"/>
                    <a:pt x="965847" y="15754"/>
                    <a:pt x="965847" y="46431"/>
                  </a:cubicBezTo>
                  <a:lnTo>
                    <a:pt x="965847" y="147585"/>
                  </a:lnTo>
                  <a:cubicBezTo>
                    <a:pt x="965847" y="179093"/>
                    <a:pt x="944838" y="195118"/>
                    <a:pt x="918583" y="195118"/>
                  </a:cubicBezTo>
                  <a:cubicBezTo>
                    <a:pt x="892336" y="195118"/>
                    <a:pt x="871328" y="179093"/>
                    <a:pt x="871328" y="148696"/>
                  </a:cubicBezTo>
                  <a:lnTo>
                    <a:pt x="871328" y="47533"/>
                  </a:lnTo>
                  <a:cubicBezTo>
                    <a:pt x="871328" y="15754"/>
                    <a:pt x="892336" y="0"/>
                    <a:pt x="918583" y="0"/>
                  </a:cubicBezTo>
                  <a:close/>
                  <a:moveTo>
                    <a:pt x="664081" y="0"/>
                  </a:moveTo>
                  <a:cubicBezTo>
                    <a:pt x="690336" y="0"/>
                    <a:pt x="711347" y="15754"/>
                    <a:pt x="711347" y="46431"/>
                  </a:cubicBezTo>
                  <a:lnTo>
                    <a:pt x="711347" y="67442"/>
                  </a:lnTo>
                  <a:lnTo>
                    <a:pt x="679832" y="67442"/>
                  </a:lnTo>
                  <a:lnTo>
                    <a:pt x="679832" y="46431"/>
                  </a:lnTo>
                  <a:cubicBezTo>
                    <a:pt x="679832" y="35925"/>
                    <a:pt x="673753" y="29584"/>
                    <a:pt x="664081" y="29584"/>
                  </a:cubicBezTo>
                  <a:cubicBezTo>
                    <a:pt x="654410" y="29584"/>
                    <a:pt x="648318" y="35925"/>
                    <a:pt x="648318" y="46431"/>
                  </a:cubicBezTo>
                  <a:lnTo>
                    <a:pt x="648318" y="148696"/>
                  </a:lnTo>
                  <a:cubicBezTo>
                    <a:pt x="648318" y="159193"/>
                    <a:pt x="654410" y="165281"/>
                    <a:pt x="664081" y="165281"/>
                  </a:cubicBezTo>
                  <a:cubicBezTo>
                    <a:pt x="673753" y="165281"/>
                    <a:pt x="679832" y="159193"/>
                    <a:pt x="679832" y="148696"/>
                  </a:cubicBezTo>
                  <a:lnTo>
                    <a:pt x="679832" y="125481"/>
                  </a:lnTo>
                  <a:lnTo>
                    <a:pt x="711347" y="125481"/>
                  </a:lnTo>
                  <a:lnTo>
                    <a:pt x="711347" y="147585"/>
                  </a:lnTo>
                  <a:cubicBezTo>
                    <a:pt x="711347" y="179093"/>
                    <a:pt x="690336" y="195118"/>
                    <a:pt x="664081" y="195118"/>
                  </a:cubicBezTo>
                  <a:cubicBezTo>
                    <a:pt x="637827" y="195118"/>
                    <a:pt x="616816" y="179093"/>
                    <a:pt x="616816" y="148696"/>
                  </a:cubicBezTo>
                  <a:lnTo>
                    <a:pt x="616816" y="47533"/>
                  </a:lnTo>
                  <a:cubicBezTo>
                    <a:pt x="616816" y="15754"/>
                    <a:pt x="637827" y="0"/>
                    <a:pt x="664081" y="0"/>
                  </a:cubicBezTo>
                  <a:close/>
                  <a:moveTo>
                    <a:pt x="540074" y="0"/>
                  </a:moveTo>
                  <a:cubicBezTo>
                    <a:pt x="568552" y="0"/>
                    <a:pt x="587629" y="17967"/>
                    <a:pt x="587629" y="45320"/>
                  </a:cubicBezTo>
                  <a:lnTo>
                    <a:pt x="587629" y="58039"/>
                  </a:lnTo>
                  <a:lnTo>
                    <a:pt x="555836" y="58039"/>
                  </a:lnTo>
                  <a:lnTo>
                    <a:pt x="555836" y="45320"/>
                  </a:lnTo>
                  <a:cubicBezTo>
                    <a:pt x="555836" y="35925"/>
                    <a:pt x="549476" y="29584"/>
                    <a:pt x="540074" y="29584"/>
                  </a:cubicBezTo>
                  <a:cubicBezTo>
                    <a:pt x="531513" y="29584"/>
                    <a:pt x="524056" y="35925"/>
                    <a:pt x="524056" y="45320"/>
                  </a:cubicBezTo>
                  <a:lnTo>
                    <a:pt x="524056" y="51679"/>
                  </a:lnTo>
                  <a:cubicBezTo>
                    <a:pt x="524056" y="60252"/>
                    <a:pt x="527366" y="64949"/>
                    <a:pt x="532890" y="69656"/>
                  </a:cubicBezTo>
                  <a:lnTo>
                    <a:pt x="570489" y="101154"/>
                  </a:lnTo>
                  <a:cubicBezTo>
                    <a:pt x="582092" y="110829"/>
                    <a:pt x="587629" y="120775"/>
                    <a:pt x="587629" y="135987"/>
                  </a:cubicBezTo>
                  <a:lnTo>
                    <a:pt x="587629" y="150901"/>
                  </a:lnTo>
                  <a:cubicBezTo>
                    <a:pt x="587629" y="176329"/>
                    <a:pt x="566343" y="195118"/>
                    <a:pt x="540074" y="195118"/>
                  </a:cubicBezTo>
                  <a:cubicBezTo>
                    <a:pt x="513550" y="195118"/>
                    <a:pt x="492554" y="177151"/>
                    <a:pt x="492554" y="151452"/>
                  </a:cubicBezTo>
                  <a:lnTo>
                    <a:pt x="492554" y="138182"/>
                  </a:lnTo>
                  <a:lnTo>
                    <a:pt x="524056" y="138182"/>
                  </a:lnTo>
                  <a:lnTo>
                    <a:pt x="524056" y="148696"/>
                  </a:lnTo>
                  <a:cubicBezTo>
                    <a:pt x="524056" y="160304"/>
                    <a:pt x="531513" y="165281"/>
                    <a:pt x="540074" y="165281"/>
                  </a:cubicBezTo>
                  <a:cubicBezTo>
                    <a:pt x="549476" y="165281"/>
                    <a:pt x="555836" y="159193"/>
                    <a:pt x="555836" y="148696"/>
                  </a:cubicBezTo>
                  <a:lnTo>
                    <a:pt x="555836" y="142066"/>
                  </a:lnTo>
                  <a:cubicBezTo>
                    <a:pt x="555836" y="132653"/>
                    <a:pt x="553358" y="127134"/>
                    <a:pt x="546166" y="121055"/>
                  </a:cubicBezTo>
                  <a:lnTo>
                    <a:pt x="508571" y="89547"/>
                  </a:lnTo>
                  <a:cubicBezTo>
                    <a:pt x="502224" y="84289"/>
                    <a:pt x="492554" y="71851"/>
                    <a:pt x="492554" y="54724"/>
                  </a:cubicBezTo>
                  <a:lnTo>
                    <a:pt x="492554" y="45320"/>
                  </a:lnTo>
                  <a:cubicBezTo>
                    <a:pt x="492554" y="18798"/>
                    <a:pt x="511340" y="0"/>
                    <a:pt x="540074" y="0"/>
                  </a:cubicBezTo>
                  <a:close/>
                  <a:moveTo>
                    <a:pt x="301766" y="0"/>
                  </a:moveTo>
                  <a:cubicBezTo>
                    <a:pt x="328021" y="0"/>
                    <a:pt x="349030" y="15754"/>
                    <a:pt x="349030" y="46431"/>
                  </a:cubicBezTo>
                  <a:lnTo>
                    <a:pt x="349030" y="60252"/>
                  </a:lnTo>
                  <a:lnTo>
                    <a:pt x="317528" y="60252"/>
                  </a:lnTo>
                  <a:lnTo>
                    <a:pt x="317528" y="46431"/>
                  </a:lnTo>
                  <a:cubicBezTo>
                    <a:pt x="317528" y="35925"/>
                    <a:pt x="311437" y="29584"/>
                    <a:pt x="301766" y="29584"/>
                  </a:cubicBezTo>
                  <a:cubicBezTo>
                    <a:pt x="292095" y="29584"/>
                    <a:pt x="286013" y="35925"/>
                    <a:pt x="286013" y="46431"/>
                  </a:cubicBezTo>
                  <a:lnTo>
                    <a:pt x="286013" y="148696"/>
                  </a:lnTo>
                  <a:cubicBezTo>
                    <a:pt x="286013" y="159193"/>
                    <a:pt x="292095" y="165281"/>
                    <a:pt x="301766" y="165281"/>
                  </a:cubicBezTo>
                  <a:cubicBezTo>
                    <a:pt x="311437" y="165281"/>
                    <a:pt x="317528" y="159193"/>
                    <a:pt x="317528" y="148696"/>
                  </a:cubicBezTo>
                  <a:lnTo>
                    <a:pt x="317528" y="113873"/>
                  </a:lnTo>
                  <a:lnTo>
                    <a:pt x="299841" y="113873"/>
                  </a:lnTo>
                  <a:lnTo>
                    <a:pt x="299841" y="85401"/>
                  </a:lnTo>
                  <a:lnTo>
                    <a:pt x="349030" y="85401"/>
                  </a:lnTo>
                  <a:lnTo>
                    <a:pt x="349030" y="147585"/>
                  </a:lnTo>
                  <a:cubicBezTo>
                    <a:pt x="349030" y="179093"/>
                    <a:pt x="328021" y="195118"/>
                    <a:pt x="301766" y="195118"/>
                  </a:cubicBezTo>
                  <a:cubicBezTo>
                    <a:pt x="275506" y="195118"/>
                    <a:pt x="254511" y="179093"/>
                    <a:pt x="254511" y="148696"/>
                  </a:cubicBezTo>
                  <a:lnTo>
                    <a:pt x="254511" y="47533"/>
                  </a:lnTo>
                  <a:cubicBezTo>
                    <a:pt x="254511" y="15754"/>
                    <a:pt x="275506" y="0"/>
                    <a:pt x="301766" y="0"/>
                  </a:cubicBezTo>
                  <a:close/>
                  <a:moveTo>
                    <a:pt x="174510" y="0"/>
                  </a:moveTo>
                  <a:cubicBezTo>
                    <a:pt x="200765" y="0"/>
                    <a:pt x="221774" y="15754"/>
                    <a:pt x="221774" y="46431"/>
                  </a:cubicBezTo>
                  <a:lnTo>
                    <a:pt x="221774" y="147585"/>
                  </a:lnTo>
                  <a:cubicBezTo>
                    <a:pt x="221774" y="179093"/>
                    <a:pt x="200765" y="195118"/>
                    <a:pt x="174510" y="195118"/>
                  </a:cubicBezTo>
                  <a:cubicBezTo>
                    <a:pt x="148250" y="195118"/>
                    <a:pt x="127255" y="179093"/>
                    <a:pt x="127255" y="148696"/>
                  </a:cubicBezTo>
                  <a:lnTo>
                    <a:pt x="127255" y="47533"/>
                  </a:lnTo>
                  <a:cubicBezTo>
                    <a:pt x="127255" y="15754"/>
                    <a:pt x="148250" y="0"/>
                    <a:pt x="17451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49" name="Freeform 48">
              <a:extLst>
                <a:ext uri="{FF2B5EF4-FFF2-40B4-BE49-F238E27FC236}">
                  <a16:creationId xmlns:a16="http://schemas.microsoft.com/office/drawing/2014/main" id="{DDEA3D5D-43DB-CA42-9F46-C8BFB8F44B09}"/>
                </a:ext>
              </a:extLst>
            </p:cNvPr>
            <p:cNvSpPr/>
            <p:nvPr userDrawn="1"/>
          </p:nvSpPr>
          <p:spPr>
            <a:xfrm>
              <a:off x="1299537" y="6257435"/>
              <a:ext cx="827965" cy="195900"/>
            </a:xfrm>
            <a:custGeom>
              <a:avLst/>
              <a:gdLst>
                <a:gd name="connsiteX0" fmla="*/ 269559 w 827965"/>
                <a:gd name="connsiteY0" fmla="*/ 32287 h 195900"/>
                <a:gd name="connsiteX1" fmla="*/ 269559 w 827965"/>
                <a:gd name="connsiteY1" fmla="*/ 84242 h 195900"/>
                <a:gd name="connsiteX2" fmla="*/ 284209 w 827965"/>
                <a:gd name="connsiteY2" fmla="*/ 84242 h 195900"/>
                <a:gd name="connsiteX3" fmla="*/ 301061 w 827965"/>
                <a:gd name="connsiteY3" fmla="*/ 62966 h 195900"/>
                <a:gd name="connsiteX4" fmla="*/ 301061 w 827965"/>
                <a:gd name="connsiteY4" fmla="*/ 53290 h 195900"/>
                <a:gd name="connsiteX5" fmla="*/ 284209 w 827965"/>
                <a:gd name="connsiteY5" fmla="*/ 32287 h 195900"/>
                <a:gd name="connsiteX6" fmla="*/ 724610 w 827965"/>
                <a:gd name="connsiteY6" fmla="*/ 2994 h 195900"/>
                <a:gd name="connsiteX7" fmla="*/ 827965 w 827965"/>
                <a:gd name="connsiteY7" fmla="*/ 2994 h 195900"/>
                <a:gd name="connsiteX8" fmla="*/ 827965 w 827965"/>
                <a:gd name="connsiteY8" fmla="*/ 31183 h 195900"/>
                <a:gd name="connsiteX9" fmla="*/ 792049 w 827965"/>
                <a:gd name="connsiteY9" fmla="*/ 31183 h 195900"/>
                <a:gd name="connsiteX10" fmla="*/ 792049 w 827965"/>
                <a:gd name="connsiteY10" fmla="*/ 193687 h 195900"/>
                <a:gd name="connsiteX11" fmla="*/ 760535 w 827965"/>
                <a:gd name="connsiteY11" fmla="*/ 193687 h 195900"/>
                <a:gd name="connsiteX12" fmla="*/ 760535 w 827965"/>
                <a:gd name="connsiteY12" fmla="*/ 31183 h 195900"/>
                <a:gd name="connsiteX13" fmla="*/ 724610 w 827965"/>
                <a:gd name="connsiteY13" fmla="*/ 31183 h 195900"/>
                <a:gd name="connsiteX14" fmla="*/ 609331 w 827965"/>
                <a:gd name="connsiteY14" fmla="*/ 2994 h 195900"/>
                <a:gd name="connsiteX15" fmla="*/ 640846 w 827965"/>
                <a:gd name="connsiteY15" fmla="*/ 2994 h 195900"/>
                <a:gd name="connsiteX16" fmla="*/ 640846 w 827965"/>
                <a:gd name="connsiteY16" fmla="*/ 82026 h 195900"/>
                <a:gd name="connsiteX17" fmla="*/ 672360 w 827965"/>
                <a:gd name="connsiteY17" fmla="*/ 82026 h 195900"/>
                <a:gd name="connsiteX18" fmla="*/ 672360 w 827965"/>
                <a:gd name="connsiteY18" fmla="*/ 2994 h 195900"/>
                <a:gd name="connsiteX19" fmla="*/ 703862 w 827965"/>
                <a:gd name="connsiteY19" fmla="*/ 2994 h 195900"/>
                <a:gd name="connsiteX20" fmla="*/ 703862 w 827965"/>
                <a:gd name="connsiteY20" fmla="*/ 193687 h 195900"/>
                <a:gd name="connsiteX21" fmla="*/ 672360 w 827965"/>
                <a:gd name="connsiteY21" fmla="*/ 193687 h 195900"/>
                <a:gd name="connsiteX22" fmla="*/ 672360 w 827965"/>
                <a:gd name="connsiteY22" fmla="*/ 111345 h 195900"/>
                <a:gd name="connsiteX23" fmla="*/ 640846 w 827965"/>
                <a:gd name="connsiteY23" fmla="*/ 111345 h 195900"/>
                <a:gd name="connsiteX24" fmla="*/ 640846 w 827965"/>
                <a:gd name="connsiteY24" fmla="*/ 193687 h 195900"/>
                <a:gd name="connsiteX25" fmla="*/ 609331 w 827965"/>
                <a:gd name="connsiteY25" fmla="*/ 193687 h 195900"/>
                <a:gd name="connsiteX26" fmla="*/ 365300 w 827965"/>
                <a:gd name="connsiteY26" fmla="*/ 2994 h 195900"/>
                <a:gd name="connsiteX27" fmla="*/ 450414 w 827965"/>
                <a:gd name="connsiteY27" fmla="*/ 2994 h 195900"/>
                <a:gd name="connsiteX28" fmla="*/ 450414 w 827965"/>
                <a:gd name="connsiteY28" fmla="*/ 32296 h 195900"/>
                <a:gd name="connsiteX29" fmla="*/ 396788 w 827965"/>
                <a:gd name="connsiteY29" fmla="*/ 32296 h 195900"/>
                <a:gd name="connsiteX30" fmla="*/ 396788 w 827965"/>
                <a:gd name="connsiteY30" fmla="*/ 82026 h 195900"/>
                <a:gd name="connsiteX31" fmla="*/ 442135 w 827965"/>
                <a:gd name="connsiteY31" fmla="*/ 82026 h 195900"/>
                <a:gd name="connsiteX32" fmla="*/ 442135 w 827965"/>
                <a:gd name="connsiteY32" fmla="*/ 111345 h 195900"/>
                <a:gd name="connsiteX33" fmla="*/ 396788 w 827965"/>
                <a:gd name="connsiteY33" fmla="*/ 111345 h 195900"/>
                <a:gd name="connsiteX34" fmla="*/ 396788 w 827965"/>
                <a:gd name="connsiteY34" fmla="*/ 164395 h 195900"/>
                <a:gd name="connsiteX35" fmla="*/ 450414 w 827965"/>
                <a:gd name="connsiteY35" fmla="*/ 164395 h 195900"/>
                <a:gd name="connsiteX36" fmla="*/ 450414 w 827965"/>
                <a:gd name="connsiteY36" fmla="*/ 193687 h 195900"/>
                <a:gd name="connsiteX37" fmla="*/ 365300 w 827965"/>
                <a:gd name="connsiteY37" fmla="*/ 193687 h 195900"/>
                <a:gd name="connsiteX38" fmla="*/ 238044 w 827965"/>
                <a:gd name="connsiteY38" fmla="*/ 2994 h 195900"/>
                <a:gd name="connsiteX39" fmla="*/ 286130 w 827965"/>
                <a:gd name="connsiteY39" fmla="*/ 2994 h 195900"/>
                <a:gd name="connsiteX40" fmla="*/ 332563 w 827965"/>
                <a:gd name="connsiteY40" fmla="*/ 51356 h 195900"/>
                <a:gd name="connsiteX41" fmla="*/ 332563 w 827965"/>
                <a:gd name="connsiteY41" fmla="*/ 64899 h 195900"/>
                <a:gd name="connsiteX42" fmla="*/ 316810 w 827965"/>
                <a:gd name="connsiteY42" fmla="*/ 98615 h 195900"/>
                <a:gd name="connsiteX43" fmla="*/ 332563 w 827965"/>
                <a:gd name="connsiteY43" fmla="*/ 132331 h 195900"/>
                <a:gd name="connsiteX44" fmla="*/ 332563 w 827965"/>
                <a:gd name="connsiteY44" fmla="*/ 193688 h 195900"/>
                <a:gd name="connsiteX45" fmla="*/ 301061 w 827965"/>
                <a:gd name="connsiteY45" fmla="*/ 193688 h 195900"/>
                <a:gd name="connsiteX46" fmla="*/ 301061 w 827965"/>
                <a:gd name="connsiteY46" fmla="*/ 134555 h 195900"/>
                <a:gd name="connsiteX47" fmla="*/ 284209 w 827965"/>
                <a:gd name="connsiteY47" fmla="*/ 113544 h 195900"/>
                <a:gd name="connsiteX48" fmla="*/ 269559 w 827965"/>
                <a:gd name="connsiteY48" fmla="*/ 113544 h 195900"/>
                <a:gd name="connsiteX49" fmla="*/ 269559 w 827965"/>
                <a:gd name="connsiteY49" fmla="*/ 193688 h 195900"/>
                <a:gd name="connsiteX50" fmla="*/ 238044 w 827965"/>
                <a:gd name="connsiteY50" fmla="*/ 193688 h 195900"/>
                <a:gd name="connsiteX51" fmla="*/ 115279 w 827965"/>
                <a:gd name="connsiteY51" fmla="*/ 2994 h 195900"/>
                <a:gd name="connsiteX52" fmla="*/ 218647 w 827965"/>
                <a:gd name="connsiteY52" fmla="*/ 2994 h 195900"/>
                <a:gd name="connsiteX53" fmla="*/ 218647 w 827965"/>
                <a:gd name="connsiteY53" fmla="*/ 31183 h 195900"/>
                <a:gd name="connsiteX54" fmla="*/ 182707 w 827965"/>
                <a:gd name="connsiteY54" fmla="*/ 31183 h 195900"/>
                <a:gd name="connsiteX55" fmla="*/ 182707 w 827965"/>
                <a:gd name="connsiteY55" fmla="*/ 193687 h 195900"/>
                <a:gd name="connsiteX56" fmla="*/ 151204 w 827965"/>
                <a:gd name="connsiteY56" fmla="*/ 193687 h 195900"/>
                <a:gd name="connsiteX57" fmla="*/ 151204 w 827965"/>
                <a:gd name="connsiteY57" fmla="*/ 31183 h 195900"/>
                <a:gd name="connsiteX58" fmla="*/ 115279 w 827965"/>
                <a:gd name="connsiteY58" fmla="*/ 31183 h 195900"/>
                <a:gd name="connsiteX59" fmla="*/ 0 w 827965"/>
                <a:gd name="connsiteY59" fmla="*/ 2994 h 195900"/>
                <a:gd name="connsiteX60" fmla="*/ 31502 w 827965"/>
                <a:gd name="connsiteY60" fmla="*/ 2994 h 195900"/>
                <a:gd name="connsiteX61" fmla="*/ 31502 w 827965"/>
                <a:gd name="connsiteY61" fmla="*/ 149469 h 195900"/>
                <a:gd name="connsiteX62" fmla="*/ 46988 w 827965"/>
                <a:gd name="connsiteY62" fmla="*/ 166044 h 195900"/>
                <a:gd name="connsiteX63" fmla="*/ 63017 w 827965"/>
                <a:gd name="connsiteY63" fmla="*/ 149469 h 195900"/>
                <a:gd name="connsiteX64" fmla="*/ 63017 w 827965"/>
                <a:gd name="connsiteY64" fmla="*/ 2994 h 195900"/>
                <a:gd name="connsiteX65" fmla="*/ 94519 w 827965"/>
                <a:gd name="connsiteY65" fmla="*/ 2994 h 195900"/>
                <a:gd name="connsiteX66" fmla="*/ 94519 w 827965"/>
                <a:gd name="connsiteY66" fmla="*/ 148370 h 195900"/>
                <a:gd name="connsiteX67" fmla="*/ 46988 w 827965"/>
                <a:gd name="connsiteY67" fmla="*/ 195900 h 195900"/>
                <a:gd name="connsiteX68" fmla="*/ 0 w 827965"/>
                <a:gd name="connsiteY68" fmla="*/ 149469 h 195900"/>
                <a:gd name="connsiteX69" fmla="*/ 529330 w 827965"/>
                <a:gd name="connsiteY69" fmla="*/ 0 h 195900"/>
                <a:gd name="connsiteX70" fmla="*/ 576594 w 827965"/>
                <a:gd name="connsiteY70" fmla="*/ 46434 h 195900"/>
                <a:gd name="connsiteX71" fmla="*/ 576594 w 827965"/>
                <a:gd name="connsiteY71" fmla="*/ 67438 h 195900"/>
                <a:gd name="connsiteX72" fmla="*/ 545092 w 827965"/>
                <a:gd name="connsiteY72" fmla="*/ 67438 h 195900"/>
                <a:gd name="connsiteX73" fmla="*/ 545092 w 827965"/>
                <a:gd name="connsiteY73" fmla="*/ 46434 h 195900"/>
                <a:gd name="connsiteX74" fmla="*/ 529330 w 827965"/>
                <a:gd name="connsiteY74" fmla="*/ 29577 h 195900"/>
                <a:gd name="connsiteX75" fmla="*/ 513577 w 827965"/>
                <a:gd name="connsiteY75" fmla="*/ 46434 h 195900"/>
                <a:gd name="connsiteX76" fmla="*/ 513577 w 827965"/>
                <a:gd name="connsiteY76" fmla="*/ 148697 h 195900"/>
                <a:gd name="connsiteX77" fmla="*/ 529330 w 827965"/>
                <a:gd name="connsiteY77" fmla="*/ 165274 h 195900"/>
                <a:gd name="connsiteX78" fmla="*/ 545092 w 827965"/>
                <a:gd name="connsiteY78" fmla="*/ 148697 h 195900"/>
                <a:gd name="connsiteX79" fmla="*/ 545092 w 827965"/>
                <a:gd name="connsiteY79" fmla="*/ 125480 h 195900"/>
                <a:gd name="connsiteX80" fmla="*/ 576594 w 827965"/>
                <a:gd name="connsiteY80" fmla="*/ 125480 h 195900"/>
                <a:gd name="connsiteX81" fmla="*/ 576594 w 827965"/>
                <a:gd name="connsiteY81" fmla="*/ 147604 h 195900"/>
                <a:gd name="connsiteX82" fmla="*/ 529330 w 827965"/>
                <a:gd name="connsiteY82" fmla="*/ 195131 h 195900"/>
                <a:gd name="connsiteX83" fmla="*/ 482075 w 827965"/>
                <a:gd name="connsiteY83" fmla="*/ 148697 h 195900"/>
                <a:gd name="connsiteX84" fmla="*/ 482075 w 827965"/>
                <a:gd name="connsiteY84" fmla="*/ 47545 h 195900"/>
                <a:gd name="connsiteX85" fmla="*/ 529330 w 827965"/>
                <a:gd name="connsiteY85" fmla="*/ 0 h 1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827965" h="195900">
                  <a:moveTo>
                    <a:pt x="269559" y="32287"/>
                  </a:moveTo>
                  <a:lnTo>
                    <a:pt x="269559" y="84242"/>
                  </a:lnTo>
                  <a:lnTo>
                    <a:pt x="284209" y="84242"/>
                  </a:lnTo>
                  <a:cubicBezTo>
                    <a:pt x="297735" y="84242"/>
                    <a:pt x="301061" y="76500"/>
                    <a:pt x="301061" y="62966"/>
                  </a:cubicBezTo>
                  <a:cubicBezTo>
                    <a:pt x="301061" y="62966"/>
                    <a:pt x="301061" y="53290"/>
                    <a:pt x="301061" y="53290"/>
                  </a:cubicBezTo>
                  <a:cubicBezTo>
                    <a:pt x="301061" y="39756"/>
                    <a:pt x="297735" y="32287"/>
                    <a:pt x="284209" y="32287"/>
                  </a:cubicBezTo>
                  <a:close/>
                  <a:moveTo>
                    <a:pt x="724610" y="2994"/>
                  </a:moveTo>
                  <a:cubicBezTo>
                    <a:pt x="724610" y="2994"/>
                    <a:pt x="827965" y="2994"/>
                    <a:pt x="827965" y="2994"/>
                  </a:cubicBezTo>
                  <a:lnTo>
                    <a:pt x="827965" y="31183"/>
                  </a:lnTo>
                  <a:lnTo>
                    <a:pt x="792049" y="31183"/>
                  </a:lnTo>
                  <a:lnTo>
                    <a:pt x="792049" y="193687"/>
                  </a:lnTo>
                  <a:lnTo>
                    <a:pt x="760535" y="193687"/>
                  </a:lnTo>
                  <a:lnTo>
                    <a:pt x="760535" y="31183"/>
                  </a:lnTo>
                  <a:lnTo>
                    <a:pt x="724610" y="31183"/>
                  </a:lnTo>
                  <a:close/>
                  <a:moveTo>
                    <a:pt x="609331" y="2994"/>
                  </a:moveTo>
                  <a:lnTo>
                    <a:pt x="640846" y="2994"/>
                  </a:lnTo>
                  <a:lnTo>
                    <a:pt x="640846" y="82026"/>
                  </a:lnTo>
                  <a:lnTo>
                    <a:pt x="672360" y="82026"/>
                  </a:lnTo>
                  <a:lnTo>
                    <a:pt x="672360" y="2994"/>
                  </a:lnTo>
                  <a:cubicBezTo>
                    <a:pt x="672360" y="2994"/>
                    <a:pt x="703862" y="2994"/>
                    <a:pt x="703862" y="2994"/>
                  </a:cubicBezTo>
                  <a:lnTo>
                    <a:pt x="703862" y="193687"/>
                  </a:lnTo>
                  <a:lnTo>
                    <a:pt x="672360" y="193687"/>
                  </a:lnTo>
                  <a:lnTo>
                    <a:pt x="672360" y="111345"/>
                  </a:lnTo>
                  <a:lnTo>
                    <a:pt x="640846" y="111345"/>
                  </a:lnTo>
                  <a:lnTo>
                    <a:pt x="640846" y="193687"/>
                  </a:lnTo>
                  <a:lnTo>
                    <a:pt x="609331" y="193687"/>
                  </a:lnTo>
                  <a:close/>
                  <a:moveTo>
                    <a:pt x="365300" y="2994"/>
                  </a:moveTo>
                  <a:cubicBezTo>
                    <a:pt x="365300" y="2994"/>
                    <a:pt x="450414" y="2994"/>
                    <a:pt x="450414" y="2994"/>
                  </a:cubicBezTo>
                  <a:lnTo>
                    <a:pt x="450414" y="32296"/>
                  </a:lnTo>
                  <a:lnTo>
                    <a:pt x="396788" y="32296"/>
                  </a:lnTo>
                  <a:lnTo>
                    <a:pt x="396788" y="82026"/>
                  </a:lnTo>
                  <a:lnTo>
                    <a:pt x="442135" y="82026"/>
                  </a:lnTo>
                  <a:lnTo>
                    <a:pt x="442135" y="111345"/>
                  </a:lnTo>
                  <a:lnTo>
                    <a:pt x="396788" y="111345"/>
                  </a:lnTo>
                  <a:lnTo>
                    <a:pt x="396788" y="164395"/>
                  </a:lnTo>
                  <a:lnTo>
                    <a:pt x="450414" y="164395"/>
                  </a:lnTo>
                  <a:lnTo>
                    <a:pt x="450414" y="193687"/>
                  </a:lnTo>
                  <a:lnTo>
                    <a:pt x="365300" y="193687"/>
                  </a:lnTo>
                  <a:close/>
                  <a:moveTo>
                    <a:pt x="238044" y="2994"/>
                  </a:moveTo>
                  <a:lnTo>
                    <a:pt x="286130" y="2994"/>
                  </a:lnTo>
                  <a:cubicBezTo>
                    <a:pt x="316810" y="2994"/>
                    <a:pt x="332563" y="20678"/>
                    <a:pt x="332563" y="51356"/>
                  </a:cubicBezTo>
                  <a:lnTo>
                    <a:pt x="332563" y="64899"/>
                  </a:lnTo>
                  <a:cubicBezTo>
                    <a:pt x="332563" y="81470"/>
                    <a:pt x="327596" y="92532"/>
                    <a:pt x="316810" y="98615"/>
                  </a:cubicBezTo>
                  <a:cubicBezTo>
                    <a:pt x="327596" y="104150"/>
                    <a:pt x="332563" y="114656"/>
                    <a:pt x="332563" y="132331"/>
                  </a:cubicBezTo>
                  <a:lnTo>
                    <a:pt x="332563" y="193688"/>
                  </a:lnTo>
                  <a:cubicBezTo>
                    <a:pt x="332563" y="193688"/>
                    <a:pt x="301061" y="193688"/>
                    <a:pt x="301061" y="193688"/>
                  </a:cubicBezTo>
                  <a:lnTo>
                    <a:pt x="301061" y="134555"/>
                  </a:lnTo>
                  <a:cubicBezTo>
                    <a:pt x="301061" y="120739"/>
                    <a:pt x="297735" y="113544"/>
                    <a:pt x="284209" y="113544"/>
                  </a:cubicBezTo>
                  <a:lnTo>
                    <a:pt x="269559" y="113544"/>
                  </a:lnTo>
                  <a:lnTo>
                    <a:pt x="269559" y="193688"/>
                  </a:lnTo>
                  <a:lnTo>
                    <a:pt x="238044" y="193688"/>
                  </a:lnTo>
                  <a:close/>
                  <a:moveTo>
                    <a:pt x="115279" y="2994"/>
                  </a:moveTo>
                  <a:cubicBezTo>
                    <a:pt x="115279" y="2994"/>
                    <a:pt x="218647" y="2994"/>
                    <a:pt x="218647" y="2994"/>
                  </a:cubicBezTo>
                  <a:lnTo>
                    <a:pt x="218647" y="31183"/>
                  </a:lnTo>
                  <a:lnTo>
                    <a:pt x="182707" y="31183"/>
                  </a:lnTo>
                  <a:lnTo>
                    <a:pt x="182707" y="193687"/>
                  </a:lnTo>
                  <a:lnTo>
                    <a:pt x="151204" y="193687"/>
                  </a:lnTo>
                  <a:lnTo>
                    <a:pt x="151204" y="31183"/>
                  </a:lnTo>
                  <a:lnTo>
                    <a:pt x="115279" y="31183"/>
                  </a:lnTo>
                  <a:close/>
                  <a:moveTo>
                    <a:pt x="0" y="2994"/>
                  </a:moveTo>
                  <a:lnTo>
                    <a:pt x="31502" y="2994"/>
                  </a:lnTo>
                  <a:lnTo>
                    <a:pt x="31502" y="149469"/>
                  </a:lnTo>
                  <a:cubicBezTo>
                    <a:pt x="31502" y="159971"/>
                    <a:pt x="37593" y="166044"/>
                    <a:pt x="46988" y="166044"/>
                  </a:cubicBezTo>
                  <a:cubicBezTo>
                    <a:pt x="56659" y="166044"/>
                    <a:pt x="63017" y="159971"/>
                    <a:pt x="63017" y="149469"/>
                  </a:cubicBezTo>
                  <a:lnTo>
                    <a:pt x="63017" y="2994"/>
                  </a:lnTo>
                  <a:lnTo>
                    <a:pt x="94519" y="2994"/>
                  </a:lnTo>
                  <a:lnTo>
                    <a:pt x="94519" y="148370"/>
                  </a:lnTo>
                  <a:cubicBezTo>
                    <a:pt x="94519" y="179860"/>
                    <a:pt x="73523" y="195900"/>
                    <a:pt x="46988" y="195900"/>
                  </a:cubicBezTo>
                  <a:cubicBezTo>
                    <a:pt x="20995" y="195900"/>
                    <a:pt x="0" y="179860"/>
                    <a:pt x="0" y="149469"/>
                  </a:cubicBezTo>
                  <a:close/>
                  <a:moveTo>
                    <a:pt x="529330" y="0"/>
                  </a:moveTo>
                  <a:cubicBezTo>
                    <a:pt x="555585" y="0"/>
                    <a:pt x="576594" y="15764"/>
                    <a:pt x="576594" y="46434"/>
                  </a:cubicBezTo>
                  <a:lnTo>
                    <a:pt x="576594" y="67438"/>
                  </a:lnTo>
                  <a:lnTo>
                    <a:pt x="545092" y="67438"/>
                  </a:lnTo>
                  <a:lnTo>
                    <a:pt x="545092" y="46434"/>
                  </a:lnTo>
                  <a:cubicBezTo>
                    <a:pt x="545092" y="35937"/>
                    <a:pt x="539001" y="29577"/>
                    <a:pt x="529330" y="29577"/>
                  </a:cubicBezTo>
                  <a:cubicBezTo>
                    <a:pt x="519659" y="29577"/>
                    <a:pt x="513577" y="35937"/>
                    <a:pt x="513577" y="46434"/>
                  </a:cubicBezTo>
                  <a:lnTo>
                    <a:pt x="513577" y="148697"/>
                  </a:lnTo>
                  <a:cubicBezTo>
                    <a:pt x="513577" y="159204"/>
                    <a:pt x="519659" y="165274"/>
                    <a:pt x="529330" y="165274"/>
                  </a:cubicBezTo>
                  <a:cubicBezTo>
                    <a:pt x="539001" y="165274"/>
                    <a:pt x="545092" y="159204"/>
                    <a:pt x="545092" y="148697"/>
                  </a:cubicBezTo>
                  <a:lnTo>
                    <a:pt x="545092" y="125480"/>
                  </a:lnTo>
                  <a:lnTo>
                    <a:pt x="576594" y="125480"/>
                  </a:lnTo>
                  <a:lnTo>
                    <a:pt x="576594" y="147604"/>
                  </a:lnTo>
                  <a:cubicBezTo>
                    <a:pt x="576594" y="179087"/>
                    <a:pt x="555585" y="195131"/>
                    <a:pt x="529330" y="195131"/>
                  </a:cubicBezTo>
                  <a:cubicBezTo>
                    <a:pt x="503070" y="195131"/>
                    <a:pt x="482075" y="179087"/>
                    <a:pt x="482075" y="148697"/>
                  </a:cubicBezTo>
                  <a:lnTo>
                    <a:pt x="482075" y="47545"/>
                  </a:lnTo>
                  <a:cubicBezTo>
                    <a:pt x="482075" y="15764"/>
                    <a:pt x="503070" y="0"/>
                    <a:pt x="529330" y="0"/>
                  </a:cubicBezTo>
                  <a:close/>
                </a:path>
              </a:pathLst>
            </a:custGeom>
            <a:solidFill>
              <a:srgbClr val="ED0010"/>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grpSp>
      <p:grpSp>
        <p:nvGrpSpPr>
          <p:cNvPr id="89" name="Group 88">
            <a:extLst>
              <a:ext uri="{FF2B5EF4-FFF2-40B4-BE49-F238E27FC236}">
                <a16:creationId xmlns:a16="http://schemas.microsoft.com/office/drawing/2014/main" id="{C11E87A3-3293-1843-93B4-30C9C71B5349}"/>
              </a:ext>
            </a:extLst>
          </p:cNvPr>
          <p:cNvGrpSpPr/>
          <p:nvPr userDrawn="1"/>
        </p:nvGrpSpPr>
        <p:grpSpPr>
          <a:xfrm>
            <a:off x="8747741" y="6077179"/>
            <a:ext cx="2892875" cy="236015"/>
            <a:chOff x="2692399" y="11683999"/>
            <a:chExt cx="19709114" cy="1607961"/>
          </a:xfrm>
          <a:solidFill>
            <a:srgbClr val="ED0010"/>
          </a:solidFill>
        </p:grpSpPr>
        <p:sp>
          <p:nvSpPr>
            <p:cNvPr id="71" name="Shape">
              <a:extLst>
                <a:ext uri="{FF2B5EF4-FFF2-40B4-BE49-F238E27FC236}">
                  <a16:creationId xmlns:a16="http://schemas.microsoft.com/office/drawing/2014/main" id="{9F0C2390-2C03-C344-8008-03E922F4B7B2}"/>
                </a:ext>
              </a:extLst>
            </p:cNvPr>
            <p:cNvSpPr/>
            <p:nvPr userDrawn="1"/>
          </p:nvSpPr>
          <p:spPr>
            <a:xfrm>
              <a:off x="2692399" y="11696700"/>
              <a:ext cx="778983" cy="1571542"/>
            </a:xfrm>
            <a:custGeom>
              <a:avLst/>
              <a:gdLst/>
              <a:ahLst/>
              <a:cxnLst>
                <a:cxn ang="0">
                  <a:pos x="wd2" y="hd2"/>
                </a:cxn>
                <a:cxn ang="5400000">
                  <a:pos x="wd2" y="hd2"/>
                </a:cxn>
                <a:cxn ang="10800000">
                  <a:pos x="wd2" y="hd2"/>
                </a:cxn>
                <a:cxn ang="16200000">
                  <a:pos x="wd2" y="hd2"/>
                </a:cxn>
              </a:cxnLst>
              <a:rect l="0" t="0" r="r" b="b"/>
              <a:pathLst>
                <a:path w="21600" h="21600" extrusionOk="0">
                  <a:moveTo>
                    <a:pt x="14399" y="0"/>
                  </a:moveTo>
                  <a:lnTo>
                    <a:pt x="14399" y="8953"/>
                  </a:lnTo>
                  <a:lnTo>
                    <a:pt x="7201" y="8953"/>
                  </a:lnTo>
                  <a:lnTo>
                    <a:pt x="7201" y="0"/>
                  </a:lnTo>
                  <a:lnTo>
                    <a:pt x="0" y="0"/>
                  </a:lnTo>
                  <a:lnTo>
                    <a:pt x="0" y="21600"/>
                  </a:lnTo>
                  <a:lnTo>
                    <a:pt x="7201" y="21600"/>
                  </a:lnTo>
                  <a:lnTo>
                    <a:pt x="7201" y="12271"/>
                  </a:lnTo>
                  <a:lnTo>
                    <a:pt x="14399" y="12271"/>
                  </a:lnTo>
                  <a:lnTo>
                    <a:pt x="14399" y="21600"/>
                  </a:lnTo>
                  <a:lnTo>
                    <a:pt x="21600" y="21600"/>
                  </a:lnTo>
                  <a:lnTo>
                    <a:pt x="21600" y="0"/>
                  </a:lnTo>
                  <a:cubicBezTo>
                    <a:pt x="21600" y="0"/>
                    <a:pt x="14399" y="0"/>
                    <a:pt x="14399"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2" name="Shape">
              <a:extLst>
                <a:ext uri="{FF2B5EF4-FFF2-40B4-BE49-F238E27FC236}">
                  <a16:creationId xmlns:a16="http://schemas.microsoft.com/office/drawing/2014/main" id="{19E015BF-01D9-B145-AA6C-C5EBC37C395F}"/>
                </a:ext>
              </a:extLst>
            </p:cNvPr>
            <p:cNvSpPr/>
            <p:nvPr userDrawn="1"/>
          </p:nvSpPr>
          <p:spPr>
            <a:xfrm>
              <a:off x="3746500" y="11696700"/>
              <a:ext cx="259602" cy="157154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3" name="Shape">
              <a:extLst>
                <a:ext uri="{FF2B5EF4-FFF2-40B4-BE49-F238E27FC236}">
                  <a16:creationId xmlns:a16="http://schemas.microsoft.com/office/drawing/2014/main" id="{F5EB7C81-6CF6-B540-85C5-BE090B6C1631}"/>
                </a:ext>
              </a:extLst>
            </p:cNvPr>
            <p:cNvSpPr/>
            <p:nvPr userDrawn="1"/>
          </p:nvSpPr>
          <p:spPr>
            <a:xfrm>
              <a:off x="4292600" y="11696700"/>
              <a:ext cx="701471"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8282"/>
                  </a:lnTo>
                  <a:lnTo>
                    <a:pt x="7994" y="18282"/>
                  </a:lnTo>
                  <a:lnTo>
                    <a:pt x="7994" y="12271"/>
                  </a:lnTo>
                  <a:lnTo>
                    <a:pt x="19496" y="12271"/>
                  </a:lnTo>
                  <a:lnTo>
                    <a:pt x="19496" y="8953"/>
                  </a:lnTo>
                  <a:lnTo>
                    <a:pt x="7994" y="8953"/>
                  </a:lnTo>
                  <a:lnTo>
                    <a:pt x="7994" y="3318"/>
                  </a:lnTo>
                  <a:lnTo>
                    <a:pt x="21600" y="3318"/>
                  </a:lnTo>
                  <a:lnTo>
                    <a:pt x="21600" y="0"/>
                  </a:lnTo>
                  <a:cubicBezTo>
                    <a:pt x="21600"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4" name="Shape">
              <a:extLst>
                <a:ext uri="{FF2B5EF4-FFF2-40B4-BE49-F238E27FC236}">
                  <a16:creationId xmlns:a16="http://schemas.microsoft.com/office/drawing/2014/main" id="{B8ED7A38-BA08-934E-9596-840EE91DA9B2}"/>
                </a:ext>
              </a:extLst>
            </p:cNvPr>
            <p:cNvSpPr/>
            <p:nvPr userDrawn="1"/>
          </p:nvSpPr>
          <p:spPr>
            <a:xfrm>
              <a:off x="5257799" y="11696700"/>
              <a:ext cx="778983" cy="1571543"/>
            </a:xfrm>
            <a:custGeom>
              <a:avLst/>
              <a:gdLst/>
              <a:ahLst/>
              <a:cxnLst>
                <a:cxn ang="0">
                  <a:pos x="wd2" y="hd2"/>
                </a:cxn>
                <a:cxn ang="5400000">
                  <a:pos x="wd2" y="hd2"/>
                </a:cxn>
                <a:cxn ang="10800000">
                  <a:pos x="wd2" y="hd2"/>
                </a:cxn>
                <a:cxn ang="16200000">
                  <a:pos x="wd2" y="hd2"/>
                </a:cxn>
              </a:cxnLst>
              <a:rect l="0" t="0" r="r" b="b"/>
              <a:pathLst>
                <a:path w="21600" h="21600" extrusionOk="0">
                  <a:moveTo>
                    <a:pt x="14399" y="21600"/>
                  </a:moveTo>
                  <a:lnTo>
                    <a:pt x="14399" y="14901"/>
                  </a:lnTo>
                  <a:cubicBezTo>
                    <a:pt x="14399" y="13335"/>
                    <a:pt x="13641" y="12522"/>
                    <a:pt x="10548" y="12522"/>
                  </a:cubicBezTo>
                  <a:lnTo>
                    <a:pt x="7201" y="12522"/>
                  </a:lnTo>
                  <a:lnTo>
                    <a:pt x="7201" y="21600"/>
                  </a:lnTo>
                  <a:lnTo>
                    <a:pt x="0" y="21600"/>
                  </a:lnTo>
                  <a:lnTo>
                    <a:pt x="0" y="0"/>
                  </a:lnTo>
                  <a:lnTo>
                    <a:pt x="10988" y="0"/>
                  </a:lnTo>
                  <a:cubicBezTo>
                    <a:pt x="17998" y="0"/>
                    <a:pt x="21600" y="2003"/>
                    <a:pt x="21600" y="5478"/>
                  </a:cubicBezTo>
                  <a:lnTo>
                    <a:pt x="21600" y="7013"/>
                  </a:lnTo>
                  <a:cubicBezTo>
                    <a:pt x="21600" y="8890"/>
                    <a:pt x="20463" y="10143"/>
                    <a:pt x="17998" y="10832"/>
                  </a:cubicBezTo>
                  <a:cubicBezTo>
                    <a:pt x="20463" y="11457"/>
                    <a:pt x="21600" y="12647"/>
                    <a:pt x="21600" y="14650"/>
                  </a:cubicBezTo>
                  <a:lnTo>
                    <a:pt x="21600" y="21600"/>
                  </a:lnTo>
                  <a:cubicBezTo>
                    <a:pt x="21600" y="21600"/>
                    <a:pt x="14399" y="21600"/>
                    <a:pt x="14399" y="21600"/>
                  </a:cubicBezTo>
                  <a:close/>
                  <a:moveTo>
                    <a:pt x="14399" y="5698"/>
                  </a:moveTo>
                  <a:cubicBezTo>
                    <a:pt x="14399" y="4163"/>
                    <a:pt x="13641" y="3318"/>
                    <a:pt x="10548" y="3318"/>
                  </a:cubicBezTo>
                  <a:lnTo>
                    <a:pt x="7201" y="3318"/>
                  </a:lnTo>
                  <a:lnTo>
                    <a:pt x="7201" y="9204"/>
                  </a:lnTo>
                  <a:lnTo>
                    <a:pt x="10548" y="9204"/>
                  </a:lnTo>
                  <a:cubicBezTo>
                    <a:pt x="13641" y="9204"/>
                    <a:pt x="14399" y="8328"/>
                    <a:pt x="14399" y="6793"/>
                  </a:cubicBezTo>
                  <a:cubicBezTo>
                    <a:pt x="14399" y="6793"/>
                    <a:pt x="14399" y="5698"/>
                    <a:pt x="14399" y="5698"/>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5" name="Shape">
              <a:extLst>
                <a:ext uri="{FF2B5EF4-FFF2-40B4-BE49-F238E27FC236}">
                  <a16:creationId xmlns:a16="http://schemas.microsoft.com/office/drawing/2014/main" id="{345270EF-6256-D84F-86EF-F17FFFF14AFA}"/>
                </a:ext>
              </a:extLst>
            </p:cNvPr>
            <p:cNvSpPr/>
            <p:nvPr userDrawn="1"/>
          </p:nvSpPr>
          <p:spPr>
            <a:xfrm>
              <a:off x="6832600" y="11696700"/>
              <a:ext cx="849525" cy="1571542"/>
            </a:xfrm>
            <a:custGeom>
              <a:avLst/>
              <a:gdLst/>
              <a:ahLst/>
              <a:cxnLst>
                <a:cxn ang="0">
                  <a:pos x="wd2" y="hd2"/>
                </a:cxn>
                <a:cxn ang="5400000">
                  <a:pos x="wd2" y="hd2"/>
                </a:cxn>
                <a:cxn ang="10800000">
                  <a:pos x="wd2" y="hd2"/>
                </a:cxn>
                <a:cxn ang="16200000">
                  <a:pos x="wd2" y="hd2"/>
                </a:cxn>
              </a:cxnLst>
              <a:rect l="0" t="0" r="r" b="b"/>
              <a:pathLst>
                <a:path w="21600" h="21600" extrusionOk="0">
                  <a:moveTo>
                    <a:pt x="13203" y="9673"/>
                  </a:moveTo>
                  <a:cubicBezTo>
                    <a:pt x="17546" y="10581"/>
                    <a:pt x="19806" y="12740"/>
                    <a:pt x="19806" y="16090"/>
                  </a:cubicBezTo>
                  <a:lnTo>
                    <a:pt x="19806" y="21600"/>
                  </a:lnTo>
                  <a:lnTo>
                    <a:pt x="13203" y="21600"/>
                  </a:lnTo>
                  <a:lnTo>
                    <a:pt x="13203" y="16340"/>
                  </a:lnTo>
                  <a:cubicBezTo>
                    <a:pt x="13203" y="14087"/>
                    <a:pt x="11872" y="12521"/>
                    <a:pt x="7412" y="12521"/>
                  </a:cubicBezTo>
                  <a:lnTo>
                    <a:pt x="6603" y="12521"/>
                  </a:lnTo>
                  <a:lnTo>
                    <a:pt x="6603" y="21600"/>
                  </a:lnTo>
                  <a:lnTo>
                    <a:pt x="0" y="21600"/>
                  </a:lnTo>
                  <a:lnTo>
                    <a:pt x="0" y="0"/>
                  </a:lnTo>
                  <a:lnTo>
                    <a:pt x="6603" y="0"/>
                  </a:lnTo>
                  <a:lnTo>
                    <a:pt x="6603" y="9204"/>
                  </a:lnTo>
                  <a:lnTo>
                    <a:pt x="7065" y="9204"/>
                  </a:lnTo>
                  <a:lnTo>
                    <a:pt x="14477" y="0"/>
                  </a:lnTo>
                  <a:lnTo>
                    <a:pt x="21600" y="0"/>
                  </a:lnTo>
                  <a:cubicBezTo>
                    <a:pt x="21600" y="0"/>
                    <a:pt x="13203" y="9673"/>
                    <a:pt x="13203" y="9673"/>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6" name="Shape">
              <a:extLst>
                <a:ext uri="{FF2B5EF4-FFF2-40B4-BE49-F238E27FC236}">
                  <a16:creationId xmlns:a16="http://schemas.microsoft.com/office/drawing/2014/main" id="{59CA0E03-C5DE-644C-A126-CF8FD97A1393}"/>
                </a:ext>
              </a:extLst>
            </p:cNvPr>
            <p:cNvSpPr/>
            <p:nvPr userDrawn="1"/>
          </p:nvSpPr>
          <p:spPr>
            <a:xfrm>
              <a:off x="7861299" y="11683999"/>
              <a:ext cx="778983" cy="160796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0" y="21600"/>
                    <a:pt x="0" y="19826"/>
                    <a:pt x="0" y="16460"/>
                  </a:cubicBezTo>
                  <a:lnTo>
                    <a:pt x="0" y="5262"/>
                  </a:lnTo>
                  <a:cubicBezTo>
                    <a:pt x="0" y="1744"/>
                    <a:pt x="4800" y="0"/>
                    <a:pt x="10800" y="0"/>
                  </a:cubicBezTo>
                  <a:cubicBezTo>
                    <a:pt x="16800" y="0"/>
                    <a:pt x="21600" y="1744"/>
                    <a:pt x="21600" y="5140"/>
                  </a:cubicBezTo>
                  <a:lnTo>
                    <a:pt x="21600" y="16337"/>
                  </a:lnTo>
                  <a:cubicBezTo>
                    <a:pt x="21600" y="19826"/>
                    <a:pt x="16800" y="21600"/>
                    <a:pt x="10800" y="21600"/>
                  </a:cubicBezTo>
                  <a:moveTo>
                    <a:pt x="14399" y="5140"/>
                  </a:moveTo>
                  <a:cubicBezTo>
                    <a:pt x="14399" y="3978"/>
                    <a:pt x="13010" y="3274"/>
                    <a:pt x="10800" y="3274"/>
                  </a:cubicBezTo>
                  <a:cubicBezTo>
                    <a:pt x="8590" y="3274"/>
                    <a:pt x="7201" y="3978"/>
                    <a:pt x="7201" y="5140"/>
                  </a:cubicBezTo>
                  <a:lnTo>
                    <a:pt x="7201" y="16460"/>
                  </a:lnTo>
                  <a:cubicBezTo>
                    <a:pt x="7201" y="17622"/>
                    <a:pt x="8590" y="18295"/>
                    <a:pt x="10800" y="18295"/>
                  </a:cubicBezTo>
                  <a:cubicBezTo>
                    <a:pt x="13010" y="18295"/>
                    <a:pt x="14399" y="17622"/>
                    <a:pt x="14399" y="16460"/>
                  </a:cubicBezTo>
                  <a:cubicBezTo>
                    <a:pt x="14399" y="16460"/>
                    <a:pt x="14399" y="5140"/>
                    <a:pt x="14399" y="514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7" name="Shape">
              <a:extLst>
                <a:ext uri="{FF2B5EF4-FFF2-40B4-BE49-F238E27FC236}">
                  <a16:creationId xmlns:a16="http://schemas.microsoft.com/office/drawing/2014/main" id="{BE3D11DD-4703-7D4E-8FE6-5F6724D73E69}"/>
                </a:ext>
              </a:extLst>
            </p:cNvPr>
            <p:cNvSpPr/>
            <p:nvPr userDrawn="1"/>
          </p:nvSpPr>
          <p:spPr>
            <a:xfrm>
              <a:off x="8915399" y="11696700"/>
              <a:ext cx="1161594" cy="1571542"/>
            </a:xfrm>
            <a:custGeom>
              <a:avLst/>
              <a:gdLst/>
              <a:ahLst/>
              <a:cxnLst>
                <a:cxn ang="0">
                  <a:pos x="wd2" y="hd2"/>
                </a:cxn>
                <a:cxn ang="5400000">
                  <a:pos x="wd2" y="hd2"/>
                </a:cxn>
                <a:cxn ang="10800000">
                  <a:pos x="wd2" y="hd2"/>
                </a:cxn>
                <a:cxn ang="16200000">
                  <a:pos x="wd2" y="hd2"/>
                </a:cxn>
              </a:cxnLst>
              <a:rect l="0" t="0" r="r" b="b"/>
              <a:pathLst>
                <a:path w="21600" h="21600" extrusionOk="0">
                  <a:moveTo>
                    <a:pt x="16771" y="0"/>
                  </a:moveTo>
                  <a:lnTo>
                    <a:pt x="10673" y="8828"/>
                  </a:lnTo>
                  <a:lnTo>
                    <a:pt x="4827" y="0"/>
                  </a:lnTo>
                  <a:lnTo>
                    <a:pt x="0" y="0"/>
                  </a:lnTo>
                  <a:lnTo>
                    <a:pt x="0" y="21600"/>
                  </a:lnTo>
                  <a:lnTo>
                    <a:pt x="4827" y="21600"/>
                  </a:lnTo>
                  <a:lnTo>
                    <a:pt x="4827" y="6950"/>
                  </a:lnTo>
                  <a:lnTo>
                    <a:pt x="8851" y="13023"/>
                  </a:lnTo>
                  <a:lnTo>
                    <a:pt x="12365" y="13023"/>
                  </a:lnTo>
                  <a:lnTo>
                    <a:pt x="16771" y="6668"/>
                  </a:lnTo>
                  <a:lnTo>
                    <a:pt x="16771" y="21600"/>
                  </a:lnTo>
                  <a:lnTo>
                    <a:pt x="21600" y="21600"/>
                  </a:lnTo>
                  <a:lnTo>
                    <a:pt x="21600" y="0"/>
                  </a:lnTo>
                  <a:cubicBezTo>
                    <a:pt x="21600" y="0"/>
                    <a:pt x="16771" y="0"/>
                    <a:pt x="16771"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8" name="Shape">
              <a:extLst>
                <a:ext uri="{FF2B5EF4-FFF2-40B4-BE49-F238E27FC236}">
                  <a16:creationId xmlns:a16="http://schemas.microsoft.com/office/drawing/2014/main" id="{005CA126-0498-9643-8356-E89E1667DF74}"/>
                </a:ext>
              </a:extLst>
            </p:cNvPr>
            <p:cNvSpPr/>
            <p:nvPr userDrawn="1"/>
          </p:nvSpPr>
          <p:spPr>
            <a:xfrm>
              <a:off x="10248899" y="11696700"/>
              <a:ext cx="851818"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3194"/>
                  </a:lnTo>
                  <a:lnTo>
                    <a:pt x="7509" y="3194"/>
                  </a:lnTo>
                  <a:lnTo>
                    <a:pt x="7509" y="21600"/>
                  </a:lnTo>
                  <a:lnTo>
                    <a:pt x="14091" y="21600"/>
                  </a:lnTo>
                  <a:lnTo>
                    <a:pt x="14091" y="3194"/>
                  </a:lnTo>
                  <a:lnTo>
                    <a:pt x="21600" y="3194"/>
                  </a:lnTo>
                  <a:lnTo>
                    <a:pt x="21600" y="0"/>
                  </a:lnTo>
                  <a:cubicBezTo>
                    <a:pt x="21600"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79" name="Shape">
              <a:extLst>
                <a:ext uri="{FF2B5EF4-FFF2-40B4-BE49-F238E27FC236}">
                  <a16:creationId xmlns:a16="http://schemas.microsoft.com/office/drawing/2014/main" id="{E5A61613-86BC-1146-9FDF-0589C1E30E30}"/>
                </a:ext>
              </a:extLst>
            </p:cNvPr>
            <p:cNvSpPr/>
            <p:nvPr userDrawn="1"/>
          </p:nvSpPr>
          <p:spPr>
            <a:xfrm>
              <a:off x="11785600" y="11684000"/>
              <a:ext cx="778980" cy="1589708"/>
            </a:xfrm>
            <a:custGeom>
              <a:avLst/>
              <a:gdLst/>
              <a:ahLst/>
              <a:cxnLst>
                <a:cxn ang="0">
                  <a:pos x="wd2" y="hd2"/>
                </a:cxn>
                <a:cxn ang="5400000">
                  <a:pos x="wd2" y="hd2"/>
                </a:cxn>
                <a:cxn ang="10800000">
                  <a:pos x="wd2" y="hd2"/>
                </a:cxn>
                <a:cxn ang="16200000">
                  <a:pos x="wd2" y="hd2"/>
                </a:cxn>
              </a:cxnLst>
              <a:rect l="0" t="0" r="r" b="b"/>
              <a:pathLst>
                <a:path w="21600" h="21600" extrusionOk="0">
                  <a:moveTo>
                    <a:pt x="14399" y="21600"/>
                  </a:moveTo>
                  <a:lnTo>
                    <a:pt x="14399" y="12378"/>
                  </a:lnTo>
                  <a:lnTo>
                    <a:pt x="7201" y="12378"/>
                  </a:lnTo>
                  <a:lnTo>
                    <a:pt x="7201" y="21600"/>
                  </a:lnTo>
                  <a:lnTo>
                    <a:pt x="0" y="21600"/>
                  </a:lnTo>
                  <a:lnTo>
                    <a:pt x="0" y="5322"/>
                  </a:lnTo>
                  <a:cubicBezTo>
                    <a:pt x="0" y="1764"/>
                    <a:pt x="4800" y="0"/>
                    <a:pt x="10736" y="0"/>
                  </a:cubicBezTo>
                  <a:cubicBezTo>
                    <a:pt x="16800" y="0"/>
                    <a:pt x="21600" y="1764"/>
                    <a:pt x="21600" y="5199"/>
                  </a:cubicBezTo>
                  <a:lnTo>
                    <a:pt x="21600" y="21600"/>
                  </a:lnTo>
                  <a:cubicBezTo>
                    <a:pt x="21600" y="21600"/>
                    <a:pt x="14399" y="21600"/>
                    <a:pt x="14399" y="21600"/>
                  </a:cubicBezTo>
                  <a:close/>
                  <a:moveTo>
                    <a:pt x="14399" y="5199"/>
                  </a:moveTo>
                  <a:cubicBezTo>
                    <a:pt x="14399" y="4022"/>
                    <a:pt x="12947" y="3310"/>
                    <a:pt x="10736" y="3310"/>
                  </a:cubicBezTo>
                  <a:cubicBezTo>
                    <a:pt x="8590" y="3310"/>
                    <a:pt x="7201" y="4022"/>
                    <a:pt x="7201" y="5199"/>
                  </a:cubicBezTo>
                  <a:lnTo>
                    <a:pt x="7201" y="9097"/>
                  </a:lnTo>
                  <a:lnTo>
                    <a:pt x="14399" y="9097"/>
                  </a:lnTo>
                  <a:cubicBezTo>
                    <a:pt x="14399" y="9097"/>
                    <a:pt x="14399" y="5199"/>
                    <a:pt x="14399" y="5199"/>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0" name="Shape">
              <a:extLst>
                <a:ext uri="{FF2B5EF4-FFF2-40B4-BE49-F238E27FC236}">
                  <a16:creationId xmlns:a16="http://schemas.microsoft.com/office/drawing/2014/main" id="{8CA63A0F-2DE0-154A-8B4B-B18F2FAAD6FF}"/>
                </a:ext>
              </a:extLst>
            </p:cNvPr>
            <p:cNvSpPr/>
            <p:nvPr userDrawn="1"/>
          </p:nvSpPr>
          <p:spPr>
            <a:xfrm>
              <a:off x="12839699" y="11696700"/>
              <a:ext cx="701471"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8282"/>
                  </a:lnTo>
                  <a:lnTo>
                    <a:pt x="7996" y="18282"/>
                  </a:lnTo>
                  <a:lnTo>
                    <a:pt x="7996" y="0"/>
                  </a:lnTo>
                  <a:cubicBezTo>
                    <a:pt x="7996"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1" name="Shape">
              <a:extLst>
                <a:ext uri="{FF2B5EF4-FFF2-40B4-BE49-F238E27FC236}">
                  <a16:creationId xmlns:a16="http://schemas.microsoft.com/office/drawing/2014/main" id="{EC17CD63-101E-EB4F-8B32-052843E2C2ED}"/>
                </a:ext>
              </a:extLst>
            </p:cNvPr>
            <p:cNvSpPr/>
            <p:nvPr userDrawn="1"/>
          </p:nvSpPr>
          <p:spPr>
            <a:xfrm>
              <a:off x="13741399" y="11696700"/>
              <a:ext cx="701472"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8282"/>
                  </a:lnTo>
                  <a:lnTo>
                    <a:pt x="7994" y="18282"/>
                  </a:lnTo>
                  <a:lnTo>
                    <a:pt x="7994" y="0"/>
                  </a:lnTo>
                  <a:cubicBezTo>
                    <a:pt x="7994"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2" name="Shape">
              <a:extLst>
                <a:ext uri="{FF2B5EF4-FFF2-40B4-BE49-F238E27FC236}">
                  <a16:creationId xmlns:a16="http://schemas.microsoft.com/office/drawing/2014/main" id="{89E44707-E7FC-0B47-81F1-F1497B7BC1B2}"/>
                </a:ext>
              </a:extLst>
            </p:cNvPr>
            <p:cNvSpPr/>
            <p:nvPr userDrawn="1"/>
          </p:nvSpPr>
          <p:spPr>
            <a:xfrm>
              <a:off x="14643099" y="11696700"/>
              <a:ext cx="701471"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8282"/>
                  </a:lnTo>
                  <a:lnTo>
                    <a:pt x="7994" y="18282"/>
                  </a:lnTo>
                  <a:lnTo>
                    <a:pt x="7994" y="12271"/>
                  </a:lnTo>
                  <a:lnTo>
                    <a:pt x="19493" y="12271"/>
                  </a:lnTo>
                  <a:lnTo>
                    <a:pt x="19493" y="8953"/>
                  </a:lnTo>
                  <a:lnTo>
                    <a:pt x="7994" y="8953"/>
                  </a:lnTo>
                  <a:lnTo>
                    <a:pt x="7994" y="3318"/>
                  </a:lnTo>
                  <a:lnTo>
                    <a:pt x="21600" y="3318"/>
                  </a:lnTo>
                  <a:lnTo>
                    <a:pt x="21600" y="0"/>
                  </a:lnTo>
                  <a:cubicBezTo>
                    <a:pt x="21600"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3" name="Shape">
              <a:extLst>
                <a:ext uri="{FF2B5EF4-FFF2-40B4-BE49-F238E27FC236}">
                  <a16:creationId xmlns:a16="http://schemas.microsoft.com/office/drawing/2014/main" id="{C90552A8-CC7D-E44C-AAD5-5FA77108E966}"/>
                </a:ext>
              </a:extLst>
            </p:cNvPr>
            <p:cNvSpPr/>
            <p:nvPr userDrawn="1"/>
          </p:nvSpPr>
          <p:spPr>
            <a:xfrm>
              <a:off x="15557500" y="11683999"/>
              <a:ext cx="783479" cy="1607961"/>
            </a:xfrm>
            <a:custGeom>
              <a:avLst/>
              <a:gdLst/>
              <a:ahLst/>
              <a:cxnLst>
                <a:cxn ang="0">
                  <a:pos x="wd2" y="hd2"/>
                </a:cxn>
                <a:cxn ang="5400000">
                  <a:pos x="wd2" y="hd2"/>
                </a:cxn>
                <a:cxn ang="10800000">
                  <a:pos x="wd2" y="hd2"/>
                </a:cxn>
                <a:cxn ang="16200000">
                  <a:pos x="wd2" y="hd2"/>
                </a:cxn>
              </a:cxnLst>
              <a:rect l="0" t="0" r="r" b="b"/>
              <a:pathLst>
                <a:path w="21600" h="21600" extrusionOk="0">
                  <a:moveTo>
                    <a:pt x="10799" y="21600"/>
                  </a:moveTo>
                  <a:cubicBezTo>
                    <a:pt x="4770" y="21600"/>
                    <a:pt x="0" y="19611"/>
                    <a:pt x="0" y="16766"/>
                  </a:cubicBezTo>
                  <a:lnTo>
                    <a:pt x="0" y="15297"/>
                  </a:lnTo>
                  <a:lnTo>
                    <a:pt x="7157" y="15297"/>
                  </a:lnTo>
                  <a:lnTo>
                    <a:pt x="7157" y="16460"/>
                  </a:lnTo>
                  <a:cubicBezTo>
                    <a:pt x="7157" y="17744"/>
                    <a:pt x="8851" y="18295"/>
                    <a:pt x="10799" y="18295"/>
                  </a:cubicBezTo>
                  <a:cubicBezTo>
                    <a:pt x="12933" y="18295"/>
                    <a:pt x="14377" y="17622"/>
                    <a:pt x="14377" y="16460"/>
                  </a:cubicBezTo>
                  <a:lnTo>
                    <a:pt x="14377" y="15726"/>
                  </a:lnTo>
                  <a:cubicBezTo>
                    <a:pt x="14377" y="14686"/>
                    <a:pt x="13813" y="14073"/>
                    <a:pt x="12180" y="13401"/>
                  </a:cubicBezTo>
                  <a:lnTo>
                    <a:pt x="3642" y="9912"/>
                  </a:lnTo>
                  <a:cubicBezTo>
                    <a:pt x="2198" y="9332"/>
                    <a:pt x="0" y="7954"/>
                    <a:pt x="0" y="6058"/>
                  </a:cubicBezTo>
                  <a:lnTo>
                    <a:pt x="0" y="5018"/>
                  </a:lnTo>
                  <a:cubicBezTo>
                    <a:pt x="0" y="2080"/>
                    <a:pt x="4269" y="0"/>
                    <a:pt x="10799" y="0"/>
                  </a:cubicBezTo>
                  <a:cubicBezTo>
                    <a:pt x="17268" y="0"/>
                    <a:pt x="21600" y="1989"/>
                    <a:pt x="21600" y="5018"/>
                  </a:cubicBezTo>
                  <a:lnTo>
                    <a:pt x="21600" y="6425"/>
                  </a:lnTo>
                  <a:lnTo>
                    <a:pt x="14377" y="6425"/>
                  </a:lnTo>
                  <a:lnTo>
                    <a:pt x="14377" y="5018"/>
                  </a:lnTo>
                  <a:cubicBezTo>
                    <a:pt x="14377" y="3978"/>
                    <a:pt x="12933" y="3274"/>
                    <a:pt x="10799" y="3274"/>
                  </a:cubicBezTo>
                  <a:cubicBezTo>
                    <a:pt x="8851" y="3274"/>
                    <a:pt x="7157" y="3978"/>
                    <a:pt x="7157" y="5018"/>
                  </a:cubicBezTo>
                  <a:lnTo>
                    <a:pt x="7157" y="5721"/>
                  </a:lnTo>
                  <a:cubicBezTo>
                    <a:pt x="7157" y="6669"/>
                    <a:pt x="7911" y="7190"/>
                    <a:pt x="9168" y="7710"/>
                  </a:cubicBezTo>
                  <a:lnTo>
                    <a:pt x="17705" y="11197"/>
                  </a:lnTo>
                  <a:cubicBezTo>
                    <a:pt x="20343" y="12268"/>
                    <a:pt x="21600" y="13370"/>
                    <a:pt x="21600" y="15053"/>
                  </a:cubicBezTo>
                  <a:lnTo>
                    <a:pt x="21600" y="16704"/>
                  </a:lnTo>
                  <a:cubicBezTo>
                    <a:pt x="21600" y="19520"/>
                    <a:pt x="16765" y="21600"/>
                    <a:pt x="10799" y="21600"/>
                  </a:cubicBezTo>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4" name="Shape">
              <a:extLst>
                <a:ext uri="{FF2B5EF4-FFF2-40B4-BE49-F238E27FC236}">
                  <a16:creationId xmlns:a16="http://schemas.microsoft.com/office/drawing/2014/main" id="{E0217824-C8C1-1144-98A9-BC581C128226}"/>
                </a:ext>
              </a:extLst>
            </p:cNvPr>
            <p:cNvSpPr/>
            <p:nvPr userDrawn="1"/>
          </p:nvSpPr>
          <p:spPr>
            <a:xfrm>
              <a:off x="17056100" y="11683999"/>
              <a:ext cx="783479" cy="1607961"/>
            </a:xfrm>
            <a:custGeom>
              <a:avLst/>
              <a:gdLst/>
              <a:ahLst/>
              <a:cxnLst>
                <a:cxn ang="0">
                  <a:pos x="wd2" y="hd2"/>
                </a:cxn>
                <a:cxn ang="5400000">
                  <a:pos x="wd2" y="hd2"/>
                </a:cxn>
                <a:cxn ang="10800000">
                  <a:pos x="wd2" y="hd2"/>
                </a:cxn>
                <a:cxn ang="16200000">
                  <a:pos x="wd2" y="hd2"/>
                </a:cxn>
              </a:cxnLst>
              <a:rect l="0" t="0" r="r" b="b"/>
              <a:pathLst>
                <a:path w="21600" h="21600" extrusionOk="0">
                  <a:moveTo>
                    <a:pt x="10799" y="21600"/>
                  </a:moveTo>
                  <a:cubicBezTo>
                    <a:pt x="4770" y="21600"/>
                    <a:pt x="0" y="19611"/>
                    <a:pt x="0" y="16766"/>
                  </a:cubicBezTo>
                  <a:lnTo>
                    <a:pt x="0" y="15297"/>
                  </a:lnTo>
                  <a:lnTo>
                    <a:pt x="7157" y="15297"/>
                  </a:lnTo>
                  <a:lnTo>
                    <a:pt x="7157" y="16460"/>
                  </a:lnTo>
                  <a:cubicBezTo>
                    <a:pt x="7157" y="17744"/>
                    <a:pt x="8851" y="18295"/>
                    <a:pt x="10799" y="18295"/>
                  </a:cubicBezTo>
                  <a:cubicBezTo>
                    <a:pt x="12933" y="18295"/>
                    <a:pt x="14377" y="17622"/>
                    <a:pt x="14377" y="16460"/>
                  </a:cubicBezTo>
                  <a:lnTo>
                    <a:pt x="14377" y="15726"/>
                  </a:lnTo>
                  <a:cubicBezTo>
                    <a:pt x="14377" y="14686"/>
                    <a:pt x="13813" y="14073"/>
                    <a:pt x="12180" y="13401"/>
                  </a:cubicBezTo>
                  <a:lnTo>
                    <a:pt x="3642" y="9912"/>
                  </a:lnTo>
                  <a:cubicBezTo>
                    <a:pt x="2198" y="9332"/>
                    <a:pt x="0" y="7954"/>
                    <a:pt x="0" y="6058"/>
                  </a:cubicBezTo>
                  <a:lnTo>
                    <a:pt x="0" y="5018"/>
                  </a:lnTo>
                  <a:cubicBezTo>
                    <a:pt x="0" y="2080"/>
                    <a:pt x="4269" y="0"/>
                    <a:pt x="10799" y="0"/>
                  </a:cubicBezTo>
                  <a:cubicBezTo>
                    <a:pt x="17268" y="0"/>
                    <a:pt x="21600" y="1989"/>
                    <a:pt x="21600" y="5018"/>
                  </a:cubicBezTo>
                  <a:lnTo>
                    <a:pt x="21600" y="6425"/>
                  </a:lnTo>
                  <a:lnTo>
                    <a:pt x="14377" y="6425"/>
                  </a:lnTo>
                  <a:lnTo>
                    <a:pt x="14377" y="5018"/>
                  </a:lnTo>
                  <a:cubicBezTo>
                    <a:pt x="14377" y="3978"/>
                    <a:pt x="12933" y="3274"/>
                    <a:pt x="10799" y="3274"/>
                  </a:cubicBezTo>
                  <a:cubicBezTo>
                    <a:pt x="8851" y="3274"/>
                    <a:pt x="7157" y="3978"/>
                    <a:pt x="7157" y="5018"/>
                  </a:cubicBezTo>
                  <a:lnTo>
                    <a:pt x="7157" y="5721"/>
                  </a:lnTo>
                  <a:cubicBezTo>
                    <a:pt x="7157" y="6669"/>
                    <a:pt x="7911" y="7190"/>
                    <a:pt x="9168" y="7710"/>
                  </a:cubicBezTo>
                  <a:lnTo>
                    <a:pt x="17705" y="11197"/>
                  </a:lnTo>
                  <a:cubicBezTo>
                    <a:pt x="20343" y="12268"/>
                    <a:pt x="21600" y="13370"/>
                    <a:pt x="21600" y="15053"/>
                  </a:cubicBezTo>
                  <a:lnTo>
                    <a:pt x="21600" y="16704"/>
                  </a:lnTo>
                  <a:cubicBezTo>
                    <a:pt x="21600" y="19520"/>
                    <a:pt x="16765" y="21600"/>
                    <a:pt x="10799" y="21600"/>
                  </a:cubicBezTo>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5" name="Shape">
              <a:extLst>
                <a:ext uri="{FF2B5EF4-FFF2-40B4-BE49-F238E27FC236}">
                  <a16:creationId xmlns:a16="http://schemas.microsoft.com/office/drawing/2014/main" id="{2C0ACEE0-985F-9A40-B1C0-24545B0B1036}"/>
                </a:ext>
              </a:extLst>
            </p:cNvPr>
            <p:cNvSpPr/>
            <p:nvPr userDrawn="1"/>
          </p:nvSpPr>
          <p:spPr>
            <a:xfrm>
              <a:off x="18084800" y="11684000"/>
              <a:ext cx="778980" cy="1589708"/>
            </a:xfrm>
            <a:custGeom>
              <a:avLst/>
              <a:gdLst/>
              <a:ahLst/>
              <a:cxnLst>
                <a:cxn ang="0">
                  <a:pos x="wd2" y="hd2"/>
                </a:cxn>
                <a:cxn ang="5400000">
                  <a:pos x="wd2" y="hd2"/>
                </a:cxn>
                <a:cxn ang="10800000">
                  <a:pos x="wd2" y="hd2"/>
                </a:cxn>
                <a:cxn ang="16200000">
                  <a:pos x="wd2" y="hd2"/>
                </a:cxn>
              </a:cxnLst>
              <a:rect l="0" t="0" r="r" b="b"/>
              <a:pathLst>
                <a:path w="21600" h="21600" extrusionOk="0">
                  <a:moveTo>
                    <a:pt x="14399" y="21600"/>
                  </a:moveTo>
                  <a:lnTo>
                    <a:pt x="14399" y="12378"/>
                  </a:lnTo>
                  <a:lnTo>
                    <a:pt x="7201" y="12378"/>
                  </a:lnTo>
                  <a:lnTo>
                    <a:pt x="7201" y="21600"/>
                  </a:lnTo>
                  <a:lnTo>
                    <a:pt x="0" y="21600"/>
                  </a:lnTo>
                  <a:lnTo>
                    <a:pt x="0" y="5322"/>
                  </a:lnTo>
                  <a:cubicBezTo>
                    <a:pt x="0" y="1764"/>
                    <a:pt x="4800" y="0"/>
                    <a:pt x="10736" y="0"/>
                  </a:cubicBezTo>
                  <a:cubicBezTo>
                    <a:pt x="16800" y="0"/>
                    <a:pt x="21600" y="1764"/>
                    <a:pt x="21600" y="5199"/>
                  </a:cubicBezTo>
                  <a:lnTo>
                    <a:pt x="21600" y="21600"/>
                  </a:lnTo>
                  <a:cubicBezTo>
                    <a:pt x="21600" y="21600"/>
                    <a:pt x="14399" y="21600"/>
                    <a:pt x="14399" y="21600"/>
                  </a:cubicBezTo>
                  <a:close/>
                  <a:moveTo>
                    <a:pt x="14399" y="5199"/>
                  </a:moveTo>
                  <a:cubicBezTo>
                    <a:pt x="14399" y="4022"/>
                    <a:pt x="12947" y="3310"/>
                    <a:pt x="10736" y="3310"/>
                  </a:cubicBezTo>
                  <a:cubicBezTo>
                    <a:pt x="8590" y="3310"/>
                    <a:pt x="7201" y="4022"/>
                    <a:pt x="7201" y="5199"/>
                  </a:cubicBezTo>
                  <a:lnTo>
                    <a:pt x="7201" y="9097"/>
                  </a:lnTo>
                  <a:lnTo>
                    <a:pt x="14399" y="9097"/>
                  </a:lnTo>
                  <a:cubicBezTo>
                    <a:pt x="14399" y="9097"/>
                    <a:pt x="14399" y="5199"/>
                    <a:pt x="14399" y="5199"/>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6" name="Shape">
              <a:extLst>
                <a:ext uri="{FF2B5EF4-FFF2-40B4-BE49-F238E27FC236}">
                  <a16:creationId xmlns:a16="http://schemas.microsoft.com/office/drawing/2014/main" id="{E2A01ABA-1C8F-0F42-A997-ED9ED0A2156F}"/>
                </a:ext>
              </a:extLst>
            </p:cNvPr>
            <p:cNvSpPr/>
            <p:nvPr userDrawn="1"/>
          </p:nvSpPr>
          <p:spPr>
            <a:xfrm>
              <a:off x="19138900" y="11696700"/>
              <a:ext cx="1161681" cy="1571542"/>
            </a:xfrm>
            <a:custGeom>
              <a:avLst/>
              <a:gdLst/>
              <a:ahLst/>
              <a:cxnLst>
                <a:cxn ang="0">
                  <a:pos x="wd2" y="hd2"/>
                </a:cxn>
                <a:cxn ang="5400000">
                  <a:pos x="wd2" y="hd2"/>
                </a:cxn>
                <a:cxn ang="10800000">
                  <a:pos x="wd2" y="hd2"/>
                </a:cxn>
                <a:cxn ang="16200000">
                  <a:pos x="wd2" y="hd2"/>
                </a:cxn>
              </a:cxnLst>
              <a:rect l="0" t="0" r="r" b="b"/>
              <a:pathLst>
                <a:path w="21600" h="21600" extrusionOk="0">
                  <a:moveTo>
                    <a:pt x="16771" y="0"/>
                  </a:moveTo>
                  <a:lnTo>
                    <a:pt x="10674" y="8828"/>
                  </a:lnTo>
                  <a:lnTo>
                    <a:pt x="4829" y="0"/>
                  </a:lnTo>
                  <a:lnTo>
                    <a:pt x="0" y="0"/>
                  </a:lnTo>
                  <a:lnTo>
                    <a:pt x="0" y="21600"/>
                  </a:lnTo>
                  <a:lnTo>
                    <a:pt x="4829" y="21600"/>
                  </a:lnTo>
                  <a:lnTo>
                    <a:pt x="4829" y="6950"/>
                  </a:lnTo>
                  <a:lnTo>
                    <a:pt x="8854" y="13023"/>
                  </a:lnTo>
                  <a:lnTo>
                    <a:pt x="12367" y="13023"/>
                  </a:lnTo>
                  <a:lnTo>
                    <a:pt x="16771" y="6668"/>
                  </a:lnTo>
                  <a:lnTo>
                    <a:pt x="16771" y="21600"/>
                  </a:lnTo>
                  <a:lnTo>
                    <a:pt x="21600" y="21600"/>
                  </a:lnTo>
                  <a:lnTo>
                    <a:pt x="21600" y="0"/>
                  </a:lnTo>
                  <a:cubicBezTo>
                    <a:pt x="21600" y="0"/>
                    <a:pt x="16771" y="0"/>
                    <a:pt x="16771"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7" name="Shape">
              <a:extLst>
                <a:ext uri="{FF2B5EF4-FFF2-40B4-BE49-F238E27FC236}">
                  <a16:creationId xmlns:a16="http://schemas.microsoft.com/office/drawing/2014/main" id="{C0271F85-37F7-5044-9535-48DA084A84E6}"/>
                </a:ext>
              </a:extLst>
            </p:cNvPr>
            <p:cNvSpPr/>
            <p:nvPr userDrawn="1"/>
          </p:nvSpPr>
          <p:spPr>
            <a:xfrm>
              <a:off x="20586700" y="11696700"/>
              <a:ext cx="701559" cy="157154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8282"/>
                  </a:lnTo>
                  <a:lnTo>
                    <a:pt x="7995" y="18282"/>
                  </a:lnTo>
                  <a:lnTo>
                    <a:pt x="7995" y="12271"/>
                  </a:lnTo>
                  <a:lnTo>
                    <a:pt x="19493" y="12271"/>
                  </a:lnTo>
                  <a:lnTo>
                    <a:pt x="19493" y="8953"/>
                  </a:lnTo>
                  <a:lnTo>
                    <a:pt x="7995" y="8953"/>
                  </a:lnTo>
                  <a:lnTo>
                    <a:pt x="7995" y="3318"/>
                  </a:lnTo>
                  <a:lnTo>
                    <a:pt x="21600" y="3318"/>
                  </a:lnTo>
                  <a:lnTo>
                    <a:pt x="21600" y="0"/>
                  </a:lnTo>
                  <a:cubicBezTo>
                    <a:pt x="21600" y="0"/>
                    <a:pt x="0" y="0"/>
                    <a:pt x="0"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sp>
          <p:nvSpPr>
            <p:cNvPr id="88" name="Shape">
              <a:extLst>
                <a:ext uri="{FF2B5EF4-FFF2-40B4-BE49-F238E27FC236}">
                  <a16:creationId xmlns:a16="http://schemas.microsoft.com/office/drawing/2014/main" id="{E07BF88C-FC37-E541-8701-23F997D57CE9}"/>
                </a:ext>
              </a:extLst>
            </p:cNvPr>
            <p:cNvSpPr/>
            <p:nvPr userDrawn="1"/>
          </p:nvSpPr>
          <p:spPr>
            <a:xfrm>
              <a:off x="21551899" y="11696700"/>
              <a:ext cx="849614" cy="1571542"/>
            </a:xfrm>
            <a:custGeom>
              <a:avLst/>
              <a:gdLst/>
              <a:ahLst/>
              <a:cxnLst>
                <a:cxn ang="0">
                  <a:pos x="wd2" y="hd2"/>
                </a:cxn>
                <a:cxn ang="5400000">
                  <a:pos x="wd2" y="hd2"/>
                </a:cxn>
                <a:cxn ang="10800000">
                  <a:pos x="wd2" y="hd2"/>
                </a:cxn>
                <a:cxn ang="16200000">
                  <a:pos x="wd2" y="hd2"/>
                </a:cxn>
              </a:cxnLst>
              <a:rect l="0" t="0" r="r" b="b"/>
              <a:pathLst>
                <a:path w="21600" h="21600" extrusionOk="0">
                  <a:moveTo>
                    <a:pt x="15173" y="0"/>
                  </a:moveTo>
                  <a:lnTo>
                    <a:pt x="15173" y="13523"/>
                  </a:lnTo>
                  <a:lnTo>
                    <a:pt x="5907" y="0"/>
                  </a:lnTo>
                  <a:lnTo>
                    <a:pt x="0" y="0"/>
                  </a:lnTo>
                  <a:lnTo>
                    <a:pt x="0" y="21600"/>
                  </a:lnTo>
                  <a:lnTo>
                    <a:pt x="6371" y="21600"/>
                  </a:lnTo>
                  <a:lnTo>
                    <a:pt x="6371" y="8265"/>
                  </a:lnTo>
                  <a:lnTo>
                    <a:pt x="15637" y="21600"/>
                  </a:lnTo>
                  <a:lnTo>
                    <a:pt x="21600" y="21600"/>
                  </a:lnTo>
                  <a:lnTo>
                    <a:pt x="21600" y="0"/>
                  </a:lnTo>
                  <a:cubicBezTo>
                    <a:pt x="21600" y="0"/>
                    <a:pt x="15173" y="0"/>
                    <a:pt x="15173" y="0"/>
                  </a:cubicBezTo>
                  <a:close/>
                </a:path>
              </a:pathLst>
            </a:custGeom>
            <a:grp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3000" b="0" i="0">
                <a:latin typeface="Arial" panose="020B0604020202020204" pitchFamily="34" charset="0"/>
              </a:endParaRPr>
            </a:p>
          </p:txBody>
        </p:sp>
      </p:grpSp>
    </p:spTree>
    <p:extLst>
      <p:ext uri="{BB962C8B-B14F-4D97-AF65-F5344CB8AC3E}">
        <p14:creationId xmlns:p14="http://schemas.microsoft.com/office/powerpoint/2010/main" val="361460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F43A3598-AD0A-4E2B-A70B-8C66D95EFACE}"/>
              </a:ext>
            </a:extLst>
          </p:cNvPr>
          <p:cNvSpPr>
            <a:spLocks noGrp="1"/>
          </p:cNvSpPr>
          <p:nvPr>
            <p:ph type="dt" sz="half" idx="2"/>
          </p:nvPr>
        </p:nvSpPr>
        <p:spPr>
          <a:xfrm>
            <a:off x="9774967" y="6356351"/>
            <a:ext cx="1083733" cy="366183"/>
          </a:xfrm>
          <a:prstGeom prst="rect">
            <a:avLst/>
          </a:prstGeom>
        </p:spPr>
        <p:txBody>
          <a:bodyPr vert="horz" lIns="91440" tIns="45720" rIns="0" bIns="45720" rtlCol="0" anchor="ctr"/>
          <a:lstStyle>
            <a:lvl1pPr algn="r">
              <a:defRPr sz="1067">
                <a:solidFill>
                  <a:schemeClr val="tx1">
                    <a:tint val="75000"/>
                  </a:schemeClr>
                </a:solidFill>
              </a:defRPr>
            </a:lvl1pPr>
          </a:lstStyle>
          <a:p>
            <a:fld id="{E0E16A3F-A479-45AB-8C66-C5C1FECFE81B}" type="datetime1">
              <a:rPr lang="en-US" smtClean="0"/>
              <a:t>5/4/2026</a:t>
            </a:fld>
            <a:endParaRPr lang="nl-NL"/>
          </a:p>
        </p:txBody>
      </p:sp>
      <p:sp>
        <p:nvSpPr>
          <p:cNvPr id="3" name="Voettekst">
            <a:extLst>
              <a:ext uri="{FF2B5EF4-FFF2-40B4-BE49-F238E27FC236}">
                <a16:creationId xmlns:a16="http://schemas.microsoft.com/office/drawing/2014/main" id="{269FBD5E-0590-4897-8075-09373A16CA52}"/>
              </a:ext>
            </a:extLst>
          </p:cNvPr>
          <p:cNvSpPr>
            <a:spLocks noGrp="1"/>
          </p:cNvSpPr>
          <p:nvPr>
            <p:ph type="ftr" sz="quarter" idx="3"/>
          </p:nvPr>
        </p:nvSpPr>
        <p:spPr>
          <a:xfrm>
            <a:off x="1610883" y="6356351"/>
            <a:ext cx="7992535" cy="366183"/>
          </a:xfrm>
          <a:prstGeom prst="rect">
            <a:avLst/>
          </a:prstGeom>
        </p:spPr>
        <p:txBody>
          <a:bodyPr vert="horz" lIns="91440" tIns="45720" rIns="91440" bIns="45720" rtlCol="0" anchor="ctr"/>
          <a:lstStyle>
            <a:lvl1pPr algn="ctr">
              <a:defRPr sz="1067">
                <a:solidFill>
                  <a:schemeClr val="tx1">
                    <a:tint val="75000"/>
                  </a:schemeClr>
                </a:solidFill>
              </a:defRPr>
            </a:lvl1pPr>
          </a:lstStyle>
          <a:p>
            <a:r>
              <a:rPr lang="sv-SE" dirty="0"/>
              <a:t>Analytical Skills – Les 1: Getallen</a:t>
            </a:r>
            <a:endParaRPr lang="nl-NL" dirty="0"/>
          </a:p>
        </p:txBody>
      </p:sp>
      <p:sp>
        <p:nvSpPr>
          <p:cNvPr id="8" name="Dianummer">
            <a:extLst>
              <a:ext uri="{FF2B5EF4-FFF2-40B4-BE49-F238E27FC236}">
                <a16:creationId xmlns:a16="http://schemas.microsoft.com/office/drawing/2014/main" id="{D8B88BBF-A69B-4034-BE87-A93161E3E2EA}"/>
              </a:ext>
            </a:extLst>
          </p:cNvPr>
          <p:cNvSpPr>
            <a:spLocks noGrp="1"/>
          </p:cNvSpPr>
          <p:nvPr>
            <p:ph type="sldNum" sz="quarter" idx="4"/>
          </p:nvPr>
        </p:nvSpPr>
        <p:spPr>
          <a:xfrm>
            <a:off x="838200" y="6356351"/>
            <a:ext cx="601133" cy="366183"/>
          </a:xfrm>
          <a:prstGeom prst="rect">
            <a:avLst/>
          </a:prstGeom>
        </p:spPr>
        <p:txBody>
          <a:bodyPr vert="horz" lIns="0" tIns="45720" rIns="91440" bIns="45720" rtlCol="0" anchor="ctr"/>
          <a:lstStyle>
            <a:lvl1pPr algn="l">
              <a:defRPr sz="1067">
                <a:solidFill>
                  <a:schemeClr val="tx1">
                    <a:tint val="75000"/>
                  </a:schemeClr>
                </a:solidFill>
              </a:defRPr>
            </a:lvl1pPr>
          </a:lstStyle>
          <a:p>
            <a:fld id="{82F1406F-2017-4431-B79A-7DFC81A4E36B}" type="slidenum">
              <a:rPr lang="nl-NL" smtClean="0"/>
              <a:pPr/>
              <a:t>‹#›</a:t>
            </a:fld>
            <a:endParaRPr lang="nl-NL"/>
          </a:p>
        </p:txBody>
      </p:sp>
      <p:pic>
        <p:nvPicPr>
          <p:cNvPr id="6" name="Logo" descr="hu logo.png"/>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11246957" y="6145253"/>
            <a:ext cx="576000" cy="492615"/>
          </a:xfrm>
          <a:prstGeom prst="rect">
            <a:avLst/>
          </a:prstGeom>
        </p:spPr>
      </p:pic>
      <p:sp>
        <p:nvSpPr>
          <p:cNvPr id="9" name="Tijdelijke aanduiding voor titel 8">
            <a:extLst>
              <a:ext uri="{FF2B5EF4-FFF2-40B4-BE49-F238E27FC236}">
                <a16:creationId xmlns:a16="http://schemas.microsoft.com/office/drawing/2014/main" id="{0977E159-79B6-4267-A1D2-09D475E5B91F}"/>
              </a:ext>
            </a:extLst>
          </p:cNvPr>
          <p:cNvSpPr>
            <a:spLocks noGrp="1"/>
          </p:cNvSpPr>
          <p:nvPr>
            <p:ph type="title"/>
          </p:nvPr>
        </p:nvSpPr>
        <p:spPr>
          <a:xfrm>
            <a:off x="800299" y="325969"/>
            <a:ext cx="10096300" cy="1325033"/>
          </a:xfrm>
          <a:prstGeom prst="rect">
            <a:avLst/>
          </a:prstGeom>
        </p:spPr>
        <p:txBody>
          <a:bodyPr vert="horz" lIns="91440" tIns="45720" rIns="91440" bIns="45720" rtlCol="0" anchor="ctr">
            <a:normAutofit/>
          </a:bodyPr>
          <a:lstStyle/>
          <a:p>
            <a:r>
              <a:rPr lang="nl-NL"/>
              <a:t>Klik om stijl te bewerken</a:t>
            </a:r>
          </a:p>
        </p:txBody>
      </p:sp>
      <p:sp>
        <p:nvSpPr>
          <p:cNvPr id="10" name="Tijdelijke aanduiding voor tekst 9">
            <a:extLst>
              <a:ext uri="{FF2B5EF4-FFF2-40B4-BE49-F238E27FC236}">
                <a16:creationId xmlns:a16="http://schemas.microsoft.com/office/drawing/2014/main" id="{E616524E-60E5-4C7A-8687-6CD7C4493891}"/>
              </a:ext>
            </a:extLst>
          </p:cNvPr>
          <p:cNvSpPr>
            <a:spLocks noGrp="1"/>
          </p:cNvSpPr>
          <p:nvPr>
            <p:ph type="body" idx="1"/>
          </p:nvPr>
        </p:nvSpPr>
        <p:spPr>
          <a:xfrm>
            <a:off x="838200" y="1826684"/>
            <a:ext cx="10058400" cy="4056440"/>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847263212"/>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Lst>
  <p:hf sldNum="0" hdr="0" ftr="0" dt="0"/>
  <p:txStyles>
    <p:titleStyle>
      <a:lvl1pPr algn="l" defTabSz="609585" rtl="0" eaLnBrk="1" latinLnBrk="0" hangingPunct="1">
        <a:spcBef>
          <a:spcPct val="0"/>
        </a:spcBef>
        <a:buNone/>
        <a:defRPr sz="4267" b="1" kern="1200">
          <a:solidFill>
            <a:schemeClr val="accent1"/>
          </a:solidFill>
          <a:latin typeface="+mj-lt"/>
          <a:ea typeface="+mj-ea"/>
          <a:cs typeface="+mj-cs"/>
        </a:defRPr>
      </a:lvl1pPr>
    </p:titleStyle>
    <p:bodyStyle>
      <a:lvl1pPr marL="457189" indent="-457189" algn="l" defTabSz="609585" rtl="0" eaLnBrk="1" latinLnBrk="0" hangingPunct="1">
        <a:lnSpc>
          <a:spcPct val="120000"/>
        </a:lnSpc>
        <a:spcBef>
          <a:spcPts val="0"/>
        </a:spcBef>
        <a:buClr>
          <a:schemeClr val="tx2"/>
        </a:buClr>
        <a:buSzPct val="120000"/>
        <a:buFont typeface="Arial" panose="020B0604020202020204" pitchFamily="34" charset="0"/>
        <a:buChar char="•"/>
        <a:defRPr sz="2667" b="0" kern="1200">
          <a:solidFill>
            <a:schemeClr val="tx1"/>
          </a:solidFill>
          <a:latin typeface="+mn-lt"/>
          <a:ea typeface="+mn-ea"/>
          <a:cs typeface="+mn-cs"/>
        </a:defRPr>
      </a:lvl1pPr>
      <a:lvl2pPr marL="1066773" indent="-457189" algn="l" defTabSz="609585" rtl="0" eaLnBrk="1" latinLnBrk="0" hangingPunct="1">
        <a:lnSpc>
          <a:spcPct val="120000"/>
        </a:lnSpc>
        <a:spcBef>
          <a:spcPts val="0"/>
        </a:spcBef>
        <a:buClr>
          <a:schemeClr val="tx2"/>
        </a:buClr>
        <a:buFont typeface="Wingdings" panose="05000000000000000000" pitchFamily="2" charset="2"/>
        <a:buChar char="§"/>
        <a:defRPr sz="2667" b="0" kern="1200">
          <a:solidFill>
            <a:schemeClr val="tx1"/>
          </a:solidFill>
          <a:latin typeface="+mn-lt"/>
          <a:ea typeface="+mn-ea"/>
          <a:cs typeface="+mn-cs"/>
        </a:defRPr>
      </a:lvl2pPr>
      <a:lvl3pPr marL="1676358" indent="-457189" algn="l" defTabSz="609585" rtl="0" eaLnBrk="1" latinLnBrk="0" hangingPunct="1">
        <a:lnSpc>
          <a:spcPct val="100000"/>
        </a:lnSpc>
        <a:spcBef>
          <a:spcPts val="0"/>
        </a:spcBef>
        <a:buClr>
          <a:schemeClr val="tx2"/>
        </a:buClr>
        <a:buFont typeface="Courier New" panose="02070309020205020404" pitchFamily="49" charset="0"/>
        <a:buChar char="o"/>
        <a:defRPr sz="2667" b="0" kern="1200">
          <a:solidFill>
            <a:schemeClr val="tx1"/>
          </a:solidFill>
          <a:latin typeface="+mn-lt"/>
          <a:ea typeface="+mn-ea"/>
          <a:cs typeface="+mn-cs"/>
        </a:defRPr>
      </a:lvl3pPr>
      <a:lvl4pPr marL="1828754" indent="0" algn="l" defTabSz="609585" rtl="0" eaLnBrk="1" latinLnBrk="0" hangingPunct="1">
        <a:lnSpc>
          <a:spcPct val="100000"/>
        </a:lnSpc>
        <a:spcBef>
          <a:spcPts val="0"/>
        </a:spcBef>
        <a:buClr>
          <a:schemeClr val="accent1"/>
        </a:buClr>
        <a:buFont typeface="Arial"/>
        <a:buNone/>
        <a:defRPr sz="2667" b="0" kern="1200">
          <a:solidFill>
            <a:schemeClr val="tx1"/>
          </a:solidFill>
          <a:latin typeface="+mn-lt"/>
          <a:ea typeface="+mn-ea"/>
          <a:cs typeface="+mn-cs"/>
        </a:defRPr>
      </a:lvl4pPr>
      <a:lvl5pPr marL="2438339" indent="0" algn="l" defTabSz="609585" rtl="0" eaLnBrk="1" latinLnBrk="0" hangingPunct="1">
        <a:lnSpc>
          <a:spcPct val="100000"/>
        </a:lnSpc>
        <a:spcBef>
          <a:spcPts val="0"/>
        </a:spcBef>
        <a:buClr>
          <a:schemeClr val="accent1"/>
        </a:buClr>
        <a:buFont typeface="Arial"/>
        <a:buNone/>
        <a:defRPr sz="2667" b="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5">
          <p15:clr>
            <a:srgbClr val="F26B43"/>
          </p15:clr>
        </p15:guide>
        <p15:guide id="3" pos="5148">
          <p15:clr>
            <a:srgbClr val="F26B43"/>
          </p15:clr>
        </p15:guide>
        <p15:guide id="4" orient="horz" pos="3770">
          <p15:clr>
            <a:srgbClr val="F26B43"/>
          </p15:clr>
        </p15:guide>
        <p15:guide id="5" orient="horz" pos="849">
          <p15:clr>
            <a:srgbClr val="F26B43"/>
          </p15:clr>
        </p15:guide>
        <p15:guide id="6" orient="horz" pos="277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64A64A-324A-0347-9067-1916E2DEC92D}"/>
              </a:ext>
            </a:extLst>
          </p:cNvPr>
          <p:cNvSpPr>
            <a:spLocks noGrp="1"/>
          </p:cNvSpPr>
          <p:nvPr>
            <p:ph type="ctrTitle"/>
          </p:nvPr>
        </p:nvSpPr>
        <p:spPr>
          <a:xfrm>
            <a:off x="550861" y="476253"/>
            <a:ext cx="5143883" cy="3566407"/>
          </a:xfrm>
        </p:spPr>
        <p:txBody>
          <a:bodyPr>
            <a:normAutofit/>
          </a:bodyPr>
          <a:lstStyle/>
          <a:p>
            <a:r>
              <a:rPr lang="en-US" sz="4267" dirty="0" err="1">
                <a:latin typeface="Arial" panose="020B0604020202020204" pitchFamily="34" charset="0"/>
                <a:cs typeface="Arial" panose="020B0604020202020204" pitchFamily="34" charset="0"/>
              </a:rPr>
              <a:t>Oriëntatieles</a:t>
            </a:r>
            <a:r>
              <a:rPr lang="en-US" sz="4267" dirty="0">
                <a:latin typeface="Arial" panose="020B0604020202020204" pitchFamily="34" charset="0"/>
                <a:cs typeface="Arial" panose="020B0604020202020204" pitchFamily="34" charset="0"/>
              </a:rPr>
              <a:t> 1</a:t>
            </a:r>
            <a:br>
              <a:rPr lang="en-US"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r>
              <a:rPr lang="en-US" sz="2400" dirty="0" err="1">
                <a:latin typeface="Arial" panose="020B0604020202020204" pitchFamily="34" charset="0"/>
                <a:cs typeface="Arial" panose="020B0604020202020204" pitchFamily="34" charset="0"/>
              </a:rPr>
              <a:t>Programma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dinsdag</a:t>
            </a:r>
            <a:r>
              <a:rPr lang="en-US" sz="2400" dirty="0">
                <a:latin typeface="Arial" panose="020B0604020202020204" pitchFamily="34" charset="0"/>
                <a:cs typeface="Arial" panose="020B0604020202020204" pitchFamily="34" charset="0"/>
              </a:rPr>
              <a:t> 12-05-2026</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29C5C66-EA92-8944-8A06-BB25ABC7BD4D}"/>
              </a:ext>
            </a:extLst>
          </p:cNvPr>
          <p:cNvSpPr>
            <a:spLocks noGrp="1"/>
          </p:cNvSpPr>
          <p:nvPr>
            <p:ph type="subTitle" idx="1"/>
          </p:nvPr>
        </p:nvSpPr>
        <p:spPr/>
        <p:txBody>
          <a:bodyPr vert="horz" lIns="0" tIns="45720" rIns="91440" bIns="45720" rtlCol="0" anchor="t">
            <a:normAutofit fontScale="77500" lnSpcReduction="20000"/>
          </a:bodyPr>
          <a:lstStyle/>
          <a:p>
            <a:r>
              <a:rPr lang="en-US" dirty="0">
                <a:latin typeface="Arial" panose="020B0604020202020204" pitchFamily="34" charset="0"/>
                <a:cs typeface="Arial" panose="020B0604020202020204" pitchFamily="34" charset="0"/>
              </a:rPr>
              <a:t>2025-2026 Semester 1</a:t>
            </a:r>
          </a:p>
        </p:txBody>
      </p:sp>
      <p:sp>
        <p:nvSpPr>
          <p:cNvPr id="9" name="Text Placeholder 8">
            <a:extLst>
              <a:ext uri="{FF2B5EF4-FFF2-40B4-BE49-F238E27FC236}">
                <a16:creationId xmlns:a16="http://schemas.microsoft.com/office/drawing/2014/main" id="{224E7B7D-FA7E-7245-8D67-28F97910C800}"/>
              </a:ext>
            </a:extLst>
          </p:cNvPr>
          <p:cNvSpPr>
            <a:spLocks noGrp="1"/>
          </p:cNvSpPr>
          <p:nvPr>
            <p:ph type="body" sz="quarter" idx="13"/>
          </p:nvPr>
        </p:nvSpPr>
        <p:spPr/>
        <p:txBody>
          <a:bodyPr vert="horz" lIns="0" tIns="45720" rIns="91440" bIns="45720" rtlCol="0" anchor="t">
            <a:normAutofit fontScale="77500" lnSpcReduction="20000"/>
          </a:bodyPr>
          <a:lstStyle/>
          <a:p>
            <a:r>
              <a:rPr lang="en-US" dirty="0">
                <a:cs typeface="Arial" panose="020B0604020202020204" pitchFamily="34" charset="0"/>
              </a:rPr>
              <a:t>HBO-ICT</a:t>
            </a:r>
          </a:p>
        </p:txBody>
      </p:sp>
      <p:sp>
        <p:nvSpPr>
          <p:cNvPr id="4" name="Picture Placeholder 3">
            <a:extLst>
              <a:ext uri="{FF2B5EF4-FFF2-40B4-BE49-F238E27FC236}">
                <a16:creationId xmlns:a16="http://schemas.microsoft.com/office/drawing/2014/main" id="{2054D1C3-1C5B-AB44-92BF-E500590ED638}"/>
              </a:ext>
            </a:extLst>
          </p:cNvPr>
          <p:cNvSpPr>
            <a:spLocks noGrp="1"/>
          </p:cNvSpPr>
          <p:nvPr>
            <p:ph type="pic" sz="quarter" idx="14"/>
          </p:nvPr>
        </p:nvSpPr>
        <p:spPr/>
        <p:txBody>
          <a:bodyPr/>
          <a:lstStyle/>
          <a:p>
            <a:endParaRPr lang="en-US"/>
          </a:p>
        </p:txBody>
      </p:sp>
      <p:pic>
        <p:nvPicPr>
          <p:cNvPr id="10" name="Picture Placeholder 6">
            <a:extLst>
              <a:ext uri="{FF2B5EF4-FFF2-40B4-BE49-F238E27FC236}">
                <a16:creationId xmlns:a16="http://schemas.microsoft.com/office/drawing/2014/main" id="{0EBB1B35-9093-8741-9A97-0622CB9B7F88}"/>
              </a:ext>
            </a:extLst>
          </p:cNvPr>
          <p:cNvPicPr>
            <a:picLocks noChangeAspect="1"/>
          </p:cNvPicPr>
          <p:nvPr/>
        </p:nvPicPr>
        <p:blipFill>
          <a:blip r:embed="rId3"/>
          <a:stretch>
            <a:fillRect/>
          </a:stretch>
        </p:blipFill>
        <p:spPr>
          <a:xfrm>
            <a:off x="6103193" y="0"/>
            <a:ext cx="6096000" cy="5661248"/>
          </a:xfrm>
          <a:prstGeom prst="rect">
            <a:avLst/>
          </a:prstGeom>
          <a:solidFill>
            <a:schemeClr val="bg2"/>
          </a:solidFill>
        </p:spPr>
      </p:pic>
    </p:spTree>
    <p:extLst>
      <p:ext uri="{BB962C8B-B14F-4D97-AF65-F5344CB8AC3E}">
        <p14:creationId xmlns:p14="http://schemas.microsoft.com/office/powerpoint/2010/main" val="1490028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A69123A-09B4-446E-880A-671B0881A602}"/>
              </a:ext>
            </a:extLst>
          </p:cNvPr>
          <p:cNvSpPr>
            <a:spLocks noGrp="1"/>
          </p:cNvSpPr>
          <p:nvPr>
            <p:ph type="title"/>
          </p:nvPr>
        </p:nvSpPr>
        <p:spPr/>
        <p:txBody>
          <a:bodyPr/>
          <a:lstStyle/>
          <a:p>
            <a:r>
              <a:rPr lang="nl-NL" dirty="0"/>
              <a:t>Programma V1P 5.034</a:t>
            </a:r>
          </a:p>
        </p:txBody>
      </p:sp>
      <p:sp>
        <p:nvSpPr>
          <p:cNvPr id="6" name="Tijdelijke aanduiding voor inhoud 5">
            <a:extLst>
              <a:ext uri="{FF2B5EF4-FFF2-40B4-BE49-F238E27FC236}">
                <a16:creationId xmlns:a16="http://schemas.microsoft.com/office/drawing/2014/main" id="{7F8B8D0C-BF90-4B7F-AFD9-D312C8D2A7B9}"/>
              </a:ext>
            </a:extLst>
          </p:cNvPr>
          <p:cNvSpPr>
            <a:spLocks noGrp="1"/>
          </p:cNvSpPr>
          <p:nvPr>
            <p:ph sz="quarter" idx="15"/>
          </p:nvPr>
        </p:nvSpPr>
        <p:spPr>
          <a:xfrm>
            <a:off x="971551" y="1797051"/>
            <a:ext cx="8364809" cy="4368253"/>
          </a:xfrm>
        </p:spPr>
        <p:txBody>
          <a:bodyPr>
            <a:normAutofit lnSpcReduction="10000"/>
          </a:bodyPr>
          <a:lstStyle/>
          <a:p>
            <a:pPr marL="0" indent="0">
              <a:buNone/>
            </a:pPr>
            <a:r>
              <a:rPr lang="en-US" dirty="0"/>
              <a:t>1</a:t>
            </a:r>
            <a:r>
              <a:rPr lang="nl-NL" dirty="0"/>
              <a:t>3:00 – 13:15	Programma uitleg</a:t>
            </a:r>
          </a:p>
          <a:p>
            <a:pPr marL="0" indent="0">
              <a:buNone/>
            </a:pPr>
            <a:r>
              <a:rPr lang="nl-NL" dirty="0"/>
              <a:t>13:15 – 13:45	Vragen bedenken voor alle richtingen</a:t>
            </a:r>
          </a:p>
          <a:p>
            <a:pPr marL="0" indent="0">
              <a:buNone/>
            </a:pPr>
            <a:r>
              <a:rPr lang="nl-NL" dirty="0"/>
              <a:t>13:45 – 14:30	CSC voorlichting</a:t>
            </a:r>
          </a:p>
          <a:p>
            <a:pPr marL="0" indent="0">
              <a:buNone/>
            </a:pPr>
            <a:r>
              <a:rPr lang="nl-NL" dirty="0"/>
              <a:t>					Door: Jan van Doorn</a:t>
            </a:r>
          </a:p>
          <a:p>
            <a:pPr marL="0" indent="0">
              <a:buNone/>
            </a:pPr>
            <a:r>
              <a:rPr lang="nl-NL" dirty="0"/>
              <a:t>14:30 – 15:15	TI voorlichting</a:t>
            </a:r>
          </a:p>
          <a:p>
            <a:pPr marL="0" indent="0">
              <a:buNone/>
            </a:pPr>
            <a:r>
              <a:rPr lang="nl-NL" dirty="0"/>
              <a:t>					Door: Gera Pronk</a:t>
            </a:r>
          </a:p>
          <a:p>
            <a:pPr marL="0" indent="0">
              <a:buNone/>
            </a:pPr>
            <a:r>
              <a:rPr lang="nl-NL" dirty="0"/>
              <a:t>15:15 – 16:00	Werken aan </a:t>
            </a:r>
            <a:r>
              <a:rPr lang="nl-NL" dirty="0" err="1"/>
              <a:t>Steam</a:t>
            </a:r>
            <a:endParaRPr lang="nl-NL" dirty="0"/>
          </a:p>
          <a:p>
            <a:pPr marL="0" indent="0">
              <a:buNone/>
            </a:pPr>
            <a:r>
              <a:rPr lang="nl-NL" b="1" dirty="0"/>
              <a:t>Huiswerk</a:t>
            </a:r>
            <a:r>
              <a:rPr lang="nl-NL" dirty="0"/>
              <a:t>: verwerk opgedane kennis in Oriëntatieopdracht</a:t>
            </a:r>
            <a:endParaRPr lang="nl-NL" b="1" dirty="0"/>
          </a:p>
          <a:p>
            <a:pPr marL="0" indent="0">
              <a:buNone/>
            </a:pPr>
            <a:endParaRPr lang="nl-NL" dirty="0"/>
          </a:p>
        </p:txBody>
      </p:sp>
      <p:pic>
        <p:nvPicPr>
          <p:cNvPr id="7" name="Picture 2" descr="http://gbw-online.nl/wp-content/uploads/2015/02/agenda-stylo.jpg">
            <a:extLst>
              <a:ext uri="{FF2B5EF4-FFF2-40B4-BE49-F238E27FC236}">
                <a16:creationId xmlns:a16="http://schemas.microsoft.com/office/drawing/2014/main" id="{C5C9246F-1432-47FC-A330-4635770CAA6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290025" y="-10929"/>
            <a:ext cx="2901976" cy="2791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42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8C07-384F-C074-5CDD-FE6FFFB01E2E}"/>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F02239D-C7D7-C2AB-3852-C00A8BBDF55E}"/>
              </a:ext>
            </a:extLst>
          </p:cNvPr>
          <p:cNvSpPr>
            <a:spLocks noGrp="1"/>
          </p:cNvSpPr>
          <p:nvPr>
            <p:ph type="title"/>
          </p:nvPr>
        </p:nvSpPr>
        <p:spPr/>
        <p:txBody>
          <a:bodyPr/>
          <a:lstStyle/>
          <a:p>
            <a:r>
              <a:rPr lang="nl-NL" dirty="0"/>
              <a:t>Vragen bedenken</a:t>
            </a:r>
          </a:p>
        </p:txBody>
      </p:sp>
      <p:sp>
        <p:nvSpPr>
          <p:cNvPr id="6" name="Tijdelijke aanduiding voor inhoud 5">
            <a:extLst>
              <a:ext uri="{FF2B5EF4-FFF2-40B4-BE49-F238E27FC236}">
                <a16:creationId xmlns:a16="http://schemas.microsoft.com/office/drawing/2014/main" id="{D78B5D05-ABBD-F9E7-138C-BB5DFE7E3EB2}"/>
              </a:ext>
            </a:extLst>
          </p:cNvPr>
          <p:cNvSpPr>
            <a:spLocks noGrp="1"/>
          </p:cNvSpPr>
          <p:nvPr>
            <p:ph sz="quarter" idx="15"/>
          </p:nvPr>
        </p:nvSpPr>
        <p:spPr>
          <a:xfrm>
            <a:off x="971551" y="1484784"/>
            <a:ext cx="8364809" cy="5184577"/>
          </a:xfrm>
        </p:spPr>
        <p:txBody>
          <a:bodyPr>
            <a:normAutofit fontScale="85000" lnSpcReduction="10000"/>
          </a:bodyPr>
          <a:lstStyle/>
          <a:p>
            <a:r>
              <a:rPr lang="en-US" dirty="0"/>
              <a:t>Vorm 5 </a:t>
            </a:r>
            <a:r>
              <a:rPr lang="en-US" dirty="0" err="1"/>
              <a:t>groepjes</a:t>
            </a:r>
            <a:r>
              <a:rPr lang="en-US" dirty="0"/>
              <a:t> </a:t>
            </a:r>
            <a:r>
              <a:rPr lang="en-US" dirty="0" err="1"/>
              <a:t>bestaande</a:t>
            </a:r>
            <a:r>
              <a:rPr lang="en-US" dirty="0"/>
              <a:t> </a:t>
            </a:r>
            <a:r>
              <a:rPr lang="en-US" dirty="0" err="1"/>
              <a:t>uit</a:t>
            </a:r>
            <a:r>
              <a:rPr lang="en-US" dirty="0"/>
              <a:t> </a:t>
            </a:r>
            <a:r>
              <a:rPr lang="en-US" dirty="0" err="1"/>
              <a:t>studenten</a:t>
            </a:r>
            <a:r>
              <a:rPr lang="en-US" dirty="0"/>
              <a:t> met </a:t>
            </a:r>
            <a:r>
              <a:rPr lang="en-US" dirty="0" err="1"/>
              <a:t>dezelfde</a:t>
            </a:r>
            <a:r>
              <a:rPr lang="en-US" dirty="0"/>
              <a:t> </a:t>
            </a:r>
            <a:r>
              <a:rPr lang="en-US" dirty="0" err="1"/>
              <a:t>rol</a:t>
            </a:r>
            <a:r>
              <a:rPr lang="en-US" dirty="0"/>
              <a:t> </a:t>
            </a:r>
            <a:r>
              <a:rPr lang="en-US" dirty="0" err="1"/>
              <a:t>binnen</a:t>
            </a:r>
            <a:r>
              <a:rPr lang="en-US" dirty="0"/>
              <a:t> het Steam project</a:t>
            </a:r>
            <a:endParaRPr lang="nl-NL" dirty="0"/>
          </a:p>
          <a:p>
            <a:r>
              <a:rPr lang="nl-NL" dirty="0"/>
              <a:t>Groep 1: alle AI-experts</a:t>
            </a:r>
          </a:p>
          <a:p>
            <a:r>
              <a:rPr lang="nl-NL" dirty="0"/>
              <a:t>Groep 2: alle BIM-experts</a:t>
            </a:r>
          </a:p>
          <a:p>
            <a:r>
              <a:rPr lang="nl-NL" dirty="0"/>
              <a:t>Groep 3: alle SD-experts</a:t>
            </a:r>
          </a:p>
          <a:p>
            <a:r>
              <a:rPr lang="nl-NL" dirty="0"/>
              <a:t>Groep 4: alle TI-experts</a:t>
            </a:r>
          </a:p>
          <a:p>
            <a:r>
              <a:rPr lang="nl-NL" dirty="0"/>
              <a:t>Groep 5: alle CSC-experts</a:t>
            </a:r>
          </a:p>
          <a:p>
            <a:r>
              <a:rPr lang="nl-NL" dirty="0"/>
              <a:t>Dit hoeft niet overeen te komen met jouw voorkeur</a:t>
            </a:r>
          </a:p>
          <a:p>
            <a:r>
              <a:rPr lang="nl-NL" dirty="0"/>
              <a:t>Elke groep bedenkt voor de genoemde afstudeerrichting minimaal </a:t>
            </a:r>
            <a:r>
              <a:rPr lang="nl-NL" b="1" dirty="0"/>
              <a:t>3</a:t>
            </a:r>
            <a:r>
              <a:rPr lang="nl-NL" dirty="0"/>
              <a:t> inhoudelijke vragen</a:t>
            </a:r>
          </a:p>
          <a:p>
            <a:r>
              <a:rPr lang="nl-NL" dirty="0"/>
              <a:t>Heb je vragen over een andere afstudeerrichting, dan geef je deze aan de desbetreffende groep.</a:t>
            </a:r>
          </a:p>
          <a:p>
            <a:r>
              <a:rPr lang="nl-NL" b="1" dirty="0"/>
              <a:t>Bewaar de vragen voor SD, AI en BIM voor morgen!</a:t>
            </a:r>
          </a:p>
        </p:txBody>
      </p:sp>
      <p:pic>
        <p:nvPicPr>
          <p:cNvPr id="7" name="Picture 2" descr="http://gbw-online.nl/wp-content/uploads/2015/02/agenda-stylo.jpg">
            <a:extLst>
              <a:ext uri="{FF2B5EF4-FFF2-40B4-BE49-F238E27FC236}">
                <a16:creationId xmlns:a16="http://schemas.microsoft.com/office/drawing/2014/main" id="{50120D96-0DC9-24EE-07F5-D8038B4F006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290025" y="-10929"/>
            <a:ext cx="2901976" cy="2791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721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4216-938B-C1F7-F7ED-43E825EB33DA}"/>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DDFBFE9-AC71-D834-6541-0DB82919EA4F}"/>
              </a:ext>
            </a:extLst>
          </p:cNvPr>
          <p:cNvSpPr>
            <a:spLocks noGrp="1"/>
          </p:cNvSpPr>
          <p:nvPr>
            <p:ph type="title"/>
          </p:nvPr>
        </p:nvSpPr>
        <p:spPr/>
        <p:txBody>
          <a:bodyPr/>
          <a:lstStyle/>
          <a:p>
            <a:r>
              <a:rPr lang="nl-NL" dirty="0"/>
              <a:t>Programma V1R 5.036</a:t>
            </a:r>
          </a:p>
        </p:txBody>
      </p:sp>
      <p:sp>
        <p:nvSpPr>
          <p:cNvPr id="6" name="Tijdelijke aanduiding voor inhoud 5">
            <a:extLst>
              <a:ext uri="{FF2B5EF4-FFF2-40B4-BE49-F238E27FC236}">
                <a16:creationId xmlns:a16="http://schemas.microsoft.com/office/drawing/2014/main" id="{9FDE74DD-FEB7-B191-008D-3E74B587A252}"/>
              </a:ext>
            </a:extLst>
          </p:cNvPr>
          <p:cNvSpPr>
            <a:spLocks noGrp="1"/>
          </p:cNvSpPr>
          <p:nvPr>
            <p:ph sz="quarter" idx="15"/>
          </p:nvPr>
        </p:nvSpPr>
        <p:spPr>
          <a:xfrm>
            <a:off x="971551" y="1797051"/>
            <a:ext cx="8364809" cy="4080933"/>
          </a:xfrm>
        </p:spPr>
        <p:txBody>
          <a:bodyPr>
            <a:normAutofit/>
          </a:bodyPr>
          <a:lstStyle/>
          <a:p>
            <a:pPr marL="0" indent="0">
              <a:buNone/>
            </a:pPr>
            <a:r>
              <a:rPr lang="en-US" dirty="0"/>
              <a:t>1</a:t>
            </a:r>
            <a:r>
              <a:rPr lang="nl-NL" dirty="0"/>
              <a:t>3:00 – 13:15	Programma uitleg</a:t>
            </a:r>
          </a:p>
          <a:p>
            <a:pPr marL="0" indent="0">
              <a:buNone/>
            </a:pPr>
            <a:r>
              <a:rPr lang="nl-NL" dirty="0"/>
              <a:t>13:15 – 13:45	Vragen bedenken voor alle richtingen</a:t>
            </a:r>
          </a:p>
          <a:p>
            <a:pPr marL="0" indent="0">
              <a:buNone/>
            </a:pPr>
            <a:r>
              <a:rPr lang="nl-NL" dirty="0"/>
              <a:t>13:45 – 14:30	TI voorlichting</a:t>
            </a:r>
          </a:p>
          <a:p>
            <a:pPr marL="0" indent="0">
              <a:buNone/>
            </a:pPr>
            <a:r>
              <a:rPr lang="nl-NL" dirty="0"/>
              <a:t>					Door: Gera Pronk</a:t>
            </a:r>
          </a:p>
          <a:p>
            <a:pPr marL="0" indent="0">
              <a:buNone/>
            </a:pPr>
            <a:r>
              <a:rPr lang="nl-NL" dirty="0"/>
              <a:t>14:30 – 15:15	CSC voorlichting</a:t>
            </a:r>
          </a:p>
          <a:p>
            <a:pPr marL="0" indent="0">
              <a:buNone/>
            </a:pPr>
            <a:r>
              <a:rPr lang="nl-NL" dirty="0"/>
              <a:t>					Door: Jan van Doorn</a:t>
            </a:r>
          </a:p>
          <a:p>
            <a:pPr marL="0" indent="0">
              <a:buNone/>
            </a:pPr>
            <a:r>
              <a:rPr lang="nl-NL" dirty="0"/>
              <a:t>15:15 – 16:00	Werken aan </a:t>
            </a:r>
            <a:r>
              <a:rPr lang="nl-NL" dirty="0" err="1"/>
              <a:t>Steam</a:t>
            </a:r>
            <a:endParaRPr lang="nl-NL" dirty="0"/>
          </a:p>
          <a:p>
            <a:pPr marL="0" indent="0">
              <a:buNone/>
            </a:pPr>
            <a:r>
              <a:rPr lang="nl-NL" dirty="0"/>
              <a:t> </a:t>
            </a:r>
          </a:p>
        </p:txBody>
      </p:sp>
      <p:pic>
        <p:nvPicPr>
          <p:cNvPr id="7" name="Picture 2" descr="http://gbw-online.nl/wp-content/uploads/2015/02/agenda-stylo.jpg">
            <a:extLst>
              <a:ext uri="{FF2B5EF4-FFF2-40B4-BE49-F238E27FC236}">
                <a16:creationId xmlns:a16="http://schemas.microsoft.com/office/drawing/2014/main" id="{865940DB-9F91-C525-E42B-737E00AC488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439722" y="-10929"/>
            <a:ext cx="2752279" cy="2647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217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EB44-93A1-3ABE-7EBB-BBD387CFFB4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EE7CDC7-6D1D-1E8C-D7C2-CA511AFB83DB}"/>
              </a:ext>
            </a:extLst>
          </p:cNvPr>
          <p:cNvSpPr>
            <a:spLocks noGrp="1"/>
          </p:cNvSpPr>
          <p:nvPr>
            <p:ph type="title"/>
          </p:nvPr>
        </p:nvSpPr>
        <p:spPr/>
        <p:txBody>
          <a:bodyPr/>
          <a:lstStyle/>
          <a:p>
            <a:r>
              <a:rPr lang="nl-NL" dirty="0"/>
              <a:t>Vragen bedenken</a:t>
            </a:r>
          </a:p>
        </p:txBody>
      </p:sp>
      <p:sp>
        <p:nvSpPr>
          <p:cNvPr id="6" name="Tijdelijke aanduiding voor inhoud 5">
            <a:extLst>
              <a:ext uri="{FF2B5EF4-FFF2-40B4-BE49-F238E27FC236}">
                <a16:creationId xmlns:a16="http://schemas.microsoft.com/office/drawing/2014/main" id="{999ABBC8-7107-502B-5EDA-36AAFD566F3D}"/>
              </a:ext>
            </a:extLst>
          </p:cNvPr>
          <p:cNvSpPr>
            <a:spLocks noGrp="1"/>
          </p:cNvSpPr>
          <p:nvPr>
            <p:ph sz="quarter" idx="15"/>
          </p:nvPr>
        </p:nvSpPr>
        <p:spPr>
          <a:xfrm>
            <a:off x="971551" y="1484784"/>
            <a:ext cx="8364809" cy="5184577"/>
          </a:xfrm>
        </p:spPr>
        <p:txBody>
          <a:bodyPr>
            <a:normAutofit fontScale="85000" lnSpcReduction="10000"/>
          </a:bodyPr>
          <a:lstStyle/>
          <a:p>
            <a:r>
              <a:rPr lang="en-US" dirty="0"/>
              <a:t>Vorm 5 </a:t>
            </a:r>
            <a:r>
              <a:rPr lang="en-US" dirty="0" err="1"/>
              <a:t>groepjes</a:t>
            </a:r>
            <a:r>
              <a:rPr lang="en-US" dirty="0"/>
              <a:t> </a:t>
            </a:r>
            <a:r>
              <a:rPr lang="en-US" dirty="0" err="1"/>
              <a:t>bestaande</a:t>
            </a:r>
            <a:r>
              <a:rPr lang="en-US" dirty="0"/>
              <a:t> </a:t>
            </a:r>
            <a:r>
              <a:rPr lang="en-US" dirty="0" err="1"/>
              <a:t>uit</a:t>
            </a:r>
            <a:r>
              <a:rPr lang="en-US" dirty="0"/>
              <a:t> </a:t>
            </a:r>
            <a:r>
              <a:rPr lang="en-US" dirty="0" err="1"/>
              <a:t>studenten</a:t>
            </a:r>
            <a:r>
              <a:rPr lang="en-US" dirty="0"/>
              <a:t> met </a:t>
            </a:r>
            <a:r>
              <a:rPr lang="en-US" dirty="0" err="1"/>
              <a:t>dezelfde</a:t>
            </a:r>
            <a:r>
              <a:rPr lang="en-US" dirty="0"/>
              <a:t> </a:t>
            </a:r>
            <a:r>
              <a:rPr lang="en-US" dirty="0" err="1"/>
              <a:t>rol</a:t>
            </a:r>
            <a:r>
              <a:rPr lang="en-US" dirty="0"/>
              <a:t> </a:t>
            </a:r>
            <a:r>
              <a:rPr lang="en-US" dirty="0" err="1"/>
              <a:t>binnen</a:t>
            </a:r>
            <a:r>
              <a:rPr lang="en-US" dirty="0"/>
              <a:t> het Steam project</a:t>
            </a:r>
            <a:endParaRPr lang="nl-NL" dirty="0"/>
          </a:p>
          <a:p>
            <a:r>
              <a:rPr lang="nl-NL" dirty="0"/>
              <a:t>Groep 1: alle AI-experts</a:t>
            </a:r>
          </a:p>
          <a:p>
            <a:r>
              <a:rPr lang="nl-NL" dirty="0"/>
              <a:t>Groep 2: alle BIM-experts</a:t>
            </a:r>
          </a:p>
          <a:p>
            <a:r>
              <a:rPr lang="nl-NL" dirty="0"/>
              <a:t>Groep 3: alle SD-experts</a:t>
            </a:r>
          </a:p>
          <a:p>
            <a:r>
              <a:rPr lang="nl-NL" dirty="0"/>
              <a:t>Groep 4: alle TI-experts</a:t>
            </a:r>
          </a:p>
          <a:p>
            <a:r>
              <a:rPr lang="nl-NL" dirty="0"/>
              <a:t>Groep 5: alle CSC-experts</a:t>
            </a:r>
          </a:p>
          <a:p>
            <a:r>
              <a:rPr lang="nl-NL" dirty="0"/>
              <a:t>Dit hoeft niet overeen te komen met jouw voorkeur</a:t>
            </a:r>
          </a:p>
          <a:p>
            <a:r>
              <a:rPr lang="nl-NL" dirty="0"/>
              <a:t>Elke groep bedenkt voor de genoemde afstudeerrichting minimaal </a:t>
            </a:r>
            <a:r>
              <a:rPr lang="nl-NL" b="1" dirty="0"/>
              <a:t>3</a:t>
            </a:r>
            <a:r>
              <a:rPr lang="nl-NL" dirty="0"/>
              <a:t> inhoudelijke vragen</a:t>
            </a:r>
          </a:p>
          <a:p>
            <a:r>
              <a:rPr lang="nl-NL" dirty="0"/>
              <a:t>Heb je vragen over een andere afstudeerrichting, dan geef je deze aan de desbetreffende groep.</a:t>
            </a:r>
          </a:p>
          <a:p>
            <a:r>
              <a:rPr lang="nl-NL" b="1" dirty="0"/>
              <a:t>Bewaar de vragen voor SD, AI en BIM voor morgen!</a:t>
            </a:r>
          </a:p>
        </p:txBody>
      </p:sp>
      <p:pic>
        <p:nvPicPr>
          <p:cNvPr id="7" name="Picture 2" descr="http://gbw-online.nl/wp-content/uploads/2015/02/agenda-stylo.jpg">
            <a:extLst>
              <a:ext uri="{FF2B5EF4-FFF2-40B4-BE49-F238E27FC236}">
                <a16:creationId xmlns:a16="http://schemas.microsoft.com/office/drawing/2014/main" id="{C6EC0E17-EC7D-CE5A-BB2C-D89B3C55980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290025" y="-10929"/>
            <a:ext cx="2901976" cy="2791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65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9B2E-4452-DD1C-AE89-14FF83E0B98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9FE6BFD-760D-644F-8488-610402DBB7A0}"/>
              </a:ext>
            </a:extLst>
          </p:cNvPr>
          <p:cNvSpPr>
            <a:spLocks noGrp="1"/>
          </p:cNvSpPr>
          <p:nvPr>
            <p:ph type="title"/>
          </p:nvPr>
        </p:nvSpPr>
        <p:spPr/>
        <p:txBody>
          <a:bodyPr/>
          <a:lstStyle/>
          <a:p>
            <a:r>
              <a:rPr lang="nl-NL" dirty="0"/>
              <a:t>Programma V1S 5.038</a:t>
            </a:r>
          </a:p>
        </p:txBody>
      </p:sp>
      <p:sp>
        <p:nvSpPr>
          <p:cNvPr id="6" name="Tijdelijke aanduiding voor inhoud 5">
            <a:extLst>
              <a:ext uri="{FF2B5EF4-FFF2-40B4-BE49-F238E27FC236}">
                <a16:creationId xmlns:a16="http://schemas.microsoft.com/office/drawing/2014/main" id="{296DCD74-B20F-2EB8-7453-5CEFAD045477}"/>
              </a:ext>
            </a:extLst>
          </p:cNvPr>
          <p:cNvSpPr>
            <a:spLocks noGrp="1"/>
          </p:cNvSpPr>
          <p:nvPr>
            <p:ph sz="quarter" idx="15"/>
          </p:nvPr>
        </p:nvSpPr>
        <p:spPr>
          <a:xfrm>
            <a:off x="971551" y="1797051"/>
            <a:ext cx="8436817" cy="4080933"/>
          </a:xfrm>
        </p:spPr>
        <p:txBody>
          <a:bodyPr>
            <a:normAutofit/>
          </a:bodyPr>
          <a:lstStyle/>
          <a:p>
            <a:pPr marL="0" indent="0">
              <a:buNone/>
            </a:pPr>
            <a:r>
              <a:rPr lang="en-US" dirty="0"/>
              <a:t>1</a:t>
            </a:r>
            <a:r>
              <a:rPr lang="nl-NL" dirty="0"/>
              <a:t>3:00 – 13:15	Programma uitleg</a:t>
            </a:r>
          </a:p>
          <a:p>
            <a:pPr marL="0" indent="0">
              <a:buNone/>
            </a:pPr>
            <a:r>
              <a:rPr lang="nl-NL" dirty="0"/>
              <a:t>13:15 – 14:00	Werken aan </a:t>
            </a:r>
            <a:r>
              <a:rPr lang="nl-NL" dirty="0" err="1"/>
              <a:t>Steam</a:t>
            </a:r>
            <a:endParaRPr lang="nl-NL" dirty="0"/>
          </a:p>
          <a:p>
            <a:pPr marL="0" indent="0">
              <a:buNone/>
            </a:pPr>
            <a:r>
              <a:rPr lang="nl-NL" dirty="0"/>
              <a:t>14:00 – 14:30	Vragen bedenken voor alle richtingen</a:t>
            </a:r>
          </a:p>
          <a:p>
            <a:pPr marL="0" indent="0">
              <a:buNone/>
            </a:pPr>
            <a:r>
              <a:rPr lang="nl-NL" dirty="0"/>
              <a:t>14:30 – 15:15	CSC voorlichting</a:t>
            </a:r>
          </a:p>
          <a:p>
            <a:pPr marL="0" indent="0">
              <a:buNone/>
            </a:pPr>
            <a:r>
              <a:rPr lang="nl-NL" dirty="0"/>
              <a:t>					Door: Jan van Doorn</a:t>
            </a:r>
          </a:p>
          <a:p>
            <a:pPr marL="0" indent="0">
              <a:buNone/>
            </a:pPr>
            <a:r>
              <a:rPr lang="nl-NL" dirty="0"/>
              <a:t>15:15 – 16:00	TI voorlichting</a:t>
            </a:r>
          </a:p>
          <a:p>
            <a:pPr marL="0" indent="0">
              <a:buNone/>
            </a:pPr>
            <a:r>
              <a:rPr lang="nl-NL" dirty="0"/>
              <a:t>					Door: Gera Pronk</a:t>
            </a:r>
          </a:p>
          <a:p>
            <a:pPr marL="0" indent="0">
              <a:buNone/>
            </a:pPr>
            <a:r>
              <a:rPr lang="nl-NL" dirty="0"/>
              <a:t> </a:t>
            </a:r>
          </a:p>
        </p:txBody>
      </p:sp>
      <p:pic>
        <p:nvPicPr>
          <p:cNvPr id="7" name="Picture 2" descr="http://gbw-online.nl/wp-content/uploads/2015/02/agenda-stylo.jpg">
            <a:extLst>
              <a:ext uri="{FF2B5EF4-FFF2-40B4-BE49-F238E27FC236}">
                <a16:creationId xmlns:a16="http://schemas.microsoft.com/office/drawing/2014/main" id="{64AFF942-6DDA-F8A8-BA16-C0A832D9B61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589418" y="-10929"/>
            <a:ext cx="2602583" cy="250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890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4F2F-0025-8381-2D14-3786E8BFBED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7E3DCB0-F99B-E5DA-2F14-0C35126631B4}"/>
              </a:ext>
            </a:extLst>
          </p:cNvPr>
          <p:cNvSpPr>
            <a:spLocks noGrp="1"/>
          </p:cNvSpPr>
          <p:nvPr>
            <p:ph type="title"/>
          </p:nvPr>
        </p:nvSpPr>
        <p:spPr/>
        <p:txBody>
          <a:bodyPr/>
          <a:lstStyle/>
          <a:p>
            <a:r>
              <a:rPr lang="nl-NL" dirty="0"/>
              <a:t>Vragen bedenken</a:t>
            </a:r>
          </a:p>
        </p:txBody>
      </p:sp>
      <p:sp>
        <p:nvSpPr>
          <p:cNvPr id="6" name="Tijdelijke aanduiding voor inhoud 5">
            <a:extLst>
              <a:ext uri="{FF2B5EF4-FFF2-40B4-BE49-F238E27FC236}">
                <a16:creationId xmlns:a16="http://schemas.microsoft.com/office/drawing/2014/main" id="{66484602-8E57-7054-A6FC-16B1A63E4BB5}"/>
              </a:ext>
            </a:extLst>
          </p:cNvPr>
          <p:cNvSpPr>
            <a:spLocks noGrp="1"/>
          </p:cNvSpPr>
          <p:nvPr>
            <p:ph sz="quarter" idx="15"/>
          </p:nvPr>
        </p:nvSpPr>
        <p:spPr>
          <a:xfrm>
            <a:off x="971551" y="1484784"/>
            <a:ext cx="8364809" cy="5184577"/>
          </a:xfrm>
        </p:spPr>
        <p:txBody>
          <a:bodyPr>
            <a:normAutofit fontScale="85000" lnSpcReduction="10000"/>
          </a:bodyPr>
          <a:lstStyle/>
          <a:p>
            <a:r>
              <a:rPr lang="en-US" dirty="0"/>
              <a:t>Vorm 5 </a:t>
            </a:r>
            <a:r>
              <a:rPr lang="en-US" dirty="0" err="1"/>
              <a:t>groepjes</a:t>
            </a:r>
            <a:r>
              <a:rPr lang="en-US" dirty="0"/>
              <a:t> </a:t>
            </a:r>
            <a:r>
              <a:rPr lang="en-US" dirty="0" err="1"/>
              <a:t>bestaande</a:t>
            </a:r>
            <a:r>
              <a:rPr lang="en-US" dirty="0"/>
              <a:t> </a:t>
            </a:r>
            <a:r>
              <a:rPr lang="en-US" dirty="0" err="1"/>
              <a:t>uit</a:t>
            </a:r>
            <a:r>
              <a:rPr lang="en-US" dirty="0"/>
              <a:t> </a:t>
            </a:r>
            <a:r>
              <a:rPr lang="en-US" dirty="0" err="1"/>
              <a:t>studenten</a:t>
            </a:r>
            <a:r>
              <a:rPr lang="en-US" dirty="0"/>
              <a:t> met </a:t>
            </a:r>
            <a:r>
              <a:rPr lang="en-US" dirty="0" err="1"/>
              <a:t>dezelfde</a:t>
            </a:r>
            <a:r>
              <a:rPr lang="en-US" dirty="0"/>
              <a:t> </a:t>
            </a:r>
            <a:r>
              <a:rPr lang="en-US" dirty="0" err="1"/>
              <a:t>rol</a:t>
            </a:r>
            <a:r>
              <a:rPr lang="en-US" dirty="0"/>
              <a:t> </a:t>
            </a:r>
            <a:r>
              <a:rPr lang="en-US" dirty="0" err="1"/>
              <a:t>binnen</a:t>
            </a:r>
            <a:r>
              <a:rPr lang="en-US" dirty="0"/>
              <a:t> het Steam project</a:t>
            </a:r>
            <a:endParaRPr lang="nl-NL" dirty="0"/>
          </a:p>
          <a:p>
            <a:r>
              <a:rPr lang="nl-NL" dirty="0"/>
              <a:t>Groep 1: alle AI-experts</a:t>
            </a:r>
          </a:p>
          <a:p>
            <a:r>
              <a:rPr lang="nl-NL" dirty="0"/>
              <a:t>Groep 2: alle BIM-experts</a:t>
            </a:r>
          </a:p>
          <a:p>
            <a:r>
              <a:rPr lang="nl-NL" dirty="0"/>
              <a:t>Groep 3: alle SD-experts</a:t>
            </a:r>
          </a:p>
          <a:p>
            <a:r>
              <a:rPr lang="nl-NL" dirty="0"/>
              <a:t>Groep 4: alle TI-experts</a:t>
            </a:r>
          </a:p>
          <a:p>
            <a:r>
              <a:rPr lang="nl-NL" dirty="0"/>
              <a:t>Groep 5: alle CSC-experts</a:t>
            </a:r>
          </a:p>
          <a:p>
            <a:r>
              <a:rPr lang="nl-NL" dirty="0"/>
              <a:t>Dit hoeft niet overeen te komen met jouw voorkeur</a:t>
            </a:r>
          </a:p>
          <a:p>
            <a:r>
              <a:rPr lang="nl-NL" dirty="0"/>
              <a:t>Elke groep bedenkt voor de genoemde afstudeerrichting minimaal </a:t>
            </a:r>
            <a:r>
              <a:rPr lang="nl-NL" b="1" dirty="0"/>
              <a:t>3</a:t>
            </a:r>
            <a:r>
              <a:rPr lang="nl-NL" dirty="0"/>
              <a:t> inhoudelijke vragen</a:t>
            </a:r>
          </a:p>
          <a:p>
            <a:r>
              <a:rPr lang="nl-NL" dirty="0"/>
              <a:t>Heb je vragen over een andere afstudeerrichting, dan geef je deze aan de desbetreffende groep.</a:t>
            </a:r>
          </a:p>
          <a:p>
            <a:r>
              <a:rPr lang="nl-NL" b="1" dirty="0"/>
              <a:t>Bewaar de vragen voor SD, AI en BIM voor morgen!</a:t>
            </a:r>
          </a:p>
        </p:txBody>
      </p:sp>
      <p:pic>
        <p:nvPicPr>
          <p:cNvPr id="7" name="Picture 2" descr="http://gbw-online.nl/wp-content/uploads/2015/02/agenda-stylo.jpg">
            <a:extLst>
              <a:ext uri="{FF2B5EF4-FFF2-40B4-BE49-F238E27FC236}">
                <a16:creationId xmlns:a16="http://schemas.microsoft.com/office/drawing/2014/main" id="{8091DD92-6049-0029-74D6-45CCB922844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704"/>
          <a:stretch/>
        </p:blipFill>
        <p:spPr bwMode="auto">
          <a:xfrm>
            <a:off x="9290025" y="-10929"/>
            <a:ext cx="2901976" cy="2791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188465"/>
      </p:ext>
    </p:extLst>
  </p:cSld>
  <p:clrMapOvr>
    <a:masterClrMapping/>
  </p:clrMapOvr>
</p:sld>
</file>

<file path=ppt/theme/theme1.xml><?xml version="1.0" encoding="utf-8"?>
<a:theme xmlns:a="http://schemas.openxmlformats.org/drawingml/2006/main" name="HU Breed">
  <a:themeElements>
    <a:clrScheme name="Aangepast 5">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B71915"/>
      </a:folHlink>
    </a:clrScheme>
    <a:fontScheme name="Office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3.pptx" id="{942DAFAC-1680-4502-9BF8-FC5F531EB39C}" vid="{FF70E075-B353-421D-B6F1-D2E2BD7687C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A80706761E274FBF7207A6EEFD509E" ma:contentTypeVersion="21" ma:contentTypeDescription="Een nieuw document maken." ma:contentTypeScope="" ma:versionID="c7f7fa388e5abb50cc001f149212818f">
  <xsd:schema xmlns:xsd="http://www.w3.org/2001/XMLSchema" xmlns:xs="http://www.w3.org/2001/XMLSchema" xmlns:p="http://schemas.microsoft.com/office/2006/metadata/properties" xmlns:ns2="8e39aab0-005d-45b6-a80e-05e5df2908d1" xmlns:ns3="cc018f0f-33de-4c4c-920d-26dc6e1acc33" targetNamespace="http://schemas.microsoft.com/office/2006/metadata/properties" ma:root="true" ma:fieldsID="08edb6dc26ea4fa726f6b1e3df08ac99" ns2:_="" ns3:_="">
    <xsd:import namespace="8e39aab0-005d-45b6-a80e-05e5df2908d1"/>
    <xsd:import namespace="cc018f0f-33de-4c4c-920d-26dc6e1acc3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Location" minOccurs="0"/>
                <xsd:element ref="ns2:test"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39aab0-005d-45b6-a80e-05e5df2908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Location" ma:index="14" nillable="true" ma:displayName="MediaServiceLocation" ma:internalName="MediaServiceLocation" ma:readOnly="true">
      <xsd:simpleType>
        <xsd:restriction base="dms:Text"/>
      </xsd:simpleType>
    </xsd:element>
    <xsd:element name="test" ma:index="15" nillable="true" ma:displayName="test" ma:internalName="test">
      <xsd:simpleType>
        <xsd:restriction base="dms:Text">
          <xsd:maxLength value="255"/>
        </xsd:restriction>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9115ee84-c194-4add-8ddb-ad54b768e1e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Description" ma:index="27" nillable="true" ma:displayName="Description" ma:format="Dropdown" ma:internalName="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c018f0f-33de-4c4c-920d-26dc6e1acc33"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element name="TaxCatchAll" ma:index="24" nillable="true" ma:displayName="Taxonomy Catch All Column" ma:hidden="true" ma:list="{44717f44-5d00-4b0b-b1be-45f62dea4934}" ma:internalName="TaxCatchAll" ma:showField="CatchAllData" ma:web="cc018f0f-33de-4c4c-920d-26dc6e1acc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est xmlns="8e39aab0-005d-45b6-a80e-05e5df2908d1" xsi:nil="true"/>
    <TaxCatchAll xmlns="cc018f0f-33de-4c4c-920d-26dc6e1acc33" xsi:nil="true"/>
    <lcf76f155ced4ddcb4097134ff3c332f xmlns="8e39aab0-005d-45b6-a80e-05e5df2908d1">
      <Terms xmlns="http://schemas.microsoft.com/office/infopath/2007/PartnerControls"/>
    </lcf76f155ced4ddcb4097134ff3c332f>
    <Description xmlns="8e39aab0-005d-45b6-a80e-05e5df2908d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1FD689-9C32-4222-BC76-FF86F32E80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39aab0-005d-45b6-a80e-05e5df2908d1"/>
    <ds:schemaRef ds:uri="cc018f0f-33de-4c4c-920d-26dc6e1acc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163BBA-5F84-4F76-A7C6-0E4D63C0C7EA}">
  <ds:schemaRefs>
    <ds:schemaRef ds:uri="http://schemas.openxmlformats.org/package/2006/metadata/core-properties"/>
    <ds:schemaRef ds:uri="http://purl.org/dc/dcmitype/"/>
    <ds:schemaRef ds:uri="http://purl.org/dc/terms/"/>
    <ds:schemaRef ds:uri="http://purl.org/dc/elements/1.1/"/>
    <ds:schemaRef ds:uri="http://www.w3.org/XML/1998/namespace"/>
    <ds:schemaRef ds:uri="8e39aab0-005d-45b6-a80e-05e5df2908d1"/>
    <ds:schemaRef ds:uri="http://schemas.microsoft.com/office/2006/documentManagement/types"/>
    <ds:schemaRef ds:uri="http://schemas.microsoft.com/office/infopath/2007/PartnerControls"/>
    <ds:schemaRef ds:uri="cc018f0f-33de-4c4c-920d-26dc6e1acc33"/>
    <ds:schemaRef ds:uri="http://schemas.microsoft.com/office/2006/metadata/properties"/>
  </ds:schemaRefs>
</ds:datastoreItem>
</file>

<file path=customXml/itemProps3.xml><?xml version="1.0" encoding="utf-8"?>
<ds:datastoreItem xmlns:ds="http://schemas.openxmlformats.org/officeDocument/2006/customXml" ds:itemID="{2EA12E90-AB8E-4722-847F-197088183E8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5123</TotalTime>
  <Words>1138</Words>
  <Application>Microsoft Office PowerPoint</Application>
  <PresentationFormat>Widescreen</PresentationFormat>
  <Paragraphs>131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Courier New</vt:lpstr>
      <vt:lpstr>Wingdings</vt:lpstr>
      <vt:lpstr>HU Breed</vt:lpstr>
      <vt:lpstr>Oriëntatieles 1  Programma dinsdag 12-05-2026 </vt:lpstr>
      <vt:lpstr>Programma V1P 5.034</vt:lpstr>
      <vt:lpstr>Vragen bedenken</vt:lpstr>
      <vt:lpstr>Programma V1R 5.036</vt:lpstr>
      <vt:lpstr>Vragen bedenken</vt:lpstr>
      <vt:lpstr>Programma V1S 5.038</vt:lpstr>
      <vt:lpstr>Vragen bedenken</vt:lpstr>
    </vt:vector>
  </TitlesOfParts>
  <Company>Hogeschool van Utrecht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 powerpoint-presentatie</dc:title>
  <dc:creator>ilja.beun</dc:creator>
  <cp:lastModifiedBy>Roos Steigenga</cp:lastModifiedBy>
  <cp:revision>337</cp:revision>
  <cp:lastPrinted>2017-02-04T20:35:24Z</cp:lastPrinted>
  <dcterms:created xsi:type="dcterms:W3CDTF">2007-11-06T09:59:11Z</dcterms:created>
  <dcterms:modified xsi:type="dcterms:W3CDTF">2026-05-04T10:33:33Z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2</vt:i4>
  </property>
  <property fmtid="{D5CDD505-2E9C-101B-9397-08002B2CF9AE}" pid="3" name="ContentTypeId">
    <vt:lpwstr>0x01010081A80706761E274FBF7207A6EEFD509E</vt:lpwstr>
  </property>
</Properties>
</file>