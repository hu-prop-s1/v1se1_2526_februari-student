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322" r:id="rId5"/>
    <p:sldId id="323" r:id="rId6"/>
    <p:sldId id="324" r:id="rId7"/>
    <p:sldId id="325" r:id="rId8"/>
    <p:sldId id="326" r:id="rId9"/>
    <p:sldId id="327" r:id="rId10"/>
    <p:sldId id="358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277" r:id="rId22"/>
  </p:sldIdLst>
  <p:sldSz cx="12192000" cy="6858000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D9AE3-B1EE-4991-A7FA-3BB944DBBEE9}" v="2634" dt="2025-07-01T10:37:36.0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van Eijkelenburg" userId="32564be6-3772-4f77-8099-aa7e4c72ca61" providerId="ADAL" clId="{FDFD9AE3-B1EE-4991-A7FA-3BB944DBBEE9}"/>
    <pc:docChg chg="undo redo custSel addSld delSld modSld sldOrd">
      <pc:chgData name="Bart van Eijkelenburg" userId="32564be6-3772-4f77-8099-aa7e4c72ca61" providerId="ADAL" clId="{FDFD9AE3-B1EE-4991-A7FA-3BB944DBBEE9}" dt="2025-07-01T10:36:00.757" v="11900"/>
      <pc:docMkLst>
        <pc:docMk/>
      </pc:docMkLst>
      <pc:sldChg chg="modSp mod">
        <pc:chgData name="Bart van Eijkelenburg" userId="32564be6-3772-4f77-8099-aa7e4c72ca61" providerId="ADAL" clId="{FDFD9AE3-B1EE-4991-A7FA-3BB944DBBEE9}" dt="2025-07-01T02:03:17.311" v="11898" actId="14100"/>
        <pc:sldMkLst>
          <pc:docMk/>
          <pc:sldMk cId="676949746" sldId="257"/>
        </pc:sldMkLst>
        <pc:spChg chg="mod">
          <ac:chgData name="Bart van Eijkelenburg" userId="32564be6-3772-4f77-8099-aa7e4c72ca61" providerId="ADAL" clId="{FDFD9AE3-B1EE-4991-A7FA-3BB944DBBEE9}" dt="2025-07-01T02:03:17.311" v="11898" actId="14100"/>
          <ac:spMkLst>
            <pc:docMk/>
            <pc:sldMk cId="676949746" sldId="257"/>
            <ac:spMk id="7" creationId="{9F311209-E33A-4144-BC5D-4962978D4978}"/>
          </ac:spMkLst>
        </pc:spChg>
      </pc:sldChg>
      <pc:sldChg chg="del">
        <pc:chgData name="Bart van Eijkelenburg" userId="32564be6-3772-4f77-8099-aa7e4c72ca61" providerId="ADAL" clId="{FDFD9AE3-B1EE-4991-A7FA-3BB944DBBEE9}" dt="2025-06-30T19:45:51.769" v="3225" actId="2696"/>
        <pc:sldMkLst>
          <pc:docMk/>
          <pc:sldMk cId="1340577523" sldId="258"/>
        </pc:sldMkLst>
      </pc:sldChg>
      <pc:sldChg chg="del">
        <pc:chgData name="Bart van Eijkelenburg" userId="32564be6-3772-4f77-8099-aa7e4c72ca61" providerId="ADAL" clId="{FDFD9AE3-B1EE-4991-A7FA-3BB944DBBEE9}" dt="2025-06-30T20:22:17.506" v="4124" actId="2696"/>
        <pc:sldMkLst>
          <pc:docMk/>
          <pc:sldMk cId="3963664582" sldId="259"/>
        </pc:sldMkLst>
      </pc:sldChg>
      <pc:sldChg chg="del">
        <pc:chgData name="Bart van Eijkelenburg" userId="32564be6-3772-4f77-8099-aa7e4c72ca61" providerId="ADAL" clId="{FDFD9AE3-B1EE-4991-A7FA-3BB944DBBEE9}" dt="2025-06-30T20:22:29.036" v="4125" actId="2696"/>
        <pc:sldMkLst>
          <pc:docMk/>
          <pc:sldMk cId="2543173974" sldId="260"/>
        </pc:sldMkLst>
      </pc:sldChg>
      <pc:sldChg chg="del">
        <pc:chgData name="Bart van Eijkelenburg" userId="32564be6-3772-4f77-8099-aa7e4c72ca61" providerId="ADAL" clId="{FDFD9AE3-B1EE-4991-A7FA-3BB944DBBEE9}" dt="2025-06-30T21:33:01.364" v="5678" actId="2696"/>
        <pc:sldMkLst>
          <pc:docMk/>
          <pc:sldMk cId="1196234462" sldId="261"/>
        </pc:sldMkLst>
      </pc:sldChg>
      <pc:sldChg chg="del">
        <pc:chgData name="Bart van Eijkelenburg" userId="32564be6-3772-4f77-8099-aa7e4c72ca61" providerId="ADAL" clId="{FDFD9AE3-B1EE-4991-A7FA-3BB944DBBEE9}" dt="2025-06-30T21:32:59.046" v="5677" actId="2696"/>
        <pc:sldMkLst>
          <pc:docMk/>
          <pc:sldMk cId="4241983247" sldId="262"/>
        </pc:sldMkLst>
      </pc:sldChg>
      <pc:sldChg chg="del">
        <pc:chgData name="Bart van Eijkelenburg" userId="32564be6-3772-4f77-8099-aa7e4c72ca61" providerId="ADAL" clId="{FDFD9AE3-B1EE-4991-A7FA-3BB944DBBEE9}" dt="2025-06-30T19:34:53.226" v="2683" actId="2696"/>
        <pc:sldMkLst>
          <pc:docMk/>
          <pc:sldMk cId="396282009" sldId="263"/>
        </pc:sldMkLst>
      </pc:sldChg>
      <pc:sldChg chg="del">
        <pc:chgData name="Bart van Eijkelenburg" userId="32564be6-3772-4f77-8099-aa7e4c72ca61" providerId="ADAL" clId="{FDFD9AE3-B1EE-4991-A7FA-3BB944DBBEE9}" dt="2025-06-30T19:35:00.407" v="2684" actId="2696"/>
        <pc:sldMkLst>
          <pc:docMk/>
          <pc:sldMk cId="837766199" sldId="264"/>
        </pc:sldMkLst>
      </pc:sldChg>
      <pc:sldChg chg="del">
        <pc:chgData name="Bart van Eijkelenburg" userId="32564be6-3772-4f77-8099-aa7e4c72ca61" providerId="ADAL" clId="{FDFD9AE3-B1EE-4991-A7FA-3BB944DBBEE9}" dt="2025-06-30T19:35:04.790" v="2685" actId="2696"/>
        <pc:sldMkLst>
          <pc:docMk/>
          <pc:sldMk cId="419226775" sldId="265"/>
        </pc:sldMkLst>
      </pc:sldChg>
      <pc:sldChg chg="del">
        <pc:chgData name="Bart van Eijkelenburg" userId="32564be6-3772-4f77-8099-aa7e4c72ca61" providerId="ADAL" clId="{FDFD9AE3-B1EE-4991-A7FA-3BB944DBBEE9}" dt="2025-06-30T19:35:08.461" v="2686" actId="2696"/>
        <pc:sldMkLst>
          <pc:docMk/>
          <pc:sldMk cId="4292222619" sldId="266"/>
        </pc:sldMkLst>
      </pc:sldChg>
      <pc:sldChg chg="del">
        <pc:chgData name="Bart van Eijkelenburg" userId="32564be6-3772-4f77-8099-aa7e4c72ca61" providerId="ADAL" clId="{FDFD9AE3-B1EE-4991-A7FA-3BB944DBBEE9}" dt="2025-06-30T19:45:32.901" v="3222" actId="2696"/>
        <pc:sldMkLst>
          <pc:docMk/>
          <pc:sldMk cId="3974428451" sldId="267"/>
        </pc:sldMkLst>
      </pc:sldChg>
      <pc:sldChg chg="del">
        <pc:chgData name="Bart van Eijkelenburg" userId="32564be6-3772-4f77-8099-aa7e4c72ca61" providerId="ADAL" clId="{FDFD9AE3-B1EE-4991-A7FA-3BB944DBBEE9}" dt="2025-06-30T19:45:43.994" v="3223" actId="2696"/>
        <pc:sldMkLst>
          <pc:docMk/>
          <pc:sldMk cId="1473564384" sldId="268"/>
        </pc:sldMkLst>
      </pc:sldChg>
      <pc:sldChg chg="del">
        <pc:chgData name="Bart van Eijkelenburg" userId="32564be6-3772-4f77-8099-aa7e4c72ca61" providerId="ADAL" clId="{FDFD9AE3-B1EE-4991-A7FA-3BB944DBBEE9}" dt="2025-06-30T19:45:47.278" v="3224" actId="2696"/>
        <pc:sldMkLst>
          <pc:docMk/>
          <pc:sldMk cId="4027709368" sldId="269"/>
        </pc:sldMkLst>
      </pc:sldChg>
      <pc:sldChg chg="del">
        <pc:chgData name="Bart van Eijkelenburg" userId="32564be6-3772-4f77-8099-aa7e4c72ca61" providerId="ADAL" clId="{FDFD9AE3-B1EE-4991-A7FA-3BB944DBBEE9}" dt="2025-07-01T00:18:10.362" v="9105" actId="2696"/>
        <pc:sldMkLst>
          <pc:docMk/>
          <pc:sldMk cId="686865598" sldId="270"/>
        </pc:sldMkLst>
      </pc:sldChg>
      <pc:sldChg chg="del">
        <pc:chgData name="Bart van Eijkelenburg" userId="32564be6-3772-4f77-8099-aa7e4c72ca61" providerId="ADAL" clId="{FDFD9AE3-B1EE-4991-A7FA-3BB944DBBEE9}" dt="2025-07-01T00:18:45.924" v="9106" actId="2696"/>
        <pc:sldMkLst>
          <pc:docMk/>
          <pc:sldMk cId="2593059927" sldId="271"/>
        </pc:sldMkLst>
      </pc:sldChg>
      <pc:sldChg chg="del">
        <pc:chgData name="Bart van Eijkelenburg" userId="32564be6-3772-4f77-8099-aa7e4c72ca61" providerId="ADAL" clId="{FDFD9AE3-B1EE-4991-A7FA-3BB944DBBEE9}" dt="2025-07-01T00:39:40.257" v="10122" actId="2696"/>
        <pc:sldMkLst>
          <pc:docMk/>
          <pc:sldMk cId="337940297" sldId="272"/>
        </pc:sldMkLst>
      </pc:sldChg>
      <pc:sldChg chg="del">
        <pc:chgData name="Bart van Eijkelenburg" userId="32564be6-3772-4f77-8099-aa7e4c72ca61" providerId="ADAL" clId="{FDFD9AE3-B1EE-4991-A7FA-3BB944DBBEE9}" dt="2025-07-01T00:49:29.675" v="10420" actId="2696"/>
        <pc:sldMkLst>
          <pc:docMk/>
          <pc:sldMk cId="3888637421" sldId="273"/>
        </pc:sldMkLst>
      </pc:sldChg>
      <pc:sldChg chg="del">
        <pc:chgData name="Bart van Eijkelenburg" userId="32564be6-3772-4f77-8099-aa7e4c72ca61" providerId="ADAL" clId="{FDFD9AE3-B1EE-4991-A7FA-3BB944DBBEE9}" dt="2025-07-01T00:52:08.013" v="10543" actId="2696"/>
        <pc:sldMkLst>
          <pc:docMk/>
          <pc:sldMk cId="2425476408" sldId="274"/>
        </pc:sldMkLst>
      </pc:sldChg>
      <pc:sldChg chg="del">
        <pc:chgData name="Bart van Eijkelenburg" userId="32564be6-3772-4f77-8099-aa7e4c72ca61" providerId="ADAL" clId="{FDFD9AE3-B1EE-4991-A7FA-3BB944DBBEE9}" dt="2025-07-01T00:52:14.739" v="10544" actId="2696"/>
        <pc:sldMkLst>
          <pc:docMk/>
          <pc:sldMk cId="2815238106" sldId="275"/>
        </pc:sldMkLst>
      </pc:sldChg>
      <pc:sldChg chg="del">
        <pc:chgData name="Bart van Eijkelenburg" userId="32564be6-3772-4f77-8099-aa7e4c72ca61" providerId="ADAL" clId="{FDFD9AE3-B1EE-4991-A7FA-3BB944DBBEE9}" dt="2025-07-01T01:53:08.981" v="11090" actId="2696"/>
        <pc:sldMkLst>
          <pc:docMk/>
          <pc:sldMk cId="3545430258" sldId="276"/>
        </pc:sldMkLst>
      </pc:sldChg>
      <pc:sldChg chg="addSp delSp modSp mod">
        <pc:chgData name="Bart van Eijkelenburg" userId="32564be6-3772-4f77-8099-aa7e4c72ca61" providerId="ADAL" clId="{FDFD9AE3-B1EE-4991-A7FA-3BB944DBBEE9}" dt="2025-07-01T10:36:00.757" v="11900"/>
        <pc:sldMkLst>
          <pc:docMk/>
          <pc:sldMk cId="3464883500" sldId="277"/>
        </pc:sldMkLst>
        <pc:spChg chg="add mod">
          <ac:chgData name="Bart van Eijkelenburg" userId="32564be6-3772-4f77-8099-aa7e4c72ca61" providerId="ADAL" clId="{FDFD9AE3-B1EE-4991-A7FA-3BB944DBBEE9}" dt="2025-07-01T10:36:00.757" v="11900"/>
          <ac:spMkLst>
            <pc:docMk/>
            <pc:sldMk cId="3464883500" sldId="277"/>
            <ac:spMk id="2" creationId="{55C6ED84-C769-0915-1A13-AA636B1A4139}"/>
          </ac:spMkLst>
        </pc:spChg>
        <pc:spChg chg="add mod">
          <ac:chgData name="Bart van Eijkelenburg" userId="32564be6-3772-4f77-8099-aa7e4c72ca61" providerId="ADAL" clId="{FDFD9AE3-B1EE-4991-A7FA-3BB944DBBEE9}" dt="2025-07-01T10:36:00.757" v="11900"/>
          <ac:spMkLst>
            <pc:docMk/>
            <pc:sldMk cId="3464883500" sldId="277"/>
            <ac:spMk id="3" creationId="{164CD6D6-BD39-23D7-5E97-388C4C555903}"/>
          </ac:spMkLst>
        </pc:spChg>
        <pc:spChg chg="del">
          <ac:chgData name="Bart van Eijkelenburg" userId="32564be6-3772-4f77-8099-aa7e4c72ca61" providerId="ADAL" clId="{FDFD9AE3-B1EE-4991-A7FA-3BB944DBBEE9}" dt="2025-07-01T10:36:00.557" v="11899" actId="478"/>
          <ac:spMkLst>
            <pc:docMk/>
            <pc:sldMk cId="3464883500" sldId="277"/>
            <ac:spMk id="4" creationId="{7DD8C2B8-E9BD-465C-B4D2-117D3D4B077A}"/>
          </ac:spMkLst>
        </pc:spChg>
        <pc:spChg chg="del">
          <ac:chgData name="Bart van Eijkelenburg" userId="32564be6-3772-4f77-8099-aa7e4c72ca61" providerId="ADAL" clId="{FDFD9AE3-B1EE-4991-A7FA-3BB944DBBEE9}" dt="2025-07-01T10:36:00.557" v="11899" actId="478"/>
          <ac:spMkLst>
            <pc:docMk/>
            <pc:sldMk cId="3464883500" sldId="277"/>
            <ac:spMk id="5" creationId="{D350765A-A0E2-4879-A705-D399F2DABE69}"/>
          </ac:spMkLst>
        </pc:spChg>
      </pc:sldChg>
      <pc:sldChg chg="addSp delSp modSp add mod modAnim">
        <pc:chgData name="Bart van Eijkelenburg" userId="32564be6-3772-4f77-8099-aa7e4c72ca61" providerId="ADAL" clId="{FDFD9AE3-B1EE-4991-A7FA-3BB944DBBEE9}" dt="2025-06-30T13:56:27.637" v="666" actId="20577"/>
        <pc:sldMkLst>
          <pc:docMk/>
          <pc:sldMk cId="3359796922" sldId="322"/>
        </pc:sldMkLst>
        <pc:spChg chg="add del mod">
          <ac:chgData name="Bart van Eijkelenburg" userId="32564be6-3772-4f77-8099-aa7e4c72ca61" providerId="ADAL" clId="{FDFD9AE3-B1EE-4991-A7FA-3BB944DBBEE9}" dt="2025-06-30T13:42:37.547" v="339" actId="478"/>
          <ac:spMkLst>
            <pc:docMk/>
            <pc:sldMk cId="3359796922" sldId="322"/>
            <ac:spMk id="2" creationId="{8D02CDC8-3DB9-7F71-FAF3-47E4FCF89AFF}"/>
          </ac:spMkLst>
        </pc:spChg>
        <pc:spChg chg="mod">
          <ac:chgData name="Bart van Eijkelenburg" userId="32564be6-3772-4f77-8099-aa7e4c72ca61" providerId="ADAL" clId="{FDFD9AE3-B1EE-4991-A7FA-3BB944DBBEE9}" dt="2025-06-30T13:55:50.445" v="662" actId="404"/>
          <ac:spMkLst>
            <pc:docMk/>
            <pc:sldMk cId="3359796922" sldId="322"/>
            <ac:spMk id="5" creationId="{5A73E8DC-A3D2-C5D9-E92E-6E493ACCE0C4}"/>
          </ac:spMkLst>
        </pc:spChg>
        <pc:spChg chg="mod">
          <ac:chgData name="Bart van Eijkelenburg" userId="32564be6-3772-4f77-8099-aa7e4c72ca61" providerId="ADAL" clId="{FDFD9AE3-B1EE-4991-A7FA-3BB944DBBEE9}" dt="2025-06-30T13:53:02.630" v="559"/>
          <ac:spMkLst>
            <pc:docMk/>
            <pc:sldMk cId="3359796922" sldId="322"/>
            <ac:spMk id="6" creationId="{3597D9FE-BE61-0100-EF1A-0CB56A6ECAF7}"/>
          </ac:spMkLst>
        </pc:spChg>
        <pc:spChg chg="add del mod">
          <ac:chgData name="Bart van Eijkelenburg" userId="32564be6-3772-4f77-8099-aa7e4c72ca61" providerId="ADAL" clId="{FDFD9AE3-B1EE-4991-A7FA-3BB944DBBEE9}" dt="2025-06-30T13:49:19.847" v="433" actId="478"/>
          <ac:spMkLst>
            <pc:docMk/>
            <pc:sldMk cId="3359796922" sldId="322"/>
            <ac:spMk id="7" creationId="{D8A2AC5A-19D0-590A-A6D2-B4E5C651EFF5}"/>
          </ac:spMkLst>
        </pc:spChg>
        <pc:spChg chg="add del mod">
          <ac:chgData name="Bart van Eijkelenburg" userId="32564be6-3772-4f77-8099-aa7e4c72ca61" providerId="ADAL" clId="{FDFD9AE3-B1EE-4991-A7FA-3BB944DBBEE9}" dt="2025-06-30T13:54:48.056" v="632" actId="478"/>
          <ac:spMkLst>
            <pc:docMk/>
            <pc:sldMk cId="3359796922" sldId="322"/>
            <ac:spMk id="8" creationId="{9842813D-E9A0-F61E-E455-D50260FB6E6D}"/>
          </ac:spMkLst>
        </pc:spChg>
        <pc:spChg chg="add mod">
          <ac:chgData name="Bart van Eijkelenburg" userId="32564be6-3772-4f77-8099-aa7e4c72ca61" providerId="ADAL" clId="{FDFD9AE3-B1EE-4991-A7FA-3BB944DBBEE9}" dt="2025-06-30T13:55:17.361" v="653" actId="1076"/>
          <ac:spMkLst>
            <pc:docMk/>
            <pc:sldMk cId="3359796922" sldId="322"/>
            <ac:spMk id="9" creationId="{71636D8C-50A9-6959-C2E5-38DC1B501C86}"/>
          </ac:spMkLst>
        </pc:spChg>
        <pc:spChg chg="add mod">
          <ac:chgData name="Bart van Eijkelenburg" userId="32564be6-3772-4f77-8099-aa7e4c72ca61" providerId="ADAL" clId="{FDFD9AE3-B1EE-4991-A7FA-3BB944DBBEE9}" dt="2025-06-30T13:55:35.451" v="656" actId="1076"/>
          <ac:spMkLst>
            <pc:docMk/>
            <pc:sldMk cId="3359796922" sldId="322"/>
            <ac:spMk id="10" creationId="{1862B5BC-7CA1-89D1-4A54-721F1BF272D3}"/>
          </ac:spMkLst>
        </pc:spChg>
        <pc:spChg chg="add del mod">
          <ac:chgData name="Bart van Eijkelenburg" userId="32564be6-3772-4f77-8099-aa7e4c72ca61" providerId="ADAL" clId="{FDFD9AE3-B1EE-4991-A7FA-3BB944DBBEE9}" dt="2025-06-30T13:52:56.109" v="558" actId="478"/>
          <ac:spMkLst>
            <pc:docMk/>
            <pc:sldMk cId="3359796922" sldId="322"/>
            <ac:spMk id="12" creationId="{974D7F6A-48D5-4745-604A-92BD0AD6D640}"/>
          </ac:spMkLst>
        </pc:spChg>
        <pc:spChg chg="add mod">
          <ac:chgData name="Bart van Eijkelenburg" userId="32564be6-3772-4f77-8099-aa7e4c72ca61" providerId="ADAL" clId="{FDFD9AE3-B1EE-4991-A7FA-3BB944DBBEE9}" dt="2025-06-30T13:55:24.404" v="655" actId="13926"/>
          <ac:spMkLst>
            <pc:docMk/>
            <pc:sldMk cId="3359796922" sldId="322"/>
            <ac:spMk id="13" creationId="{FE091639-1075-82A1-B040-919C07264A0D}"/>
          </ac:spMkLst>
        </pc:spChg>
        <pc:spChg chg="mod">
          <ac:chgData name="Bart van Eijkelenburg" userId="32564be6-3772-4f77-8099-aa7e4c72ca61" providerId="ADAL" clId="{FDFD9AE3-B1EE-4991-A7FA-3BB944DBBEE9}" dt="2025-06-30T13:56:27.637" v="666" actId="20577"/>
          <ac:spMkLst>
            <pc:docMk/>
            <pc:sldMk cId="3359796922" sldId="322"/>
            <ac:spMk id="17" creationId="{C40135AF-EC1C-2E48-6DA0-EA38E0062242}"/>
          </ac:spMkLst>
        </pc:spChg>
        <pc:spChg chg="mod">
          <ac:chgData name="Bart van Eijkelenburg" userId="32564be6-3772-4f77-8099-aa7e4c72ca61" providerId="ADAL" clId="{FDFD9AE3-B1EE-4991-A7FA-3BB944DBBEE9}" dt="2025-06-30T13:53:53.575" v="577" actId="14100"/>
          <ac:spMkLst>
            <pc:docMk/>
            <pc:sldMk cId="3359796922" sldId="322"/>
            <ac:spMk id="27" creationId="{36C27EE1-BC6A-0BE2-A7D1-19553D0E1421}"/>
          </ac:spMkLst>
        </pc:spChg>
        <pc:grpChg chg="add mod">
          <ac:chgData name="Bart van Eijkelenburg" userId="32564be6-3772-4f77-8099-aa7e4c72ca61" providerId="ADAL" clId="{FDFD9AE3-B1EE-4991-A7FA-3BB944DBBEE9}" dt="2025-06-30T13:55:55.625" v="663" actId="1076"/>
          <ac:grpSpMkLst>
            <pc:docMk/>
            <pc:sldMk cId="3359796922" sldId="322"/>
            <ac:grpSpMk id="4" creationId="{EBC1A5E3-AF8D-1587-58A0-8BC48D94BC93}"/>
          </ac:grpSpMkLst>
        </pc:grpChg>
        <pc:picChg chg="add mod">
          <ac:chgData name="Bart van Eijkelenburg" userId="32564be6-3772-4f77-8099-aa7e4c72ca61" providerId="ADAL" clId="{FDFD9AE3-B1EE-4991-A7FA-3BB944DBBEE9}" dt="2025-06-30T13:33:44.145" v="124" actId="1076"/>
          <ac:picMkLst>
            <pc:docMk/>
            <pc:sldMk cId="3359796922" sldId="322"/>
            <ac:picMk id="3" creationId="{B9B6CCCA-CC29-196E-7A89-C153F52D2998}"/>
          </ac:picMkLst>
        </pc:picChg>
      </pc:sldChg>
      <pc:sldChg chg="addSp delSp modSp add del mod delAnim modAnim">
        <pc:chgData name="Bart van Eijkelenburg" userId="32564be6-3772-4f77-8099-aa7e4c72ca61" providerId="ADAL" clId="{FDFD9AE3-B1EE-4991-A7FA-3BB944DBBEE9}" dt="2025-06-30T19:18:55.613" v="2648" actId="1076"/>
        <pc:sldMkLst>
          <pc:docMk/>
          <pc:sldMk cId="2061114231" sldId="323"/>
        </pc:sldMkLst>
        <pc:spChg chg="add mod">
          <ac:chgData name="Bart van Eijkelenburg" userId="32564be6-3772-4f77-8099-aa7e4c72ca61" providerId="ADAL" clId="{FDFD9AE3-B1EE-4991-A7FA-3BB944DBBEE9}" dt="2025-06-30T14:00:11.565" v="738" actId="1076"/>
          <ac:spMkLst>
            <pc:docMk/>
            <pc:sldMk cId="2061114231" sldId="323"/>
            <ac:spMk id="2" creationId="{174FA3FF-A799-215D-B2FC-AF9BC5E2739B}"/>
          </ac:spMkLst>
        </pc:spChg>
        <pc:spChg chg="add del mod">
          <ac:chgData name="Bart van Eijkelenburg" userId="32564be6-3772-4f77-8099-aa7e4c72ca61" providerId="ADAL" clId="{FDFD9AE3-B1EE-4991-A7FA-3BB944DBBEE9}" dt="2025-06-30T13:57:44.127" v="686" actId="478"/>
          <ac:spMkLst>
            <pc:docMk/>
            <pc:sldMk cId="2061114231" sldId="323"/>
            <ac:spMk id="3" creationId="{2A05FC79-C0B5-4DE3-A462-EB133B491846}"/>
          </ac:spMkLst>
        </pc:spChg>
        <pc:spChg chg="add mod">
          <ac:chgData name="Bart van Eijkelenburg" userId="32564be6-3772-4f77-8099-aa7e4c72ca61" providerId="ADAL" clId="{FDFD9AE3-B1EE-4991-A7FA-3BB944DBBEE9}" dt="2025-06-30T19:18:20.208" v="2643" actId="20577"/>
          <ac:spMkLst>
            <pc:docMk/>
            <pc:sldMk cId="2061114231" sldId="323"/>
            <ac:spMk id="7" creationId="{76A01D8C-B0DE-5549-7FD6-C1E59EC436DA}"/>
          </ac:spMkLst>
        </pc:spChg>
        <pc:spChg chg="del">
          <ac:chgData name="Bart van Eijkelenburg" userId="32564be6-3772-4f77-8099-aa7e4c72ca61" providerId="ADAL" clId="{FDFD9AE3-B1EE-4991-A7FA-3BB944DBBEE9}" dt="2025-06-30T13:57:00.034" v="669" actId="478"/>
          <ac:spMkLst>
            <pc:docMk/>
            <pc:sldMk cId="2061114231" sldId="323"/>
            <ac:spMk id="8" creationId="{3CF6531D-7843-8B66-E11F-D33251417502}"/>
          </ac:spMkLst>
        </pc:spChg>
        <pc:spChg chg="del mod">
          <ac:chgData name="Bart van Eijkelenburg" userId="32564be6-3772-4f77-8099-aa7e4c72ca61" providerId="ADAL" clId="{FDFD9AE3-B1EE-4991-A7FA-3BB944DBBEE9}" dt="2025-06-30T14:00:17.744" v="739" actId="478"/>
          <ac:spMkLst>
            <pc:docMk/>
            <pc:sldMk cId="2061114231" sldId="323"/>
            <ac:spMk id="9" creationId="{18805573-86CA-D34F-6876-A0A206457459}"/>
          </ac:spMkLst>
        </pc:spChg>
        <pc:spChg chg="add mod">
          <ac:chgData name="Bart van Eijkelenburg" userId="32564be6-3772-4f77-8099-aa7e4c72ca61" providerId="ADAL" clId="{FDFD9AE3-B1EE-4991-A7FA-3BB944DBBEE9}" dt="2025-06-30T19:18:55.613" v="2648" actId="1076"/>
          <ac:spMkLst>
            <pc:docMk/>
            <pc:sldMk cId="2061114231" sldId="323"/>
            <ac:spMk id="10" creationId="{6DEFC11C-C8EB-C7F2-EAE5-A2941F0AC66E}"/>
          </ac:spMkLst>
        </pc:spChg>
        <pc:spChg chg="add mod">
          <ac:chgData name="Bart van Eijkelenburg" userId="32564be6-3772-4f77-8099-aa7e4c72ca61" providerId="ADAL" clId="{FDFD9AE3-B1EE-4991-A7FA-3BB944DBBEE9}" dt="2025-06-30T14:03:37.968" v="968" actId="14100"/>
          <ac:spMkLst>
            <pc:docMk/>
            <pc:sldMk cId="2061114231" sldId="323"/>
            <ac:spMk id="18" creationId="{1C43E142-E885-E3B4-E8E7-1C0750EF9B2F}"/>
          </ac:spMkLst>
        </pc:spChg>
        <pc:spChg chg="mod">
          <ac:chgData name="Bart van Eijkelenburg" userId="32564be6-3772-4f77-8099-aa7e4c72ca61" providerId="ADAL" clId="{FDFD9AE3-B1EE-4991-A7FA-3BB944DBBEE9}" dt="2025-06-30T14:03:08.777" v="959" actId="14100"/>
          <ac:spMkLst>
            <pc:docMk/>
            <pc:sldMk cId="2061114231" sldId="323"/>
            <ac:spMk id="27" creationId="{9D4E2141-51CA-A535-586C-CC86814B5574}"/>
          </ac:spMkLst>
        </pc:spChg>
        <pc:grpChg chg="del">
          <ac:chgData name="Bart van Eijkelenburg" userId="32564be6-3772-4f77-8099-aa7e4c72ca61" providerId="ADAL" clId="{FDFD9AE3-B1EE-4991-A7FA-3BB944DBBEE9}" dt="2025-06-30T13:58:20.174" v="687" actId="478"/>
          <ac:grpSpMkLst>
            <pc:docMk/>
            <pc:sldMk cId="2061114231" sldId="323"/>
            <ac:grpSpMk id="4" creationId="{1CC9A8B5-0C52-F14F-5422-A2AA477E9576}"/>
          </ac:grpSpMkLst>
        </pc:grpChg>
        <pc:cxnChg chg="add mod">
          <ac:chgData name="Bart van Eijkelenburg" userId="32564be6-3772-4f77-8099-aa7e4c72ca61" providerId="ADAL" clId="{FDFD9AE3-B1EE-4991-A7FA-3BB944DBBEE9}" dt="2025-06-30T14:00:11.565" v="738" actId="1076"/>
          <ac:cxnSpMkLst>
            <pc:docMk/>
            <pc:sldMk cId="2061114231" sldId="323"/>
            <ac:cxnSpMk id="11" creationId="{6FF2B130-5935-B6A1-5074-C044642975C2}"/>
          </ac:cxnSpMkLst>
        </pc:cxnChg>
        <pc:cxnChg chg="add del mod">
          <ac:chgData name="Bart van Eijkelenburg" userId="32564be6-3772-4f77-8099-aa7e4c72ca61" providerId="ADAL" clId="{FDFD9AE3-B1EE-4991-A7FA-3BB944DBBEE9}" dt="2025-06-30T13:59:49.287" v="736" actId="478"/>
          <ac:cxnSpMkLst>
            <pc:docMk/>
            <pc:sldMk cId="2061114231" sldId="323"/>
            <ac:cxnSpMk id="12" creationId="{FB2FB703-03D7-9427-2006-00A906DD8E3D}"/>
          </ac:cxnSpMkLst>
        </pc:cxnChg>
        <pc:cxnChg chg="add del mod">
          <ac:chgData name="Bart van Eijkelenburg" userId="32564be6-3772-4f77-8099-aa7e4c72ca61" providerId="ADAL" clId="{FDFD9AE3-B1EE-4991-A7FA-3BB944DBBEE9}" dt="2025-06-30T13:59:50.245" v="737" actId="478"/>
          <ac:cxnSpMkLst>
            <pc:docMk/>
            <pc:sldMk cId="2061114231" sldId="323"/>
            <ac:cxnSpMk id="13" creationId="{78C87CDD-CC3D-6EF4-DBE7-192347EC60B1}"/>
          </ac:cxnSpMkLst>
        </pc:cxnChg>
        <pc:cxnChg chg="add mod">
          <ac:chgData name="Bart van Eijkelenburg" userId="32564be6-3772-4f77-8099-aa7e4c72ca61" providerId="ADAL" clId="{FDFD9AE3-B1EE-4991-A7FA-3BB944DBBEE9}" dt="2025-06-30T14:00:11.565" v="738" actId="1076"/>
          <ac:cxnSpMkLst>
            <pc:docMk/>
            <pc:sldMk cId="2061114231" sldId="323"/>
            <ac:cxnSpMk id="14" creationId="{111AFDD8-2744-7622-1296-B2B9F94B2FB4}"/>
          </ac:cxnSpMkLst>
        </pc:cxnChg>
      </pc:sldChg>
      <pc:sldChg chg="addSp delSp modSp add mod modAnim">
        <pc:chgData name="Bart van Eijkelenburg" userId="32564be6-3772-4f77-8099-aa7e4c72ca61" providerId="ADAL" clId="{FDFD9AE3-B1EE-4991-A7FA-3BB944DBBEE9}" dt="2025-06-30T19:19:26.515" v="2655" actId="20577"/>
        <pc:sldMkLst>
          <pc:docMk/>
          <pc:sldMk cId="3515290520" sldId="324"/>
        </pc:sldMkLst>
        <pc:spChg chg="add mod">
          <ac:chgData name="Bart van Eijkelenburg" userId="32564be6-3772-4f77-8099-aa7e4c72ca61" providerId="ADAL" clId="{FDFD9AE3-B1EE-4991-A7FA-3BB944DBBEE9}" dt="2025-06-30T14:39:10.234" v="1027" actId="20577"/>
          <ac:spMkLst>
            <pc:docMk/>
            <pc:sldMk cId="3515290520" sldId="324"/>
            <ac:spMk id="2" creationId="{D51F5156-8430-A161-50C5-66783A8F87E7}"/>
          </ac:spMkLst>
        </pc:spChg>
        <pc:spChg chg="add mod">
          <ac:chgData name="Bart van Eijkelenburg" userId="32564be6-3772-4f77-8099-aa7e4c72ca61" providerId="ADAL" clId="{FDFD9AE3-B1EE-4991-A7FA-3BB944DBBEE9}" dt="2025-06-30T14:51:01.024" v="1126"/>
          <ac:spMkLst>
            <pc:docMk/>
            <pc:sldMk cId="3515290520" sldId="324"/>
            <ac:spMk id="3" creationId="{7EC6F069-BC22-8AF2-1C0C-01A4CB81552B}"/>
          </ac:spMkLst>
        </pc:spChg>
        <pc:spChg chg="del mod">
          <ac:chgData name="Bart van Eijkelenburg" userId="32564be6-3772-4f77-8099-aa7e4c72ca61" providerId="ADAL" clId="{FDFD9AE3-B1EE-4991-A7FA-3BB944DBBEE9}" dt="2025-06-30T14:08:23.351" v="1009" actId="478"/>
          <ac:spMkLst>
            <pc:docMk/>
            <pc:sldMk cId="3515290520" sldId="324"/>
            <ac:spMk id="8" creationId="{35CA57D6-7B28-35F3-04BA-6EACB41428C9}"/>
          </ac:spMkLst>
        </pc:spChg>
        <pc:spChg chg="mod">
          <ac:chgData name="Bart van Eijkelenburg" userId="32564be6-3772-4f77-8099-aa7e4c72ca61" providerId="ADAL" clId="{FDFD9AE3-B1EE-4991-A7FA-3BB944DBBEE9}" dt="2025-06-30T19:19:26.515" v="2655" actId="20577"/>
          <ac:spMkLst>
            <pc:docMk/>
            <pc:sldMk cId="3515290520" sldId="324"/>
            <ac:spMk id="9" creationId="{F5CD4355-FFFE-C69E-53A1-B0A4558CE680}"/>
          </ac:spMkLst>
        </pc:spChg>
        <pc:spChg chg="mod">
          <ac:chgData name="Bart van Eijkelenburg" userId="32564be6-3772-4f77-8099-aa7e4c72ca61" providerId="ADAL" clId="{FDFD9AE3-B1EE-4991-A7FA-3BB944DBBEE9}" dt="2025-06-30T14:51:40.044" v="1127"/>
          <ac:spMkLst>
            <pc:docMk/>
            <pc:sldMk cId="3515290520" sldId="324"/>
            <ac:spMk id="10" creationId="{AC4D68EC-8845-B776-D804-87ED6C6E5595}"/>
          </ac:spMkLst>
        </pc:spChg>
        <pc:spChg chg="mod">
          <ac:chgData name="Bart van Eijkelenburg" userId="32564be6-3772-4f77-8099-aa7e4c72ca61" providerId="ADAL" clId="{FDFD9AE3-B1EE-4991-A7FA-3BB944DBBEE9}" dt="2025-06-30T14:09:15.569" v="1024"/>
          <ac:spMkLst>
            <pc:docMk/>
            <pc:sldMk cId="3515290520" sldId="324"/>
            <ac:spMk id="11" creationId="{CCE2C0ED-7C48-D94F-29A3-6BB4E9811AE9}"/>
          </ac:spMkLst>
        </pc:spChg>
        <pc:spChg chg="mod">
          <ac:chgData name="Bart van Eijkelenburg" userId="32564be6-3772-4f77-8099-aa7e4c72ca61" providerId="ADAL" clId="{FDFD9AE3-B1EE-4991-A7FA-3BB944DBBEE9}" dt="2025-06-30T14:04:36.919" v="989" actId="6549"/>
          <ac:spMkLst>
            <pc:docMk/>
            <pc:sldMk cId="3515290520" sldId="324"/>
            <ac:spMk id="17" creationId="{A16F7F32-591C-8347-27C6-D0900CA36C57}"/>
          </ac:spMkLst>
        </pc:spChg>
        <pc:grpChg chg="add mod">
          <ac:chgData name="Bart van Eijkelenburg" userId="32564be6-3772-4f77-8099-aa7e4c72ca61" providerId="ADAL" clId="{FDFD9AE3-B1EE-4991-A7FA-3BB944DBBEE9}" dt="2025-06-30T14:09:20.772" v="1025" actId="1076"/>
          <ac:grpSpMkLst>
            <pc:docMk/>
            <pc:sldMk cId="3515290520" sldId="324"/>
            <ac:grpSpMk id="7" creationId="{C8B90A71-659E-55B8-E01C-C02B6FF31418}"/>
          </ac:grpSpMkLst>
        </pc:grpChg>
      </pc:sldChg>
      <pc:sldChg chg="addSp delSp modSp add mod delAnim modAnim">
        <pc:chgData name="Bart van Eijkelenburg" userId="32564be6-3772-4f77-8099-aa7e4c72ca61" providerId="ADAL" clId="{FDFD9AE3-B1EE-4991-A7FA-3BB944DBBEE9}" dt="2025-06-30T19:19:54.806" v="2656" actId="14100"/>
        <pc:sldMkLst>
          <pc:docMk/>
          <pc:sldMk cId="3840784248" sldId="325"/>
        </pc:sldMkLst>
        <pc:spChg chg="del">
          <ac:chgData name="Bart van Eijkelenburg" userId="32564be6-3772-4f77-8099-aa7e4c72ca61" providerId="ADAL" clId="{FDFD9AE3-B1EE-4991-A7FA-3BB944DBBEE9}" dt="2025-06-30T14:45:59.741" v="1055" actId="478"/>
          <ac:spMkLst>
            <pc:docMk/>
            <pc:sldMk cId="3840784248" sldId="325"/>
            <ac:spMk id="2" creationId="{27EA5BDD-67B9-362D-A9B6-19E50CB37EA8}"/>
          </ac:spMkLst>
        </pc:spChg>
        <pc:spChg chg="mod">
          <ac:chgData name="Bart van Eijkelenburg" userId="32564be6-3772-4f77-8099-aa7e4c72ca61" providerId="ADAL" clId="{FDFD9AE3-B1EE-4991-A7FA-3BB944DBBEE9}" dt="2025-06-30T14:50:48.530" v="1120" actId="20577"/>
          <ac:spMkLst>
            <pc:docMk/>
            <pc:sldMk cId="3840784248" sldId="325"/>
            <ac:spMk id="3" creationId="{E97641A5-4A73-8F00-5BD4-4D91FB92F5F4}"/>
          </ac:spMkLst>
        </pc:spChg>
        <pc:spChg chg="add mod">
          <ac:chgData name="Bart van Eijkelenburg" userId="32564be6-3772-4f77-8099-aa7e4c72ca61" providerId="ADAL" clId="{FDFD9AE3-B1EE-4991-A7FA-3BB944DBBEE9}" dt="2025-06-30T18:48:16.924" v="2166" actId="14100"/>
          <ac:spMkLst>
            <pc:docMk/>
            <pc:sldMk cId="3840784248" sldId="325"/>
            <ac:spMk id="8" creationId="{17C33D8B-C95A-B21E-0F31-B6507640ACD0}"/>
          </ac:spMkLst>
        </pc:spChg>
        <pc:spChg chg="del">
          <ac:chgData name="Bart van Eijkelenburg" userId="32564be6-3772-4f77-8099-aa7e4c72ca61" providerId="ADAL" clId="{FDFD9AE3-B1EE-4991-A7FA-3BB944DBBEE9}" dt="2025-06-30T14:45:47.208" v="1054" actId="478"/>
          <ac:spMkLst>
            <pc:docMk/>
            <pc:sldMk cId="3840784248" sldId="325"/>
            <ac:spMk id="9" creationId="{55045BC7-94AB-60E4-1314-D91250951868}"/>
          </ac:spMkLst>
        </pc:spChg>
        <pc:spChg chg="add mod">
          <ac:chgData name="Bart van Eijkelenburg" userId="32564be6-3772-4f77-8099-aa7e4c72ca61" providerId="ADAL" clId="{FDFD9AE3-B1EE-4991-A7FA-3BB944DBBEE9}" dt="2025-06-30T14:58:31.739" v="1518" actId="20577"/>
          <ac:spMkLst>
            <pc:docMk/>
            <pc:sldMk cId="3840784248" sldId="325"/>
            <ac:spMk id="12" creationId="{26174B5D-44E3-B1E6-33CB-21D580AB9E20}"/>
          </ac:spMkLst>
        </pc:spChg>
        <pc:spChg chg="add mod">
          <ac:chgData name="Bart van Eijkelenburg" userId="32564be6-3772-4f77-8099-aa7e4c72ca61" providerId="ADAL" clId="{FDFD9AE3-B1EE-4991-A7FA-3BB944DBBEE9}" dt="2025-06-30T18:49:21.484" v="2204" actId="1036"/>
          <ac:spMkLst>
            <pc:docMk/>
            <pc:sldMk cId="3840784248" sldId="325"/>
            <ac:spMk id="13" creationId="{44DC5F48-EB17-1363-58EE-C8B84E5F177F}"/>
          </ac:spMkLst>
        </pc:spChg>
        <pc:spChg chg="add mod ord">
          <ac:chgData name="Bart van Eijkelenburg" userId="32564be6-3772-4f77-8099-aa7e4c72ca61" providerId="ADAL" clId="{FDFD9AE3-B1EE-4991-A7FA-3BB944DBBEE9}" dt="2025-06-30T19:19:54.806" v="2656" actId="14100"/>
          <ac:spMkLst>
            <pc:docMk/>
            <pc:sldMk cId="3840784248" sldId="325"/>
            <ac:spMk id="14" creationId="{2EBAA4B4-70C5-801F-468B-7C1992BB1243}"/>
          </ac:spMkLst>
        </pc:spChg>
        <pc:spChg chg="mod">
          <ac:chgData name="Bart van Eijkelenburg" userId="32564be6-3772-4f77-8099-aa7e4c72ca61" providerId="ADAL" clId="{FDFD9AE3-B1EE-4991-A7FA-3BB944DBBEE9}" dt="2025-06-30T14:45:40.166" v="1053" actId="20577"/>
          <ac:spMkLst>
            <pc:docMk/>
            <pc:sldMk cId="3840784248" sldId="325"/>
            <ac:spMk id="17" creationId="{8AFDA6A0-0B54-BD83-1D94-3AAD6B2A6095}"/>
          </ac:spMkLst>
        </pc:spChg>
        <pc:spChg chg="add mod">
          <ac:chgData name="Bart van Eijkelenburg" userId="32564be6-3772-4f77-8099-aa7e4c72ca61" providerId="ADAL" clId="{FDFD9AE3-B1EE-4991-A7FA-3BB944DBBEE9}" dt="2025-06-30T18:46:52.334" v="2159" actId="14100"/>
          <ac:spMkLst>
            <pc:docMk/>
            <pc:sldMk cId="3840784248" sldId="325"/>
            <ac:spMk id="18" creationId="{33B47E08-62FF-7FAA-8139-44D5BF033418}"/>
          </ac:spMkLst>
        </pc:spChg>
        <pc:spChg chg="del">
          <ac:chgData name="Bart van Eijkelenburg" userId="32564be6-3772-4f77-8099-aa7e4c72ca61" providerId="ADAL" clId="{FDFD9AE3-B1EE-4991-A7FA-3BB944DBBEE9}" dt="2025-06-30T14:46:02.521" v="1056" actId="478"/>
          <ac:spMkLst>
            <pc:docMk/>
            <pc:sldMk cId="3840784248" sldId="325"/>
            <ac:spMk id="27" creationId="{38F5CC49-A426-07BF-A4A0-8036732BC8B3}"/>
          </ac:spMkLst>
        </pc:spChg>
        <pc:grpChg chg="del">
          <ac:chgData name="Bart van Eijkelenburg" userId="32564be6-3772-4f77-8099-aa7e4c72ca61" providerId="ADAL" clId="{FDFD9AE3-B1EE-4991-A7FA-3BB944DBBEE9}" dt="2025-06-30T14:46:13.678" v="1059" actId="478"/>
          <ac:grpSpMkLst>
            <pc:docMk/>
            <pc:sldMk cId="3840784248" sldId="325"/>
            <ac:grpSpMk id="4" creationId="{F1A27FDA-2803-A760-6938-B089215847D3}"/>
          </ac:grpSpMkLst>
        </pc:grpChg>
        <pc:grpChg chg="del">
          <ac:chgData name="Bart van Eijkelenburg" userId="32564be6-3772-4f77-8099-aa7e4c72ca61" providerId="ADAL" clId="{FDFD9AE3-B1EE-4991-A7FA-3BB944DBBEE9}" dt="2025-06-30T14:46:11.555" v="1058" actId="478"/>
          <ac:grpSpMkLst>
            <pc:docMk/>
            <pc:sldMk cId="3840784248" sldId="325"/>
            <ac:grpSpMk id="7" creationId="{40E8A119-8B4D-90A9-7C50-50733725177F}"/>
          </ac:grpSpMkLst>
        </pc:grpChg>
        <pc:graphicFrameChg chg="add mod modGraphic">
          <ac:chgData name="Bart van Eijkelenburg" userId="32564be6-3772-4f77-8099-aa7e4c72ca61" providerId="ADAL" clId="{FDFD9AE3-B1EE-4991-A7FA-3BB944DBBEE9}" dt="2025-06-30T18:52:23.176" v="2230" actId="14100"/>
          <ac:graphicFrameMkLst>
            <pc:docMk/>
            <pc:sldMk cId="3840784248" sldId="325"/>
            <ac:graphicFrameMk id="15" creationId="{4B2EF490-1FB3-1FD1-C5A2-3C10DE368D9D}"/>
          </ac:graphicFrameMkLst>
        </pc:graphicFrameChg>
        <pc:graphicFrameChg chg="add del mod">
          <ac:chgData name="Bart van Eijkelenburg" userId="32564be6-3772-4f77-8099-aa7e4c72ca61" providerId="ADAL" clId="{FDFD9AE3-B1EE-4991-A7FA-3BB944DBBEE9}" dt="2025-06-30T15:00:37.096" v="1681" actId="478"/>
          <ac:graphicFrameMkLst>
            <pc:docMk/>
            <pc:sldMk cId="3840784248" sldId="325"/>
            <ac:graphicFrameMk id="16" creationId="{DCC8EDC8-91D1-C3A8-E860-6F38F3CF7461}"/>
          </ac:graphicFrameMkLst>
        </pc:graphicFrameChg>
      </pc:sldChg>
      <pc:sldChg chg="addSp delSp modSp add mod delAnim modAnim">
        <pc:chgData name="Bart van Eijkelenburg" userId="32564be6-3772-4f77-8099-aa7e4c72ca61" providerId="ADAL" clId="{FDFD9AE3-B1EE-4991-A7FA-3BB944DBBEE9}" dt="2025-06-30T19:34:35.614" v="2682" actId="1076"/>
        <pc:sldMkLst>
          <pc:docMk/>
          <pc:sldMk cId="1468743811" sldId="326"/>
        </pc:sldMkLst>
        <pc:spChg chg="add mod">
          <ac:chgData name="Bart van Eijkelenburg" userId="32564be6-3772-4f77-8099-aa7e4c72ca61" providerId="ADAL" clId="{FDFD9AE3-B1EE-4991-A7FA-3BB944DBBEE9}" dt="2025-06-30T19:16:51.588" v="2619" actId="1076"/>
          <ac:spMkLst>
            <pc:docMk/>
            <pc:sldMk cId="1468743811" sldId="326"/>
            <ac:spMk id="2" creationId="{C1EDAED4-5DC5-08DD-01FF-98DA884D1300}"/>
          </ac:spMkLst>
        </pc:spChg>
        <pc:spChg chg="del">
          <ac:chgData name="Bart van Eijkelenburg" userId="32564be6-3772-4f77-8099-aa7e4c72ca61" providerId="ADAL" clId="{FDFD9AE3-B1EE-4991-A7FA-3BB944DBBEE9}" dt="2025-06-30T18:53:05.824" v="2257" actId="478"/>
          <ac:spMkLst>
            <pc:docMk/>
            <pc:sldMk cId="1468743811" sldId="326"/>
            <ac:spMk id="3" creationId="{2598A772-1012-EE4E-E2BF-C279D030B0E1}"/>
          </ac:spMkLst>
        </pc:spChg>
        <pc:spChg chg="mod">
          <ac:chgData name="Bart van Eijkelenburg" userId="32564be6-3772-4f77-8099-aa7e4c72ca61" providerId="ADAL" clId="{FDFD9AE3-B1EE-4991-A7FA-3BB944DBBEE9}" dt="2025-06-30T19:14:25.121" v="2555" actId="1035"/>
          <ac:spMkLst>
            <pc:docMk/>
            <pc:sldMk cId="1468743811" sldId="326"/>
            <ac:spMk id="5" creationId="{89150796-6DEA-D233-2D87-22DAAD017EFF}"/>
          </ac:spMkLst>
        </pc:spChg>
        <pc:spChg chg="mod">
          <ac:chgData name="Bart van Eijkelenburg" userId="32564be6-3772-4f77-8099-aa7e4c72ca61" providerId="ADAL" clId="{FDFD9AE3-B1EE-4991-A7FA-3BB944DBBEE9}" dt="2025-06-30T19:14:25.121" v="2555" actId="1035"/>
          <ac:spMkLst>
            <pc:docMk/>
            <pc:sldMk cId="1468743811" sldId="326"/>
            <ac:spMk id="6" creationId="{108405E0-07C6-7A4C-F111-EBB8DF391BCC}"/>
          </ac:spMkLst>
        </pc:spChg>
        <pc:spChg chg="add del mod">
          <ac:chgData name="Bart van Eijkelenburg" userId="32564be6-3772-4f77-8099-aa7e4c72ca61" providerId="ADAL" clId="{FDFD9AE3-B1EE-4991-A7FA-3BB944DBBEE9}" dt="2025-06-30T19:12:39.596" v="2517" actId="478"/>
          <ac:spMkLst>
            <pc:docMk/>
            <pc:sldMk cId="1468743811" sldId="326"/>
            <ac:spMk id="7" creationId="{59760D32-13DE-B298-C738-55A1790F3954}"/>
          </ac:spMkLst>
        </pc:spChg>
        <pc:spChg chg="del mod">
          <ac:chgData name="Bart van Eijkelenburg" userId="32564be6-3772-4f77-8099-aa7e4c72ca61" providerId="ADAL" clId="{FDFD9AE3-B1EE-4991-A7FA-3BB944DBBEE9}" dt="2025-06-30T18:53:02.127" v="2256" actId="478"/>
          <ac:spMkLst>
            <pc:docMk/>
            <pc:sldMk cId="1468743811" sldId="326"/>
            <ac:spMk id="8" creationId="{2E122BCC-EFBC-3C30-E8FA-4BA8DA703010}"/>
          </ac:spMkLst>
        </pc:spChg>
        <pc:spChg chg="add del mod">
          <ac:chgData name="Bart van Eijkelenburg" userId="32564be6-3772-4f77-8099-aa7e4c72ca61" providerId="ADAL" clId="{FDFD9AE3-B1EE-4991-A7FA-3BB944DBBEE9}" dt="2025-06-30T19:12:20.396" v="2513" actId="478"/>
          <ac:spMkLst>
            <pc:docMk/>
            <pc:sldMk cId="1468743811" sldId="326"/>
            <ac:spMk id="9" creationId="{DDE1BB24-0E6C-07CF-FA6C-1946364AC6B6}"/>
          </ac:spMkLst>
        </pc:spChg>
        <pc:spChg chg="del mod topLvl">
          <ac:chgData name="Bart van Eijkelenburg" userId="32564be6-3772-4f77-8099-aa7e4c72ca61" providerId="ADAL" clId="{FDFD9AE3-B1EE-4991-A7FA-3BB944DBBEE9}" dt="2025-06-30T19:07:17.809" v="2485" actId="478"/>
          <ac:spMkLst>
            <pc:docMk/>
            <pc:sldMk cId="1468743811" sldId="326"/>
            <ac:spMk id="11" creationId="{3F30F370-88C6-55F8-FA61-3E825D32FF6F}"/>
          </ac:spMkLst>
        </pc:spChg>
        <pc:spChg chg="del">
          <ac:chgData name="Bart van Eijkelenburg" userId="32564be6-3772-4f77-8099-aa7e4c72ca61" providerId="ADAL" clId="{FDFD9AE3-B1EE-4991-A7FA-3BB944DBBEE9}" dt="2025-06-30T18:52:59.423" v="2253" actId="478"/>
          <ac:spMkLst>
            <pc:docMk/>
            <pc:sldMk cId="1468743811" sldId="326"/>
            <ac:spMk id="12" creationId="{0AADECE2-0303-0372-AF10-E876B8F7C3C8}"/>
          </ac:spMkLst>
        </pc:spChg>
        <pc:spChg chg="del">
          <ac:chgData name="Bart van Eijkelenburg" userId="32564be6-3772-4f77-8099-aa7e4c72ca61" providerId="ADAL" clId="{FDFD9AE3-B1EE-4991-A7FA-3BB944DBBEE9}" dt="2025-06-30T18:52:54.863" v="2250" actId="478"/>
          <ac:spMkLst>
            <pc:docMk/>
            <pc:sldMk cId="1468743811" sldId="326"/>
            <ac:spMk id="13" creationId="{22F75C02-BE57-9989-6A1A-43BB53DCA014}"/>
          </ac:spMkLst>
        </pc:spChg>
        <pc:spChg chg="del">
          <ac:chgData name="Bart van Eijkelenburg" userId="32564be6-3772-4f77-8099-aa7e4c72ca61" providerId="ADAL" clId="{FDFD9AE3-B1EE-4991-A7FA-3BB944DBBEE9}" dt="2025-06-30T18:52:55.636" v="2251" actId="478"/>
          <ac:spMkLst>
            <pc:docMk/>
            <pc:sldMk cId="1468743811" sldId="326"/>
            <ac:spMk id="14" creationId="{0D51DBCC-94DF-91FB-5F7A-E8A4710F5145}"/>
          </ac:spMkLst>
        </pc:spChg>
        <pc:spChg chg="del mod topLvl">
          <ac:chgData name="Bart van Eijkelenburg" userId="32564be6-3772-4f77-8099-aa7e4c72ca61" providerId="ADAL" clId="{FDFD9AE3-B1EE-4991-A7FA-3BB944DBBEE9}" dt="2025-06-30T19:06:05.724" v="2422" actId="478"/>
          <ac:spMkLst>
            <pc:docMk/>
            <pc:sldMk cId="1468743811" sldId="326"/>
            <ac:spMk id="16" creationId="{76B4C714-BDB1-3AFD-0566-A3A371CF3D96}"/>
          </ac:spMkLst>
        </pc:spChg>
        <pc:spChg chg="mod">
          <ac:chgData name="Bart van Eijkelenburg" userId="32564be6-3772-4f77-8099-aa7e4c72ca61" providerId="ADAL" clId="{FDFD9AE3-B1EE-4991-A7FA-3BB944DBBEE9}" dt="2025-06-30T18:52:51.034" v="2249" actId="20577"/>
          <ac:spMkLst>
            <pc:docMk/>
            <pc:sldMk cId="1468743811" sldId="326"/>
            <ac:spMk id="17" creationId="{ECC177EE-519C-4762-479E-8C62A5BB93D4}"/>
          </ac:spMkLst>
        </pc:spChg>
        <pc:spChg chg="mod">
          <ac:chgData name="Bart van Eijkelenburg" userId="32564be6-3772-4f77-8099-aa7e4c72ca61" providerId="ADAL" clId="{FDFD9AE3-B1EE-4991-A7FA-3BB944DBBEE9}" dt="2025-06-30T19:12:47.826" v="2518" actId="1076"/>
          <ac:spMkLst>
            <pc:docMk/>
            <pc:sldMk cId="1468743811" sldId="326"/>
            <ac:spMk id="18" creationId="{C6D0ACB9-C94E-3356-227C-C57E15DAA8D0}"/>
          </ac:spMkLst>
        </pc:spChg>
        <pc:spChg chg="add del mod">
          <ac:chgData name="Bart van Eijkelenburg" userId="32564be6-3772-4f77-8099-aa7e4c72ca61" providerId="ADAL" clId="{FDFD9AE3-B1EE-4991-A7FA-3BB944DBBEE9}" dt="2025-06-30T19:07:27.359" v="2488" actId="478"/>
          <ac:spMkLst>
            <pc:docMk/>
            <pc:sldMk cId="1468743811" sldId="326"/>
            <ac:spMk id="19" creationId="{6E3B8057-09FE-DF82-76E2-5CA35CD34F4F}"/>
          </ac:spMkLst>
        </pc:spChg>
        <pc:spChg chg="add del mod">
          <ac:chgData name="Bart van Eijkelenburg" userId="32564be6-3772-4f77-8099-aa7e4c72ca61" providerId="ADAL" clId="{FDFD9AE3-B1EE-4991-A7FA-3BB944DBBEE9}" dt="2025-06-30T19:12:38.300" v="2516" actId="478"/>
          <ac:spMkLst>
            <pc:docMk/>
            <pc:sldMk cId="1468743811" sldId="326"/>
            <ac:spMk id="20" creationId="{EEC574BF-DA3C-4172-2DDA-EFA5760F265C}"/>
          </ac:spMkLst>
        </pc:spChg>
        <pc:spChg chg="add mod">
          <ac:chgData name="Bart van Eijkelenburg" userId="32564be6-3772-4f77-8099-aa7e4c72ca61" providerId="ADAL" clId="{FDFD9AE3-B1EE-4991-A7FA-3BB944DBBEE9}" dt="2025-06-30T19:16:56.485" v="2620" actId="1076"/>
          <ac:spMkLst>
            <pc:docMk/>
            <pc:sldMk cId="1468743811" sldId="326"/>
            <ac:spMk id="21" creationId="{125FF8EB-3458-9904-C00A-5586E9840FE1}"/>
          </ac:spMkLst>
        </pc:spChg>
        <pc:spChg chg="add del mod">
          <ac:chgData name="Bart van Eijkelenburg" userId="32564be6-3772-4f77-8099-aa7e4c72ca61" providerId="ADAL" clId="{FDFD9AE3-B1EE-4991-A7FA-3BB944DBBEE9}" dt="2025-06-30T19:34:04.245" v="2669" actId="478"/>
          <ac:spMkLst>
            <pc:docMk/>
            <pc:sldMk cId="1468743811" sldId="326"/>
            <ac:spMk id="22" creationId="{864AB944-53B5-635F-6886-E5C5B9818C78}"/>
          </ac:spMkLst>
        </pc:spChg>
        <pc:spChg chg="add mod">
          <ac:chgData name="Bart van Eijkelenburg" userId="32564be6-3772-4f77-8099-aa7e4c72ca61" providerId="ADAL" clId="{FDFD9AE3-B1EE-4991-A7FA-3BB944DBBEE9}" dt="2025-06-30T19:34:35.614" v="2682" actId="1076"/>
          <ac:spMkLst>
            <pc:docMk/>
            <pc:sldMk cId="1468743811" sldId="326"/>
            <ac:spMk id="23" creationId="{BDDFC98B-CE39-C07A-6C0C-D53211941C6B}"/>
          </ac:spMkLst>
        </pc:spChg>
        <pc:grpChg chg="add mod">
          <ac:chgData name="Bart van Eijkelenburg" userId="32564be6-3772-4f77-8099-aa7e4c72ca61" providerId="ADAL" clId="{FDFD9AE3-B1EE-4991-A7FA-3BB944DBBEE9}" dt="2025-06-30T19:17:02.001" v="2622" actId="1076"/>
          <ac:grpSpMkLst>
            <pc:docMk/>
            <pc:sldMk cId="1468743811" sldId="326"/>
            <ac:grpSpMk id="4" creationId="{51E5A32B-12AE-25F9-2F4E-5D36DFEB9BDC}"/>
          </ac:grpSpMkLst>
        </pc:grpChg>
        <pc:grpChg chg="add del mod">
          <ac:chgData name="Bart van Eijkelenburg" userId="32564be6-3772-4f77-8099-aa7e4c72ca61" providerId="ADAL" clId="{FDFD9AE3-B1EE-4991-A7FA-3BB944DBBEE9}" dt="2025-06-30T19:06:05.724" v="2422" actId="478"/>
          <ac:grpSpMkLst>
            <pc:docMk/>
            <pc:sldMk cId="1468743811" sldId="326"/>
            <ac:grpSpMk id="10" creationId="{80B0E611-D7BE-AB03-E364-066DF029EDF0}"/>
          </ac:grpSpMkLst>
        </pc:grpChg>
        <pc:graphicFrameChg chg="del">
          <ac:chgData name="Bart van Eijkelenburg" userId="32564be6-3772-4f77-8099-aa7e4c72ca61" providerId="ADAL" clId="{FDFD9AE3-B1EE-4991-A7FA-3BB944DBBEE9}" dt="2025-06-30T18:52:58.260" v="2252" actId="478"/>
          <ac:graphicFrameMkLst>
            <pc:docMk/>
            <pc:sldMk cId="1468743811" sldId="326"/>
            <ac:graphicFrameMk id="15" creationId="{7E6A840D-1DC4-AF0B-FDD3-4E5F2FF5F1EC}"/>
          </ac:graphicFrameMkLst>
        </pc:graphicFrameChg>
      </pc:sldChg>
      <pc:sldChg chg="addSp delSp modSp add mod delAnim">
        <pc:chgData name="Bart van Eijkelenburg" userId="32564be6-3772-4f77-8099-aa7e4c72ca61" providerId="ADAL" clId="{FDFD9AE3-B1EE-4991-A7FA-3BB944DBBEE9}" dt="2025-06-30T19:32:19.905" v="2667"/>
        <pc:sldMkLst>
          <pc:docMk/>
          <pc:sldMk cId="361672079" sldId="327"/>
        </pc:sldMkLst>
        <pc:spChg chg="del">
          <ac:chgData name="Bart van Eijkelenburg" userId="32564be6-3772-4f77-8099-aa7e4c72ca61" providerId="ADAL" clId="{FDFD9AE3-B1EE-4991-A7FA-3BB944DBBEE9}" dt="2025-06-30T19:13:09.246" v="2528" actId="478"/>
          <ac:spMkLst>
            <pc:docMk/>
            <pc:sldMk cId="361672079" sldId="327"/>
            <ac:spMk id="2" creationId="{6F3F81E7-05C8-8735-7B1C-1DDC3ACD45EB}"/>
          </ac:spMkLst>
        </pc:spChg>
        <pc:spChg chg="add del mod">
          <ac:chgData name="Bart van Eijkelenburg" userId="32564be6-3772-4f77-8099-aa7e4c72ca61" providerId="ADAL" clId="{FDFD9AE3-B1EE-4991-A7FA-3BB944DBBEE9}" dt="2025-06-30T19:13:33.841" v="2535" actId="478"/>
          <ac:spMkLst>
            <pc:docMk/>
            <pc:sldMk cId="361672079" sldId="327"/>
            <ac:spMk id="3" creationId="{DEA51E30-2A1A-37CE-E04B-4226B90702D3}"/>
          </ac:spMkLst>
        </pc:spChg>
        <pc:spChg chg="mod ord">
          <ac:chgData name="Bart van Eijkelenburg" userId="32564be6-3772-4f77-8099-aa7e4c72ca61" providerId="ADAL" clId="{FDFD9AE3-B1EE-4991-A7FA-3BB944DBBEE9}" dt="2025-06-30T19:13:31.361" v="2534" actId="167"/>
          <ac:spMkLst>
            <pc:docMk/>
            <pc:sldMk cId="361672079" sldId="327"/>
            <ac:spMk id="7" creationId="{8C1C225D-6739-72D2-CBC0-B1AF39597CF6}"/>
          </ac:spMkLst>
        </pc:spChg>
        <pc:spChg chg="add">
          <ac:chgData name="Bart van Eijkelenburg" userId="32564be6-3772-4f77-8099-aa7e4c72ca61" providerId="ADAL" clId="{FDFD9AE3-B1EE-4991-A7FA-3BB944DBBEE9}" dt="2025-06-30T19:32:19.905" v="2667"/>
          <ac:spMkLst>
            <pc:docMk/>
            <pc:sldMk cId="361672079" sldId="327"/>
            <ac:spMk id="8" creationId="{3B9E6895-7E41-30E7-1888-A7B16641AB75}"/>
          </ac:spMkLst>
        </pc:spChg>
        <pc:spChg chg="mod">
          <ac:chgData name="Bart van Eijkelenburg" userId="32564be6-3772-4f77-8099-aa7e4c72ca61" providerId="ADAL" clId="{FDFD9AE3-B1EE-4991-A7FA-3BB944DBBEE9}" dt="2025-06-30T19:13:03.933" v="2526" actId="20577"/>
          <ac:spMkLst>
            <pc:docMk/>
            <pc:sldMk cId="361672079" sldId="327"/>
            <ac:spMk id="17" creationId="{5F1F664A-75F1-7122-6F5F-78C866048E7B}"/>
          </ac:spMkLst>
        </pc:spChg>
        <pc:spChg chg="del">
          <ac:chgData name="Bart van Eijkelenburg" userId="32564be6-3772-4f77-8099-aa7e4c72ca61" providerId="ADAL" clId="{FDFD9AE3-B1EE-4991-A7FA-3BB944DBBEE9}" dt="2025-06-30T19:13:08.020" v="2527" actId="478"/>
          <ac:spMkLst>
            <pc:docMk/>
            <pc:sldMk cId="361672079" sldId="327"/>
            <ac:spMk id="18" creationId="{A1227B08-D82C-A174-542E-CB8BB48005C7}"/>
          </ac:spMkLst>
        </pc:spChg>
        <pc:spChg chg="mod">
          <ac:chgData name="Bart van Eijkelenburg" userId="32564be6-3772-4f77-8099-aa7e4c72ca61" providerId="ADAL" clId="{FDFD9AE3-B1EE-4991-A7FA-3BB944DBBEE9}" dt="2025-06-30T19:20:42.402" v="2666" actId="20577"/>
          <ac:spMkLst>
            <pc:docMk/>
            <pc:sldMk cId="361672079" sldId="327"/>
            <ac:spMk id="20" creationId="{A907F5C3-6B1B-A3AC-70E2-EA2FAD50A950}"/>
          </ac:spMkLst>
        </pc:spChg>
        <pc:grpChg chg="del">
          <ac:chgData name="Bart van Eijkelenburg" userId="32564be6-3772-4f77-8099-aa7e4c72ca61" providerId="ADAL" clId="{FDFD9AE3-B1EE-4991-A7FA-3BB944DBBEE9}" dt="2025-06-30T19:13:10.977" v="2529" actId="478"/>
          <ac:grpSpMkLst>
            <pc:docMk/>
            <pc:sldMk cId="361672079" sldId="327"/>
            <ac:grpSpMk id="4" creationId="{267CED03-911E-9A87-2B6E-8E13EE521CDE}"/>
          </ac:grpSpMkLst>
        </pc:grpChg>
      </pc:sldChg>
      <pc:sldChg chg="modSp add mod">
        <pc:chgData name="Bart van Eijkelenburg" userId="32564be6-3772-4f77-8099-aa7e4c72ca61" providerId="ADAL" clId="{FDFD9AE3-B1EE-4991-A7FA-3BB944DBBEE9}" dt="2025-06-30T19:45:23.636" v="3221" actId="14100"/>
        <pc:sldMkLst>
          <pc:docMk/>
          <pc:sldMk cId="2935341263" sldId="358"/>
        </pc:sldMkLst>
        <pc:spChg chg="mod">
          <ac:chgData name="Bart van Eijkelenburg" userId="32564be6-3772-4f77-8099-aa7e4c72ca61" providerId="ADAL" clId="{FDFD9AE3-B1EE-4991-A7FA-3BB944DBBEE9}" dt="2025-06-30T19:45:23.636" v="3221" actId="14100"/>
          <ac:spMkLst>
            <pc:docMk/>
            <pc:sldMk cId="2935341263" sldId="358"/>
            <ac:spMk id="7" creationId="{E8F2711F-D901-BEBB-F56B-9968F526B425}"/>
          </ac:spMkLst>
        </pc:spChg>
      </pc:sldChg>
      <pc:sldChg chg="modSp add del mod ord">
        <pc:chgData name="Bart van Eijkelenburg" userId="32564be6-3772-4f77-8099-aa7e4c72ca61" providerId="ADAL" clId="{FDFD9AE3-B1EE-4991-A7FA-3BB944DBBEE9}" dt="2025-06-30T20:12:42.211" v="3804" actId="2696"/>
        <pc:sldMkLst>
          <pc:docMk/>
          <pc:sldMk cId="862014917" sldId="359"/>
        </pc:sldMkLst>
        <pc:spChg chg="mod">
          <ac:chgData name="Bart van Eijkelenburg" userId="32564be6-3772-4f77-8099-aa7e4c72ca61" providerId="ADAL" clId="{FDFD9AE3-B1EE-4991-A7FA-3BB944DBBEE9}" dt="2025-06-30T19:57:55.547" v="3247" actId="20577"/>
          <ac:spMkLst>
            <pc:docMk/>
            <pc:sldMk cId="862014917" sldId="359"/>
            <ac:spMk id="17" creationId="{BEFB47A4-C2A5-B208-FF06-210333437513}"/>
          </ac:spMkLst>
        </pc:spChg>
      </pc:sldChg>
      <pc:sldChg chg="addSp delSp modSp add mod delAnim modAnim">
        <pc:chgData name="Bart van Eijkelenburg" userId="32564be6-3772-4f77-8099-aa7e4c72ca61" providerId="ADAL" clId="{FDFD9AE3-B1EE-4991-A7FA-3BB944DBBEE9}" dt="2025-06-30T20:21:25.199" v="4123" actId="1037"/>
        <pc:sldMkLst>
          <pc:docMk/>
          <pc:sldMk cId="3788761929" sldId="360"/>
        </pc:sldMkLst>
        <pc:spChg chg="add del mod">
          <ac:chgData name="Bart van Eijkelenburg" userId="32564be6-3772-4f77-8099-aa7e4c72ca61" providerId="ADAL" clId="{FDFD9AE3-B1EE-4991-A7FA-3BB944DBBEE9}" dt="2025-06-30T20:07:58.701" v="3457" actId="478"/>
          <ac:spMkLst>
            <pc:docMk/>
            <pc:sldMk cId="3788761929" sldId="360"/>
            <ac:spMk id="2" creationId="{EA98A36B-98AE-3B59-83F1-FD89FA5962F5}"/>
          </ac:spMkLst>
        </pc:spChg>
        <pc:spChg chg="mod">
          <ac:chgData name="Bart van Eijkelenburg" userId="32564be6-3772-4f77-8099-aa7e4c72ca61" providerId="ADAL" clId="{FDFD9AE3-B1EE-4991-A7FA-3BB944DBBEE9}" dt="2025-06-30T20:01:50.239" v="3270" actId="14100"/>
          <ac:spMkLst>
            <pc:docMk/>
            <pc:sldMk cId="3788761929" sldId="360"/>
            <ac:spMk id="3" creationId="{4A72E3F8-66D5-B840-C54E-80895AE1A8B7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4" creationId="{FE731E11-6C5F-DB18-7F19-2C8DC459B599}"/>
          </ac:spMkLst>
        </pc:spChg>
        <pc:spChg chg="add del mod">
          <ac:chgData name="Bart van Eijkelenburg" userId="32564be6-3772-4f77-8099-aa7e4c72ca61" providerId="ADAL" clId="{FDFD9AE3-B1EE-4991-A7FA-3BB944DBBEE9}" dt="2025-06-30T20:10:07.451" v="3575" actId="478"/>
          <ac:spMkLst>
            <pc:docMk/>
            <pc:sldMk cId="3788761929" sldId="360"/>
            <ac:spMk id="5" creationId="{B0E5BB9C-8A41-889B-8439-3B37D59FE5E7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6" creationId="{F21922AB-C74B-6AC8-D7E8-2FACD712A41C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9" creationId="{F566CF28-612D-BCAD-A4F1-B95BABDA710F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10" creationId="{C8075D32-1F36-5165-6F9E-BDCCA745B547}"/>
          </ac:spMkLst>
        </pc:spChg>
        <pc:spChg chg="mod">
          <ac:chgData name="Bart van Eijkelenburg" userId="32564be6-3772-4f77-8099-aa7e4c72ca61" providerId="ADAL" clId="{FDFD9AE3-B1EE-4991-A7FA-3BB944DBBEE9}" dt="2025-06-30T20:12:52.429" v="3814" actId="20577"/>
          <ac:spMkLst>
            <pc:docMk/>
            <pc:sldMk cId="3788761929" sldId="360"/>
            <ac:spMk id="11" creationId="{62A7AAC5-772E-41CE-B954-D2E04DFF1D44}"/>
          </ac:spMkLst>
        </pc:spChg>
        <pc:spChg chg="add mod">
          <ac:chgData name="Bart van Eijkelenburg" userId="32564be6-3772-4f77-8099-aa7e4c72ca61" providerId="ADAL" clId="{FDFD9AE3-B1EE-4991-A7FA-3BB944DBBEE9}" dt="2025-06-30T20:21:25.199" v="4123" actId="1037"/>
          <ac:spMkLst>
            <pc:docMk/>
            <pc:sldMk cId="3788761929" sldId="360"/>
            <ac:spMk id="12" creationId="{7F63A2BA-517C-D2BD-C7D2-659E2554B681}"/>
          </ac:spMkLst>
        </pc:spChg>
        <pc:spChg chg="add mod">
          <ac:chgData name="Bart van Eijkelenburg" userId="32564be6-3772-4f77-8099-aa7e4c72ca61" providerId="ADAL" clId="{FDFD9AE3-B1EE-4991-A7FA-3BB944DBBEE9}" dt="2025-06-30T20:21:25.199" v="4123" actId="1037"/>
          <ac:spMkLst>
            <pc:docMk/>
            <pc:sldMk cId="3788761929" sldId="360"/>
            <ac:spMk id="13" creationId="{36CBAC6F-482C-5784-E735-8B77FF757F90}"/>
          </ac:spMkLst>
        </pc:spChg>
        <pc:spChg chg="add del">
          <ac:chgData name="Bart van Eijkelenburg" userId="32564be6-3772-4f77-8099-aa7e4c72ca61" providerId="ADAL" clId="{FDFD9AE3-B1EE-4991-A7FA-3BB944DBBEE9}" dt="2025-06-30T20:18:41.469" v="4040" actId="478"/>
          <ac:spMkLst>
            <pc:docMk/>
            <pc:sldMk cId="3788761929" sldId="360"/>
            <ac:spMk id="15" creationId="{992CD50F-6E49-DA7C-8836-0503BB79B6DA}"/>
          </ac:spMkLst>
        </pc:spChg>
        <pc:spChg chg="add mod">
          <ac:chgData name="Bart van Eijkelenburg" userId="32564be6-3772-4f77-8099-aa7e4c72ca61" providerId="ADAL" clId="{FDFD9AE3-B1EE-4991-A7FA-3BB944DBBEE9}" dt="2025-06-30T20:21:25.199" v="4123" actId="1037"/>
          <ac:spMkLst>
            <pc:docMk/>
            <pc:sldMk cId="3788761929" sldId="360"/>
            <ac:spMk id="16" creationId="{E20657E1-8126-ABC0-F9C9-5F15FE509540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20" creationId="{43263A18-1869-A860-FFCA-E824A7C647F1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32" creationId="{8E747318-A30E-D85A-CDCC-D831A74C5130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33" creationId="{02B010C4-91E7-84EA-76F9-D8DDE16C9EFF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34" creationId="{BEE5AA3D-3282-4873-36EA-B9E0BE15F2D9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35" creationId="{59F14021-F094-5F1F-0110-8E9B5A78835F}"/>
          </ac:spMkLst>
        </pc:spChg>
        <pc:spChg chg="mod">
          <ac:chgData name="Bart van Eijkelenburg" userId="32564be6-3772-4f77-8099-aa7e4c72ca61" providerId="ADAL" clId="{FDFD9AE3-B1EE-4991-A7FA-3BB944DBBEE9}" dt="2025-06-30T20:20:00.097" v="4058" actId="404"/>
          <ac:spMkLst>
            <pc:docMk/>
            <pc:sldMk cId="3788761929" sldId="360"/>
            <ac:spMk id="36" creationId="{D6BD6E9F-11DC-3580-7A99-5912946E407E}"/>
          </ac:spMkLst>
        </pc:spChg>
        <pc:spChg chg="del mod">
          <ac:chgData name="Bart van Eijkelenburg" userId="32564be6-3772-4f77-8099-aa7e4c72ca61" providerId="ADAL" clId="{FDFD9AE3-B1EE-4991-A7FA-3BB944DBBEE9}" dt="2025-06-30T20:06:57.495" v="3447" actId="478"/>
          <ac:spMkLst>
            <pc:docMk/>
            <pc:sldMk cId="3788761929" sldId="360"/>
            <ac:spMk id="38" creationId="{823CDBB5-E84B-CE61-19B2-825851ECA9C2}"/>
          </ac:spMkLst>
        </pc:spChg>
        <pc:spChg chg="mod">
          <ac:chgData name="Bart van Eijkelenburg" userId="32564be6-3772-4f77-8099-aa7e4c72ca61" providerId="ADAL" clId="{FDFD9AE3-B1EE-4991-A7FA-3BB944DBBEE9}" dt="2025-06-30T20:10:43.810" v="3759" actId="207"/>
          <ac:spMkLst>
            <pc:docMk/>
            <pc:sldMk cId="3788761929" sldId="360"/>
            <ac:spMk id="40" creationId="{1386A57D-DFD8-37BF-F73B-077695F689A2}"/>
          </ac:spMkLst>
        </pc:spChg>
        <pc:spChg chg="mod">
          <ac:chgData name="Bart van Eijkelenburg" userId="32564be6-3772-4f77-8099-aa7e4c72ca61" providerId="ADAL" clId="{FDFD9AE3-B1EE-4991-A7FA-3BB944DBBEE9}" dt="2025-06-30T20:10:43.810" v="3759" actId="207"/>
          <ac:spMkLst>
            <pc:docMk/>
            <pc:sldMk cId="3788761929" sldId="360"/>
            <ac:spMk id="41" creationId="{A8CB9138-DCBF-CB76-906C-AA53776E14CB}"/>
          </ac:spMkLst>
        </pc:spChg>
        <pc:spChg chg="mod">
          <ac:chgData name="Bart van Eijkelenburg" userId="32564be6-3772-4f77-8099-aa7e4c72ca61" providerId="ADAL" clId="{FDFD9AE3-B1EE-4991-A7FA-3BB944DBBEE9}" dt="2025-06-30T20:18:15.213" v="4036" actId="20577"/>
          <ac:spMkLst>
            <pc:docMk/>
            <pc:sldMk cId="3788761929" sldId="360"/>
            <ac:spMk id="42" creationId="{336CC01A-9715-DF30-4688-36499FD2BF79}"/>
          </ac:spMkLst>
        </pc:spChg>
        <pc:grpChg chg="mod ord">
          <ac:chgData name="Bart van Eijkelenburg" userId="32564be6-3772-4f77-8099-aa7e4c72ca61" providerId="ADAL" clId="{FDFD9AE3-B1EE-4991-A7FA-3BB944DBBEE9}" dt="2025-06-30T20:16:31.216" v="3933" actId="1076"/>
          <ac:grpSpMkLst>
            <pc:docMk/>
            <pc:sldMk cId="3788761929" sldId="360"/>
            <ac:grpSpMk id="39" creationId="{E30C63BB-18E0-B547-8A95-6A9F0EBB012E}"/>
          </ac:grpSpMkLst>
        </pc:grpChg>
      </pc:sldChg>
      <pc:sldChg chg="addSp delSp modSp add mod addAnim delAnim modAnim">
        <pc:chgData name="Bart van Eijkelenburg" userId="32564be6-3772-4f77-8099-aa7e4c72ca61" providerId="ADAL" clId="{FDFD9AE3-B1EE-4991-A7FA-3BB944DBBEE9}" dt="2025-06-30T21:32:14.565" v="5676" actId="5793"/>
        <pc:sldMkLst>
          <pc:docMk/>
          <pc:sldMk cId="2840709049" sldId="361"/>
        </pc:sldMkLst>
        <pc:spChg chg="mod">
          <ac:chgData name="Bart van Eijkelenburg" userId="32564be6-3772-4f77-8099-aa7e4c72ca61" providerId="ADAL" clId="{FDFD9AE3-B1EE-4991-A7FA-3BB944DBBEE9}" dt="2025-06-30T21:32:14.565" v="5676" actId="5793"/>
          <ac:spMkLst>
            <pc:docMk/>
            <pc:sldMk cId="2840709049" sldId="361"/>
            <ac:spMk id="3" creationId="{D3B71A1D-C852-FEDC-E29F-F70A262D6965}"/>
          </ac:spMkLst>
        </pc:spChg>
        <pc:spChg chg="del">
          <ac:chgData name="Bart van Eijkelenburg" userId="32564be6-3772-4f77-8099-aa7e4c72ca61" providerId="ADAL" clId="{FDFD9AE3-B1EE-4991-A7FA-3BB944DBBEE9}" dt="2025-06-30T20:33:21.264" v="4251" actId="478"/>
          <ac:spMkLst>
            <pc:docMk/>
            <pc:sldMk cId="2840709049" sldId="361"/>
            <ac:spMk id="4" creationId="{6A2D2728-B546-200D-19A1-F7C185272955}"/>
          </ac:spMkLst>
        </pc:spChg>
        <pc:spChg chg="del">
          <ac:chgData name="Bart van Eijkelenburg" userId="32564be6-3772-4f77-8099-aa7e4c72ca61" providerId="ADAL" clId="{FDFD9AE3-B1EE-4991-A7FA-3BB944DBBEE9}" dt="2025-06-30T20:33:30.309" v="4253" actId="478"/>
          <ac:spMkLst>
            <pc:docMk/>
            <pc:sldMk cId="2840709049" sldId="361"/>
            <ac:spMk id="6" creationId="{EF496F9F-3F81-0F6D-2974-BBECF80CED06}"/>
          </ac:spMkLst>
        </pc:spChg>
        <pc:spChg chg="del">
          <ac:chgData name="Bart van Eijkelenburg" userId="32564be6-3772-4f77-8099-aa7e4c72ca61" providerId="ADAL" clId="{FDFD9AE3-B1EE-4991-A7FA-3BB944DBBEE9}" dt="2025-06-30T20:33:30.309" v="4253" actId="478"/>
          <ac:spMkLst>
            <pc:docMk/>
            <pc:sldMk cId="2840709049" sldId="361"/>
            <ac:spMk id="7" creationId="{7DE689B4-F1D1-1D44-70ED-FDDDFD0ED48C}"/>
          </ac:spMkLst>
        </pc:spChg>
        <pc:spChg chg="del">
          <ac:chgData name="Bart van Eijkelenburg" userId="32564be6-3772-4f77-8099-aa7e4c72ca61" providerId="ADAL" clId="{FDFD9AE3-B1EE-4991-A7FA-3BB944DBBEE9}" dt="2025-06-30T20:33:30.309" v="4253" actId="478"/>
          <ac:spMkLst>
            <pc:docMk/>
            <pc:sldMk cId="2840709049" sldId="361"/>
            <ac:spMk id="8" creationId="{F9DB7376-FF0F-6893-8FE6-3DC7F7AFD7C9}"/>
          </ac:spMkLst>
        </pc:spChg>
        <pc:spChg chg="del">
          <ac:chgData name="Bart van Eijkelenburg" userId="32564be6-3772-4f77-8099-aa7e4c72ca61" providerId="ADAL" clId="{FDFD9AE3-B1EE-4991-A7FA-3BB944DBBEE9}" dt="2025-06-30T20:33:30.309" v="4253" actId="478"/>
          <ac:spMkLst>
            <pc:docMk/>
            <pc:sldMk cId="2840709049" sldId="361"/>
            <ac:spMk id="9" creationId="{36F339F8-D783-1FCA-7763-40A28AA2CEB0}"/>
          </ac:spMkLst>
        </pc:spChg>
        <pc:spChg chg="del">
          <ac:chgData name="Bart van Eijkelenburg" userId="32564be6-3772-4f77-8099-aa7e4c72ca61" providerId="ADAL" clId="{FDFD9AE3-B1EE-4991-A7FA-3BB944DBBEE9}" dt="2025-06-30T20:33:30.309" v="4253" actId="478"/>
          <ac:spMkLst>
            <pc:docMk/>
            <pc:sldMk cId="2840709049" sldId="361"/>
            <ac:spMk id="10" creationId="{F38EAB73-4AD6-7E82-4E92-495D345158D5}"/>
          </ac:spMkLst>
        </pc:spChg>
        <pc:spChg chg="mod">
          <ac:chgData name="Bart van Eijkelenburg" userId="32564be6-3772-4f77-8099-aa7e4c72ca61" providerId="ADAL" clId="{FDFD9AE3-B1EE-4991-A7FA-3BB944DBBEE9}" dt="2025-06-30T20:24:09.449" v="4149" actId="20577"/>
          <ac:spMkLst>
            <pc:docMk/>
            <pc:sldMk cId="2840709049" sldId="361"/>
            <ac:spMk id="11" creationId="{6BFB572F-EBF6-C411-9472-E47C9A49590A}"/>
          </ac:spMkLst>
        </pc:spChg>
        <pc:spChg chg="del">
          <ac:chgData name="Bart van Eijkelenburg" userId="32564be6-3772-4f77-8099-aa7e4c72ca61" providerId="ADAL" clId="{FDFD9AE3-B1EE-4991-A7FA-3BB944DBBEE9}" dt="2025-06-30T20:33:42.858" v="4256" actId="478"/>
          <ac:spMkLst>
            <pc:docMk/>
            <pc:sldMk cId="2840709049" sldId="361"/>
            <ac:spMk id="12" creationId="{A2722A7B-84DE-0327-641A-27F4DA2E9C37}"/>
          </ac:spMkLst>
        </pc:spChg>
        <pc:spChg chg="del">
          <ac:chgData name="Bart van Eijkelenburg" userId="32564be6-3772-4f77-8099-aa7e4c72ca61" providerId="ADAL" clId="{FDFD9AE3-B1EE-4991-A7FA-3BB944DBBEE9}" dt="2025-06-30T20:33:42.858" v="4256" actId="478"/>
          <ac:spMkLst>
            <pc:docMk/>
            <pc:sldMk cId="2840709049" sldId="361"/>
            <ac:spMk id="13" creationId="{DD56F2A5-6B8F-0789-3AE9-789627936DDB}"/>
          </ac:spMkLst>
        </pc:spChg>
        <pc:spChg chg="add del mod">
          <ac:chgData name="Bart van Eijkelenburg" userId="32564be6-3772-4f77-8099-aa7e4c72ca61" providerId="ADAL" clId="{FDFD9AE3-B1EE-4991-A7FA-3BB944DBBEE9}" dt="2025-06-30T21:11:02.367" v="4992" actId="478"/>
          <ac:spMkLst>
            <pc:docMk/>
            <pc:sldMk cId="2840709049" sldId="361"/>
            <ac:spMk id="14" creationId="{CD9C9424-CCBF-B820-49B4-974329049957}"/>
          </ac:spMkLst>
        </pc:spChg>
        <pc:spChg chg="del">
          <ac:chgData name="Bart van Eijkelenburg" userId="32564be6-3772-4f77-8099-aa7e4c72ca61" providerId="ADAL" clId="{FDFD9AE3-B1EE-4991-A7FA-3BB944DBBEE9}" dt="2025-06-30T20:33:42.858" v="4256" actId="478"/>
          <ac:spMkLst>
            <pc:docMk/>
            <pc:sldMk cId="2840709049" sldId="361"/>
            <ac:spMk id="16" creationId="{4C1DEEA3-C21E-7378-AC77-2A59FBCD562D}"/>
          </ac:spMkLst>
        </pc:spChg>
        <pc:spChg chg="add del mod">
          <ac:chgData name="Bart van Eijkelenburg" userId="32564be6-3772-4f77-8099-aa7e4c72ca61" providerId="ADAL" clId="{FDFD9AE3-B1EE-4991-A7FA-3BB944DBBEE9}" dt="2025-06-30T21:11:14.767" v="4996" actId="478"/>
          <ac:spMkLst>
            <pc:docMk/>
            <pc:sldMk cId="2840709049" sldId="361"/>
            <ac:spMk id="17" creationId="{ADD9BAE9-58BD-CCB8-844A-60A528ADCA40}"/>
          </ac:spMkLst>
        </pc:spChg>
        <pc:spChg chg="mod">
          <ac:chgData name="Bart van Eijkelenburg" userId="32564be6-3772-4f77-8099-aa7e4c72ca61" providerId="ADAL" clId="{FDFD9AE3-B1EE-4991-A7FA-3BB944DBBEE9}" dt="2025-06-30T21:13:23.616" v="5016" actId="113"/>
          <ac:spMkLst>
            <pc:docMk/>
            <pc:sldMk cId="2840709049" sldId="361"/>
            <ac:spMk id="19" creationId="{2FBC5201-AD52-7A3C-BACB-12A2FCA6459F}"/>
          </ac:spMkLst>
        </pc:spChg>
        <pc:spChg chg="del">
          <ac:chgData name="Bart van Eijkelenburg" userId="32564be6-3772-4f77-8099-aa7e4c72ca61" providerId="ADAL" clId="{FDFD9AE3-B1EE-4991-A7FA-3BB944DBBEE9}" dt="2025-06-30T20:33:30.309" v="4253" actId="478"/>
          <ac:spMkLst>
            <pc:docMk/>
            <pc:sldMk cId="2840709049" sldId="361"/>
            <ac:spMk id="20" creationId="{0E3D8C84-30A8-F102-5377-D94706937314}"/>
          </ac:spMkLst>
        </pc:spChg>
        <pc:spChg chg="mod">
          <ac:chgData name="Bart van Eijkelenburg" userId="32564be6-3772-4f77-8099-aa7e4c72ca61" providerId="ADAL" clId="{FDFD9AE3-B1EE-4991-A7FA-3BB944DBBEE9}" dt="2025-06-30T21:11:33.492" v="5002"/>
          <ac:spMkLst>
            <pc:docMk/>
            <pc:sldMk cId="2840709049" sldId="361"/>
            <ac:spMk id="21" creationId="{1F7A9721-35E7-DAF4-19BC-5ACA6A56E02B}"/>
          </ac:spMkLst>
        </pc:spChg>
        <pc:spChg chg="add del mod">
          <ac:chgData name="Bart van Eijkelenburg" userId="32564be6-3772-4f77-8099-aa7e4c72ca61" providerId="ADAL" clId="{FDFD9AE3-B1EE-4991-A7FA-3BB944DBBEE9}" dt="2025-06-30T21:26:09.696" v="5508" actId="21"/>
          <ac:spMkLst>
            <pc:docMk/>
            <pc:sldMk cId="2840709049" sldId="361"/>
            <ac:spMk id="22" creationId="{75CF1B6B-B4D7-AA5E-07B7-011682E74BFC}"/>
          </ac:spMkLst>
        </pc:spChg>
        <pc:spChg chg="del">
          <ac:chgData name="Bart van Eijkelenburg" userId="32564be6-3772-4f77-8099-aa7e4c72ca61" providerId="ADAL" clId="{FDFD9AE3-B1EE-4991-A7FA-3BB944DBBEE9}" dt="2025-06-30T20:33:32.371" v="4254" actId="478"/>
          <ac:spMkLst>
            <pc:docMk/>
            <pc:sldMk cId="2840709049" sldId="361"/>
            <ac:spMk id="32" creationId="{73E51DE2-697F-89B8-B4EA-5A5386E0AF5A}"/>
          </ac:spMkLst>
        </pc:spChg>
        <pc:spChg chg="del">
          <ac:chgData name="Bart van Eijkelenburg" userId="32564be6-3772-4f77-8099-aa7e4c72ca61" providerId="ADAL" clId="{FDFD9AE3-B1EE-4991-A7FA-3BB944DBBEE9}" dt="2025-06-30T20:33:32.371" v="4254" actId="478"/>
          <ac:spMkLst>
            <pc:docMk/>
            <pc:sldMk cId="2840709049" sldId="361"/>
            <ac:spMk id="33" creationId="{D009069A-1DDD-2769-0295-F57AEA50C0F1}"/>
          </ac:spMkLst>
        </pc:spChg>
        <pc:spChg chg="del">
          <ac:chgData name="Bart van Eijkelenburg" userId="32564be6-3772-4f77-8099-aa7e4c72ca61" providerId="ADAL" clId="{FDFD9AE3-B1EE-4991-A7FA-3BB944DBBEE9}" dt="2025-06-30T20:33:32.371" v="4254" actId="478"/>
          <ac:spMkLst>
            <pc:docMk/>
            <pc:sldMk cId="2840709049" sldId="361"/>
            <ac:spMk id="34" creationId="{34D07865-7530-4A1C-2810-B089E9235D3A}"/>
          </ac:spMkLst>
        </pc:spChg>
        <pc:spChg chg="del">
          <ac:chgData name="Bart van Eijkelenburg" userId="32564be6-3772-4f77-8099-aa7e4c72ca61" providerId="ADAL" clId="{FDFD9AE3-B1EE-4991-A7FA-3BB944DBBEE9}" dt="2025-06-30T20:33:32.371" v="4254" actId="478"/>
          <ac:spMkLst>
            <pc:docMk/>
            <pc:sldMk cId="2840709049" sldId="361"/>
            <ac:spMk id="35" creationId="{BD31CBBF-3756-D23A-4B18-BB9AFB1E6AF9}"/>
          </ac:spMkLst>
        </pc:spChg>
        <pc:spChg chg="del">
          <ac:chgData name="Bart van Eijkelenburg" userId="32564be6-3772-4f77-8099-aa7e4c72ca61" providerId="ADAL" clId="{FDFD9AE3-B1EE-4991-A7FA-3BB944DBBEE9}" dt="2025-06-30T20:33:32.371" v="4254" actId="478"/>
          <ac:spMkLst>
            <pc:docMk/>
            <pc:sldMk cId="2840709049" sldId="361"/>
            <ac:spMk id="36" creationId="{12B5DC59-4278-4141-3FC6-2824642E588B}"/>
          </ac:spMkLst>
        </pc:spChg>
        <pc:spChg chg="del">
          <ac:chgData name="Bart van Eijkelenburg" userId="32564be6-3772-4f77-8099-aa7e4c72ca61" providerId="ADAL" clId="{FDFD9AE3-B1EE-4991-A7FA-3BB944DBBEE9}" dt="2025-06-30T20:33:32.371" v="4254" actId="478"/>
          <ac:spMkLst>
            <pc:docMk/>
            <pc:sldMk cId="2840709049" sldId="361"/>
            <ac:spMk id="37" creationId="{7B378F5C-0931-4AD6-49FC-5F71CB2DAB5A}"/>
          </ac:spMkLst>
        </pc:spChg>
        <pc:spChg chg="del mod">
          <ac:chgData name="Bart van Eijkelenburg" userId="32564be6-3772-4f77-8099-aa7e4c72ca61" providerId="ADAL" clId="{FDFD9AE3-B1EE-4991-A7FA-3BB944DBBEE9}" dt="2025-06-30T20:33:37.675" v="4255" actId="478"/>
          <ac:spMkLst>
            <pc:docMk/>
            <pc:sldMk cId="2840709049" sldId="361"/>
            <ac:spMk id="42" creationId="{340E15EF-8490-2A6B-5214-404A64683799}"/>
          </ac:spMkLst>
        </pc:spChg>
        <pc:grpChg chg="add del mod">
          <ac:chgData name="Bart van Eijkelenburg" userId="32564be6-3772-4f77-8099-aa7e4c72ca61" providerId="ADAL" clId="{FDFD9AE3-B1EE-4991-A7FA-3BB944DBBEE9}" dt="2025-06-30T21:23:38.880" v="5186" actId="478"/>
          <ac:grpSpMkLst>
            <pc:docMk/>
            <pc:sldMk cId="2840709049" sldId="361"/>
            <ac:grpSpMk id="18" creationId="{0C8C8A9D-7D96-86CB-960A-344E707417AC}"/>
          </ac:grpSpMkLst>
        </pc:grpChg>
        <pc:grpChg chg="del">
          <ac:chgData name="Bart van Eijkelenburg" userId="32564be6-3772-4f77-8099-aa7e4c72ca61" providerId="ADAL" clId="{FDFD9AE3-B1EE-4991-A7FA-3BB944DBBEE9}" dt="2025-06-30T20:33:42.858" v="4256" actId="478"/>
          <ac:grpSpMkLst>
            <pc:docMk/>
            <pc:sldMk cId="2840709049" sldId="361"/>
            <ac:grpSpMk id="39" creationId="{45F2872C-A7D0-DE9E-4AFA-94F944D913D0}"/>
          </ac:grpSpMkLst>
        </pc:grpChg>
        <pc:graphicFrameChg chg="add mod modGraphic">
          <ac:chgData name="Bart van Eijkelenburg" userId="32564be6-3772-4f77-8099-aa7e4c72ca61" providerId="ADAL" clId="{FDFD9AE3-B1EE-4991-A7FA-3BB944DBBEE9}" dt="2025-06-30T21:28:04.348" v="5653" actId="1076"/>
          <ac:graphicFrameMkLst>
            <pc:docMk/>
            <pc:sldMk cId="2840709049" sldId="361"/>
            <ac:graphicFrameMk id="2" creationId="{2353BAB1-74F4-9F0F-7067-133BDE017278}"/>
          </ac:graphicFrameMkLst>
        </pc:graphicFrameChg>
      </pc:sldChg>
      <pc:sldChg chg="addSp delSp modSp add mod modAnim">
        <pc:chgData name="Bart van Eijkelenburg" userId="32564be6-3772-4f77-8099-aa7e4c72ca61" providerId="ADAL" clId="{FDFD9AE3-B1EE-4991-A7FA-3BB944DBBEE9}" dt="2025-06-30T21:31:58.947" v="5675" actId="14100"/>
        <pc:sldMkLst>
          <pc:docMk/>
          <pc:sldMk cId="2630968166" sldId="362"/>
        </pc:sldMkLst>
        <pc:spChg chg="del">
          <ac:chgData name="Bart van Eijkelenburg" userId="32564be6-3772-4f77-8099-aa7e4c72ca61" providerId="ADAL" clId="{FDFD9AE3-B1EE-4991-A7FA-3BB944DBBEE9}" dt="2025-06-30T21:14:03.257" v="5030" actId="478"/>
          <ac:spMkLst>
            <pc:docMk/>
            <pc:sldMk cId="2630968166" sldId="362"/>
            <ac:spMk id="3" creationId="{CA4AC9FB-1EFE-606E-E57E-F1DCBEC41318}"/>
          </ac:spMkLst>
        </pc:spChg>
        <pc:spChg chg="add mod">
          <ac:chgData name="Bart van Eijkelenburg" userId="32564be6-3772-4f77-8099-aa7e4c72ca61" providerId="ADAL" clId="{FDFD9AE3-B1EE-4991-A7FA-3BB944DBBEE9}" dt="2025-06-30T21:31:49.821" v="5674" actId="20577"/>
          <ac:spMkLst>
            <pc:docMk/>
            <pc:sldMk cId="2630968166" sldId="362"/>
            <ac:spMk id="4" creationId="{5D063D6A-8362-44CA-83C9-968230CBE54C}"/>
          </ac:spMkLst>
        </pc:spChg>
        <pc:spChg chg="add mod">
          <ac:chgData name="Bart van Eijkelenburg" userId="32564be6-3772-4f77-8099-aa7e4c72ca61" providerId="ADAL" clId="{FDFD9AE3-B1EE-4991-A7FA-3BB944DBBEE9}" dt="2025-06-30T21:31:58.947" v="5675" actId="14100"/>
          <ac:spMkLst>
            <pc:docMk/>
            <pc:sldMk cId="2630968166" sldId="362"/>
            <ac:spMk id="5" creationId="{2945817F-D3C5-3FBB-5481-70F43E4C781D}"/>
          </ac:spMkLst>
        </pc:spChg>
        <pc:spChg chg="mod">
          <ac:chgData name="Bart van Eijkelenburg" userId="32564be6-3772-4f77-8099-aa7e4c72ca61" providerId="ADAL" clId="{FDFD9AE3-B1EE-4991-A7FA-3BB944DBBEE9}" dt="2025-06-30T21:14:11.160" v="5037" actId="6549"/>
          <ac:spMkLst>
            <pc:docMk/>
            <pc:sldMk cId="2630968166" sldId="362"/>
            <ac:spMk id="11" creationId="{E442E3F3-B460-9E6F-7287-BF117CD0966C}"/>
          </ac:spMkLst>
        </pc:spChg>
        <pc:spChg chg="mod topLvl">
          <ac:chgData name="Bart van Eijkelenburg" userId="32564be6-3772-4f77-8099-aa7e4c72ca61" providerId="ADAL" clId="{FDFD9AE3-B1EE-4991-A7FA-3BB944DBBEE9}" dt="2025-06-30T21:26:45.724" v="5551" actId="1036"/>
          <ac:spMkLst>
            <pc:docMk/>
            <pc:sldMk cId="2630968166" sldId="362"/>
            <ac:spMk id="19" creationId="{9BAC73AD-AA19-3555-F384-537BDAC409B5}"/>
          </ac:spMkLst>
        </pc:spChg>
        <pc:spChg chg="mod topLvl">
          <ac:chgData name="Bart van Eijkelenburg" userId="32564be6-3772-4f77-8099-aa7e4c72ca61" providerId="ADAL" clId="{FDFD9AE3-B1EE-4991-A7FA-3BB944DBBEE9}" dt="2025-06-30T21:26:45.724" v="5551" actId="1036"/>
          <ac:spMkLst>
            <pc:docMk/>
            <pc:sldMk cId="2630968166" sldId="362"/>
            <ac:spMk id="21" creationId="{E7617671-5BE5-6225-EE41-1EF2AE863775}"/>
          </ac:spMkLst>
        </pc:spChg>
        <pc:spChg chg="add del mod">
          <ac:chgData name="Bart van Eijkelenburg" userId="32564be6-3772-4f77-8099-aa7e4c72ca61" providerId="ADAL" clId="{FDFD9AE3-B1EE-4991-A7FA-3BB944DBBEE9}" dt="2025-06-30T21:27:03.931" v="5557" actId="478"/>
          <ac:spMkLst>
            <pc:docMk/>
            <pc:sldMk cId="2630968166" sldId="362"/>
            <ac:spMk id="22" creationId="{75CF1B6B-B4D7-AA5E-07B7-011682E74BFC}"/>
          </ac:spMkLst>
        </pc:spChg>
        <pc:grpChg chg="del mod">
          <ac:chgData name="Bart van Eijkelenburg" userId="32564be6-3772-4f77-8099-aa7e4c72ca61" providerId="ADAL" clId="{FDFD9AE3-B1EE-4991-A7FA-3BB944DBBEE9}" dt="2025-06-30T21:15:39.425" v="5081" actId="165"/>
          <ac:grpSpMkLst>
            <pc:docMk/>
            <pc:sldMk cId="2630968166" sldId="362"/>
            <ac:grpSpMk id="18" creationId="{31420264-CC53-E22B-D6B4-6F3EECFBDC8D}"/>
          </ac:grpSpMkLst>
        </pc:grpChg>
        <pc:graphicFrameChg chg="del">
          <ac:chgData name="Bart van Eijkelenburg" userId="32564be6-3772-4f77-8099-aa7e4c72ca61" providerId="ADAL" clId="{FDFD9AE3-B1EE-4991-A7FA-3BB944DBBEE9}" dt="2025-06-30T21:13:45.173" v="5019" actId="478"/>
          <ac:graphicFrameMkLst>
            <pc:docMk/>
            <pc:sldMk cId="2630968166" sldId="362"/>
            <ac:graphicFrameMk id="2" creationId="{6458FF85-DF30-8427-158D-C2A87149B029}"/>
          </ac:graphicFrameMkLst>
        </pc:graphicFrameChg>
      </pc:sldChg>
      <pc:sldChg chg="modSp add mod ord">
        <pc:chgData name="Bart van Eijkelenburg" userId="32564be6-3772-4f77-8099-aa7e4c72ca61" providerId="ADAL" clId="{FDFD9AE3-B1EE-4991-A7FA-3BB944DBBEE9}" dt="2025-06-30T21:47:07.599" v="5685" actId="14100"/>
        <pc:sldMkLst>
          <pc:docMk/>
          <pc:sldMk cId="339614492" sldId="363"/>
        </pc:sldMkLst>
        <pc:spChg chg="mod">
          <ac:chgData name="Bart van Eijkelenburg" userId="32564be6-3772-4f77-8099-aa7e4c72ca61" providerId="ADAL" clId="{FDFD9AE3-B1EE-4991-A7FA-3BB944DBBEE9}" dt="2025-06-30T21:47:07.599" v="5685" actId="14100"/>
          <ac:spMkLst>
            <pc:docMk/>
            <pc:sldMk cId="339614492" sldId="363"/>
            <ac:spMk id="7" creationId="{EABB7EB0-4167-488A-AC0C-505D0463FB67}"/>
          </ac:spMkLst>
        </pc:spChg>
      </pc:sldChg>
      <pc:sldChg chg="addSp delSp modSp add mod ord delAnim modAnim">
        <pc:chgData name="Bart van Eijkelenburg" userId="32564be6-3772-4f77-8099-aa7e4c72ca61" providerId="ADAL" clId="{FDFD9AE3-B1EE-4991-A7FA-3BB944DBBEE9}" dt="2025-07-01T00:08:10.046" v="8647" actId="20577"/>
        <pc:sldMkLst>
          <pc:docMk/>
          <pc:sldMk cId="2189631517" sldId="364"/>
        </pc:sldMkLst>
        <pc:spChg chg="add mod">
          <ac:chgData name="Bart van Eijkelenburg" userId="32564be6-3772-4f77-8099-aa7e4c72ca61" providerId="ADAL" clId="{FDFD9AE3-B1EE-4991-A7FA-3BB944DBBEE9}" dt="2025-07-01T00:08:10.046" v="8647" actId="20577"/>
          <ac:spMkLst>
            <pc:docMk/>
            <pc:sldMk cId="2189631517" sldId="364"/>
            <ac:spMk id="3" creationId="{CE1C5A59-9705-B863-20CF-7888EE1285AC}"/>
          </ac:spMkLst>
        </pc:spChg>
        <pc:spChg chg="del">
          <ac:chgData name="Bart van Eijkelenburg" userId="32564be6-3772-4f77-8099-aa7e4c72ca61" providerId="ADAL" clId="{FDFD9AE3-B1EE-4991-A7FA-3BB944DBBEE9}" dt="2025-06-30T22:31:24.093" v="6324" actId="478"/>
          <ac:spMkLst>
            <pc:docMk/>
            <pc:sldMk cId="2189631517" sldId="364"/>
            <ac:spMk id="9" creationId="{13674BDA-DA68-2687-F9EA-32AE88E339A3}"/>
          </ac:spMkLst>
        </pc:spChg>
        <pc:spChg chg="del">
          <ac:chgData name="Bart van Eijkelenburg" userId="32564be6-3772-4f77-8099-aa7e4c72ca61" providerId="ADAL" clId="{FDFD9AE3-B1EE-4991-A7FA-3BB944DBBEE9}" dt="2025-06-30T22:31:22.767" v="6323" actId="478"/>
          <ac:spMkLst>
            <pc:docMk/>
            <pc:sldMk cId="2189631517" sldId="364"/>
            <ac:spMk id="10" creationId="{81256F4E-04FA-027A-91E8-5938AFDAEF92}"/>
          </ac:spMkLst>
        </pc:spChg>
        <pc:spChg chg="del">
          <ac:chgData name="Bart van Eijkelenburg" userId="32564be6-3772-4f77-8099-aa7e4c72ca61" providerId="ADAL" clId="{FDFD9AE3-B1EE-4991-A7FA-3BB944DBBEE9}" dt="2025-06-30T22:31:25.169" v="6325" actId="478"/>
          <ac:spMkLst>
            <pc:docMk/>
            <pc:sldMk cId="2189631517" sldId="364"/>
            <ac:spMk id="13" creationId="{200DFB2A-BCC9-4E23-1559-AE2BB37A08DE}"/>
          </ac:spMkLst>
        </pc:spChg>
        <pc:spChg chg="mod">
          <ac:chgData name="Bart van Eijkelenburg" userId="32564be6-3772-4f77-8099-aa7e4c72ca61" providerId="ADAL" clId="{FDFD9AE3-B1EE-4991-A7FA-3BB944DBBEE9}" dt="2025-06-30T22:22:03.698" v="5742" actId="20577"/>
          <ac:spMkLst>
            <pc:docMk/>
            <pc:sldMk cId="2189631517" sldId="364"/>
            <ac:spMk id="17" creationId="{E61684BB-B835-7D6D-4DAB-EEE39F7950B7}"/>
          </ac:spMkLst>
        </pc:spChg>
        <pc:spChg chg="mod">
          <ac:chgData name="Bart van Eijkelenburg" userId="32564be6-3772-4f77-8099-aa7e4c72ca61" providerId="ADAL" clId="{FDFD9AE3-B1EE-4991-A7FA-3BB944DBBEE9}" dt="2025-07-01T00:07:59.786" v="8627" actId="20577"/>
          <ac:spMkLst>
            <pc:docMk/>
            <pc:sldMk cId="2189631517" sldId="364"/>
            <ac:spMk id="27" creationId="{557BE141-85FB-0A8B-000C-0EF113B2E35F}"/>
          </ac:spMkLst>
        </pc:spChg>
        <pc:grpChg chg="del">
          <ac:chgData name="Bart van Eijkelenburg" userId="32564be6-3772-4f77-8099-aa7e4c72ca61" providerId="ADAL" clId="{FDFD9AE3-B1EE-4991-A7FA-3BB944DBBEE9}" dt="2025-06-30T22:31:20.805" v="6322" actId="478"/>
          <ac:grpSpMkLst>
            <pc:docMk/>
            <pc:sldMk cId="2189631517" sldId="364"/>
            <ac:grpSpMk id="4" creationId="{98F57A8A-37B3-F770-7DC0-563D53C3E17C}"/>
          </ac:grpSpMkLst>
        </pc:grpChg>
      </pc:sldChg>
      <pc:sldChg chg="addSp delSp modSp add mod addAnim delAnim modAnim">
        <pc:chgData name="Bart van Eijkelenburg" userId="32564be6-3772-4f77-8099-aa7e4c72ca61" providerId="ADAL" clId="{FDFD9AE3-B1EE-4991-A7FA-3BB944DBBEE9}" dt="2025-07-01T00:39:30.372" v="10121" actId="20577"/>
        <pc:sldMkLst>
          <pc:docMk/>
          <pc:sldMk cId="3458983425" sldId="365"/>
        </pc:sldMkLst>
        <pc:spChg chg="add del mod">
          <ac:chgData name="Bart van Eijkelenburg" userId="32564be6-3772-4f77-8099-aa7e4c72ca61" providerId="ADAL" clId="{FDFD9AE3-B1EE-4991-A7FA-3BB944DBBEE9}" dt="2025-06-30T23:50:45.116" v="7408" actId="478"/>
          <ac:spMkLst>
            <pc:docMk/>
            <pc:sldMk cId="3458983425" sldId="365"/>
            <ac:spMk id="2" creationId="{EE3C9AE1-CC8A-7E84-5E90-9F777496056D}"/>
          </ac:spMkLst>
        </pc:spChg>
        <pc:spChg chg="del mod">
          <ac:chgData name="Bart van Eijkelenburg" userId="32564be6-3772-4f77-8099-aa7e4c72ca61" providerId="ADAL" clId="{FDFD9AE3-B1EE-4991-A7FA-3BB944DBBEE9}" dt="2025-06-30T23:56:41.669" v="7858" actId="478"/>
          <ac:spMkLst>
            <pc:docMk/>
            <pc:sldMk cId="3458983425" sldId="365"/>
            <ac:spMk id="3" creationId="{B1DE3095-26B7-3A24-DB1C-1A168548DF1E}"/>
          </ac:spMkLst>
        </pc:spChg>
        <pc:spChg chg="add mod">
          <ac:chgData name="Bart van Eijkelenburg" userId="32564be6-3772-4f77-8099-aa7e4c72ca61" providerId="ADAL" clId="{FDFD9AE3-B1EE-4991-A7FA-3BB944DBBEE9}" dt="2025-07-01T00:16:20.115" v="9103" actId="1076"/>
          <ac:spMkLst>
            <pc:docMk/>
            <pc:sldMk cId="3458983425" sldId="365"/>
            <ac:spMk id="4" creationId="{CC8010BE-E184-43E1-7DEC-621C4531C208}"/>
          </ac:spMkLst>
        </pc:spChg>
        <pc:spChg chg="add mod">
          <ac:chgData name="Bart van Eijkelenburg" userId="32564be6-3772-4f77-8099-aa7e4c72ca61" providerId="ADAL" clId="{FDFD9AE3-B1EE-4991-A7FA-3BB944DBBEE9}" dt="2025-07-01T00:16:16.713" v="9102" actId="1076"/>
          <ac:spMkLst>
            <pc:docMk/>
            <pc:sldMk cId="3458983425" sldId="365"/>
            <ac:spMk id="5" creationId="{C4206715-9CD9-9EED-0F8B-2CD8EE691336}"/>
          </ac:spMkLst>
        </pc:spChg>
        <pc:spChg chg="add mod">
          <ac:chgData name="Bart van Eijkelenburg" userId="32564be6-3772-4f77-8099-aa7e4c72ca61" providerId="ADAL" clId="{FDFD9AE3-B1EE-4991-A7FA-3BB944DBBEE9}" dt="2025-07-01T00:15:36.276" v="9094" actId="1076"/>
          <ac:spMkLst>
            <pc:docMk/>
            <pc:sldMk cId="3458983425" sldId="365"/>
            <ac:spMk id="6" creationId="{7C3A5D4A-DA84-D45A-9A53-1DC6551739FA}"/>
          </ac:spMkLst>
        </pc:spChg>
        <pc:spChg chg="mod">
          <ac:chgData name="Bart van Eijkelenburg" userId="32564be6-3772-4f77-8099-aa7e4c72ca61" providerId="ADAL" clId="{FDFD9AE3-B1EE-4991-A7FA-3BB944DBBEE9}" dt="2025-06-30T23:57:35.022" v="7867" actId="2711"/>
          <ac:spMkLst>
            <pc:docMk/>
            <pc:sldMk cId="3458983425" sldId="365"/>
            <ac:spMk id="8" creationId="{43A32EA3-15A3-5D60-F789-B4BE04D56A3A}"/>
          </ac:spMkLst>
        </pc:spChg>
        <pc:spChg chg="mod">
          <ac:chgData name="Bart van Eijkelenburg" userId="32564be6-3772-4f77-8099-aa7e4c72ca61" providerId="ADAL" clId="{FDFD9AE3-B1EE-4991-A7FA-3BB944DBBEE9}" dt="2025-06-30T23:57:47.107" v="7877" actId="1037"/>
          <ac:spMkLst>
            <pc:docMk/>
            <pc:sldMk cId="3458983425" sldId="365"/>
            <ac:spMk id="9" creationId="{5731AA83-C64A-7B8F-D5A3-29F9B5F9D913}"/>
          </ac:spMkLst>
        </pc:spChg>
        <pc:spChg chg="add mod">
          <ac:chgData name="Bart van Eijkelenburg" userId="32564be6-3772-4f77-8099-aa7e4c72ca61" providerId="ADAL" clId="{FDFD9AE3-B1EE-4991-A7FA-3BB944DBBEE9}" dt="2025-07-01T00:16:16.713" v="9102" actId="1076"/>
          <ac:spMkLst>
            <pc:docMk/>
            <pc:sldMk cId="3458983425" sldId="365"/>
            <ac:spMk id="10" creationId="{66AC6FC1-25C2-A2BC-F76D-9B8BAE928851}"/>
          </ac:spMkLst>
        </pc:spChg>
        <pc:spChg chg="add del mod">
          <ac:chgData name="Bart van Eijkelenburg" userId="32564be6-3772-4f77-8099-aa7e4c72ca61" providerId="ADAL" clId="{FDFD9AE3-B1EE-4991-A7FA-3BB944DBBEE9}" dt="2025-07-01T00:05:37.838" v="8555" actId="478"/>
          <ac:spMkLst>
            <pc:docMk/>
            <pc:sldMk cId="3458983425" sldId="365"/>
            <ac:spMk id="11" creationId="{5798AF28-4B4D-4026-7468-8F435FCF0664}"/>
          </ac:spMkLst>
        </pc:spChg>
        <pc:spChg chg="add mod ord">
          <ac:chgData name="Bart van Eijkelenburg" userId="32564be6-3772-4f77-8099-aa7e4c72ca61" providerId="ADAL" clId="{FDFD9AE3-B1EE-4991-A7FA-3BB944DBBEE9}" dt="2025-07-01T00:16:16.713" v="9102" actId="1076"/>
          <ac:spMkLst>
            <pc:docMk/>
            <pc:sldMk cId="3458983425" sldId="365"/>
            <ac:spMk id="12" creationId="{8E02A2C1-BCF6-D008-235B-C0108C7FAE4C}"/>
          </ac:spMkLst>
        </pc:spChg>
        <pc:spChg chg="mod">
          <ac:chgData name="Bart van Eijkelenburg" userId="32564be6-3772-4f77-8099-aa7e4c72ca61" providerId="ADAL" clId="{FDFD9AE3-B1EE-4991-A7FA-3BB944DBBEE9}" dt="2025-06-30T23:45:05.113" v="7221" actId="20577"/>
          <ac:spMkLst>
            <pc:docMk/>
            <pc:sldMk cId="3458983425" sldId="365"/>
            <ac:spMk id="17" creationId="{485B9A0F-5241-4890-CC13-133EA42F6175}"/>
          </ac:spMkLst>
        </pc:spChg>
        <pc:spChg chg="del mod">
          <ac:chgData name="Bart van Eijkelenburg" userId="32564be6-3772-4f77-8099-aa7e4c72ca61" providerId="ADAL" clId="{FDFD9AE3-B1EE-4991-A7FA-3BB944DBBEE9}" dt="2025-07-01T00:11:20.279" v="9052" actId="478"/>
          <ac:spMkLst>
            <pc:docMk/>
            <pc:sldMk cId="3458983425" sldId="365"/>
            <ac:spMk id="27" creationId="{6E3BEE1D-BEC1-11B6-5037-0DD881B2BB2F}"/>
          </ac:spMkLst>
        </pc:spChg>
        <pc:grpChg chg="add del mod">
          <ac:chgData name="Bart van Eijkelenburg" userId="32564be6-3772-4f77-8099-aa7e4c72ca61" providerId="ADAL" clId="{FDFD9AE3-B1EE-4991-A7FA-3BB944DBBEE9}" dt="2025-07-01T00:16:25.848" v="9104" actId="1076"/>
          <ac:grpSpMkLst>
            <pc:docMk/>
            <pc:sldMk cId="3458983425" sldId="365"/>
            <ac:grpSpMk id="7" creationId="{5D6D6AA4-C4CB-8A47-38FE-7B9F0E620338}"/>
          </ac:grpSpMkLst>
        </pc:grpChg>
        <pc:graphicFrameChg chg="add del mod modGraphic">
          <ac:chgData name="Bart van Eijkelenburg" userId="32564be6-3772-4f77-8099-aa7e4c72ca61" providerId="ADAL" clId="{FDFD9AE3-B1EE-4991-A7FA-3BB944DBBEE9}" dt="2025-07-01T00:26:03.839" v="9414" actId="478"/>
          <ac:graphicFrameMkLst>
            <pc:docMk/>
            <pc:sldMk cId="3458983425" sldId="365"/>
            <ac:graphicFrameMk id="13" creationId="{DD113C33-3026-835B-F23F-BBCBDF6191C1}"/>
          </ac:graphicFrameMkLst>
        </pc:graphicFrameChg>
        <pc:graphicFrameChg chg="add mod modGraphic">
          <ac:chgData name="Bart van Eijkelenburg" userId="32564be6-3772-4f77-8099-aa7e4c72ca61" providerId="ADAL" clId="{FDFD9AE3-B1EE-4991-A7FA-3BB944DBBEE9}" dt="2025-07-01T00:39:30.372" v="10121" actId="20577"/>
          <ac:graphicFrameMkLst>
            <pc:docMk/>
            <pc:sldMk cId="3458983425" sldId="365"/>
            <ac:graphicFrameMk id="14" creationId="{A2282668-8CEA-9478-6085-B2EF358D5D2F}"/>
          </ac:graphicFrameMkLst>
        </pc:graphicFrameChg>
      </pc:sldChg>
      <pc:sldChg chg="addSp delSp modSp add mod delAnim modAnim">
        <pc:chgData name="Bart van Eijkelenburg" userId="32564be6-3772-4f77-8099-aa7e4c72ca61" providerId="ADAL" clId="{FDFD9AE3-B1EE-4991-A7FA-3BB944DBBEE9}" dt="2025-07-01T00:51:38.177" v="10542" actId="1076"/>
        <pc:sldMkLst>
          <pc:docMk/>
          <pc:sldMk cId="500376228" sldId="366"/>
        </pc:sldMkLst>
        <pc:spChg chg="add mod">
          <ac:chgData name="Bart van Eijkelenburg" userId="32564be6-3772-4f77-8099-aa7e4c72ca61" providerId="ADAL" clId="{FDFD9AE3-B1EE-4991-A7FA-3BB944DBBEE9}" dt="2025-07-01T00:29:07.933" v="9502" actId="14100"/>
          <ac:spMkLst>
            <pc:docMk/>
            <pc:sldMk cId="500376228" sldId="366"/>
            <ac:spMk id="2" creationId="{F903F071-5FFD-0A9B-4475-AF6522B7D4E1}"/>
          </ac:spMkLst>
        </pc:spChg>
        <pc:spChg chg="add mod">
          <ac:chgData name="Bart van Eijkelenburg" userId="32564be6-3772-4f77-8099-aa7e4c72ca61" providerId="ADAL" clId="{FDFD9AE3-B1EE-4991-A7FA-3BB944DBBEE9}" dt="2025-07-01T00:50:22.560" v="10526" actId="20577"/>
          <ac:spMkLst>
            <pc:docMk/>
            <pc:sldMk cId="500376228" sldId="366"/>
            <ac:spMk id="3" creationId="{6574ADA2-05DB-29FF-C664-F6B401BB17D6}"/>
          </ac:spMkLst>
        </pc:spChg>
        <pc:spChg chg="del">
          <ac:chgData name="Bart van Eijkelenburg" userId="32564be6-3772-4f77-8099-aa7e4c72ca61" providerId="ADAL" clId="{FDFD9AE3-B1EE-4991-A7FA-3BB944DBBEE9}" dt="2025-07-01T00:21:39.539" v="9109" actId="478"/>
          <ac:spMkLst>
            <pc:docMk/>
            <pc:sldMk cId="500376228" sldId="366"/>
            <ac:spMk id="4" creationId="{2499F7A8-5769-77E0-69BA-994503E50D4C}"/>
          </ac:spMkLst>
        </pc:spChg>
        <pc:spChg chg="del">
          <ac:chgData name="Bart van Eijkelenburg" userId="32564be6-3772-4f77-8099-aa7e4c72ca61" providerId="ADAL" clId="{FDFD9AE3-B1EE-4991-A7FA-3BB944DBBEE9}" dt="2025-07-01T00:21:38.384" v="9108" actId="478"/>
          <ac:spMkLst>
            <pc:docMk/>
            <pc:sldMk cId="500376228" sldId="366"/>
            <ac:spMk id="5" creationId="{3DF0432C-B3B2-4BD6-7D24-17836716DA22}"/>
          </ac:spMkLst>
        </pc:spChg>
        <pc:spChg chg="del">
          <ac:chgData name="Bart van Eijkelenburg" userId="32564be6-3772-4f77-8099-aa7e4c72ca61" providerId="ADAL" clId="{FDFD9AE3-B1EE-4991-A7FA-3BB944DBBEE9}" dt="2025-07-01T00:21:38.384" v="9108" actId="478"/>
          <ac:spMkLst>
            <pc:docMk/>
            <pc:sldMk cId="500376228" sldId="366"/>
            <ac:spMk id="6" creationId="{02E56805-6533-5D3F-20A3-C3B778D85488}"/>
          </ac:spMkLst>
        </pc:spChg>
        <pc:spChg chg="del">
          <ac:chgData name="Bart van Eijkelenburg" userId="32564be6-3772-4f77-8099-aa7e4c72ca61" providerId="ADAL" clId="{FDFD9AE3-B1EE-4991-A7FA-3BB944DBBEE9}" dt="2025-07-01T00:21:38.384" v="9108" actId="478"/>
          <ac:spMkLst>
            <pc:docMk/>
            <pc:sldMk cId="500376228" sldId="366"/>
            <ac:spMk id="10" creationId="{628CC666-322A-236D-8FF3-B67B10C08729}"/>
          </ac:spMkLst>
        </pc:spChg>
        <pc:spChg chg="add mod">
          <ac:chgData name="Bart van Eijkelenburg" userId="32564be6-3772-4f77-8099-aa7e4c72ca61" providerId="ADAL" clId="{FDFD9AE3-B1EE-4991-A7FA-3BB944DBBEE9}" dt="2025-07-01T00:51:38.177" v="10542" actId="1076"/>
          <ac:spMkLst>
            <pc:docMk/>
            <pc:sldMk cId="500376228" sldId="366"/>
            <ac:spMk id="11" creationId="{47BCA645-7C42-66D1-72F9-451F0D3C7393}"/>
          </ac:spMkLst>
        </pc:spChg>
        <pc:spChg chg="del">
          <ac:chgData name="Bart van Eijkelenburg" userId="32564be6-3772-4f77-8099-aa7e4c72ca61" providerId="ADAL" clId="{FDFD9AE3-B1EE-4991-A7FA-3BB944DBBEE9}" dt="2025-07-01T00:21:41.974" v="9111" actId="478"/>
          <ac:spMkLst>
            <pc:docMk/>
            <pc:sldMk cId="500376228" sldId="366"/>
            <ac:spMk id="12" creationId="{3E35B921-93FB-15FA-55CB-CD8D767BDB5F}"/>
          </ac:spMkLst>
        </pc:spChg>
        <pc:spChg chg="mod">
          <ac:chgData name="Bart van Eijkelenburg" userId="32564be6-3772-4f77-8099-aa7e4c72ca61" providerId="ADAL" clId="{FDFD9AE3-B1EE-4991-A7FA-3BB944DBBEE9}" dt="2025-07-01T00:38:42.202" v="10079" actId="20577"/>
          <ac:spMkLst>
            <pc:docMk/>
            <pc:sldMk cId="500376228" sldId="366"/>
            <ac:spMk id="17" creationId="{566A42E9-C7C8-2357-F2A6-1037DBE19F76}"/>
          </ac:spMkLst>
        </pc:spChg>
        <pc:grpChg chg="del">
          <ac:chgData name="Bart van Eijkelenburg" userId="32564be6-3772-4f77-8099-aa7e4c72ca61" providerId="ADAL" clId="{FDFD9AE3-B1EE-4991-A7FA-3BB944DBBEE9}" dt="2025-07-01T00:21:40.817" v="9110" actId="478"/>
          <ac:grpSpMkLst>
            <pc:docMk/>
            <pc:sldMk cId="500376228" sldId="366"/>
            <ac:grpSpMk id="7" creationId="{CD9721B7-02D4-4EEB-E5F5-B843C707DA24}"/>
          </ac:grpSpMkLst>
        </pc:grpChg>
        <pc:graphicFrameChg chg="mod modGraphic">
          <ac:chgData name="Bart van Eijkelenburg" userId="32564be6-3772-4f77-8099-aa7e4c72ca61" providerId="ADAL" clId="{FDFD9AE3-B1EE-4991-A7FA-3BB944DBBEE9}" dt="2025-07-01T00:49:57.642" v="10476"/>
          <ac:graphicFrameMkLst>
            <pc:docMk/>
            <pc:sldMk cId="500376228" sldId="366"/>
            <ac:graphicFrameMk id="13" creationId="{82F34A75-04A6-C431-A25F-A312EFAE3294}"/>
          </ac:graphicFrameMkLst>
        </pc:graphicFrameChg>
      </pc:sldChg>
      <pc:sldChg chg="addSp delSp modSp add mod ord delAnim modAnim">
        <pc:chgData name="Bart van Eijkelenburg" userId="32564be6-3772-4f77-8099-aa7e4c72ca61" providerId="ADAL" clId="{FDFD9AE3-B1EE-4991-A7FA-3BB944DBBEE9}" dt="2025-07-01T00:54:14.331" v="10559" actId="1076"/>
        <pc:sldMkLst>
          <pc:docMk/>
          <pc:sldMk cId="802337977" sldId="367"/>
        </pc:sldMkLst>
        <pc:spChg chg="add del mod">
          <ac:chgData name="Bart van Eijkelenburg" userId="32564be6-3772-4f77-8099-aa7e4c72ca61" providerId="ADAL" clId="{FDFD9AE3-B1EE-4991-A7FA-3BB944DBBEE9}" dt="2025-07-01T00:53:52.155" v="10556" actId="478"/>
          <ac:spMkLst>
            <pc:docMk/>
            <pc:sldMk cId="802337977" sldId="367"/>
            <ac:spMk id="2" creationId="{CA32B3A1-545C-3D39-8793-BAE5D9496E9E}"/>
          </ac:spMkLst>
        </pc:spChg>
        <pc:spChg chg="add mod">
          <ac:chgData name="Bart van Eijkelenburg" userId="32564be6-3772-4f77-8099-aa7e4c72ca61" providerId="ADAL" clId="{FDFD9AE3-B1EE-4991-A7FA-3BB944DBBEE9}" dt="2025-07-01T00:54:14.331" v="10559" actId="1076"/>
          <ac:spMkLst>
            <pc:docMk/>
            <pc:sldMk cId="802337977" sldId="367"/>
            <ac:spMk id="3" creationId="{FF781474-5FEF-3950-7084-C82293754866}"/>
          </ac:spMkLst>
        </pc:spChg>
        <pc:spChg chg="del mod">
          <ac:chgData name="Bart van Eijkelenburg" userId="32564be6-3772-4f77-8099-aa7e4c72ca61" providerId="ADAL" clId="{FDFD9AE3-B1EE-4991-A7FA-3BB944DBBEE9}" dt="2025-07-01T00:46:30.083" v="10329" actId="478"/>
          <ac:spMkLst>
            <pc:docMk/>
            <pc:sldMk cId="802337977" sldId="367"/>
            <ac:spMk id="4" creationId="{4ABA5397-1141-A5A3-3FAA-DEE7F0859AA8}"/>
          </ac:spMkLst>
        </pc:spChg>
        <pc:spChg chg="mod">
          <ac:chgData name="Bart van Eijkelenburg" userId="32564be6-3772-4f77-8099-aa7e4c72ca61" providerId="ADAL" clId="{FDFD9AE3-B1EE-4991-A7FA-3BB944DBBEE9}" dt="2025-07-01T00:48:57.027" v="10418" actId="1076"/>
          <ac:spMkLst>
            <pc:docMk/>
            <pc:sldMk cId="802337977" sldId="367"/>
            <ac:spMk id="5" creationId="{C6727AAE-BEB5-0ABC-C75F-762DF78E4ACD}"/>
          </ac:spMkLst>
        </pc:spChg>
        <pc:spChg chg="mod">
          <ac:chgData name="Bart van Eijkelenburg" userId="32564be6-3772-4f77-8099-aa7e4c72ca61" providerId="ADAL" clId="{FDFD9AE3-B1EE-4991-A7FA-3BB944DBBEE9}" dt="2025-07-01T00:48:57.027" v="10418" actId="1076"/>
          <ac:spMkLst>
            <pc:docMk/>
            <pc:sldMk cId="802337977" sldId="367"/>
            <ac:spMk id="6" creationId="{592AE54A-D7F8-1685-EA97-CBD6DB9787CE}"/>
          </ac:spMkLst>
        </pc:spChg>
        <pc:spChg chg="mod">
          <ac:chgData name="Bart van Eijkelenburg" userId="32564be6-3772-4f77-8099-aa7e4c72ca61" providerId="ADAL" clId="{FDFD9AE3-B1EE-4991-A7FA-3BB944DBBEE9}" dt="2025-07-01T00:54:05.626" v="10558" actId="20577"/>
          <ac:spMkLst>
            <pc:docMk/>
            <pc:sldMk cId="802337977" sldId="367"/>
            <ac:spMk id="8" creationId="{F9C18875-64C9-5F13-6491-E5968B9B2281}"/>
          </ac:spMkLst>
        </pc:spChg>
        <pc:spChg chg="mod">
          <ac:chgData name="Bart van Eijkelenburg" userId="32564be6-3772-4f77-8099-aa7e4c72ca61" providerId="ADAL" clId="{FDFD9AE3-B1EE-4991-A7FA-3BB944DBBEE9}" dt="2025-07-01T00:54:04.690" v="10557"/>
          <ac:spMkLst>
            <pc:docMk/>
            <pc:sldMk cId="802337977" sldId="367"/>
            <ac:spMk id="9" creationId="{28CC3DAF-AD70-F28D-D08F-033F1F1AD300}"/>
          </ac:spMkLst>
        </pc:spChg>
        <pc:spChg chg="del">
          <ac:chgData name="Bart van Eijkelenburg" userId="32564be6-3772-4f77-8099-aa7e4c72ca61" providerId="ADAL" clId="{FDFD9AE3-B1EE-4991-A7FA-3BB944DBBEE9}" dt="2025-07-01T00:44:21.163" v="10309" actId="478"/>
          <ac:spMkLst>
            <pc:docMk/>
            <pc:sldMk cId="802337977" sldId="367"/>
            <ac:spMk id="10" creationId="{DFE9D24D-D907-8FA9-C870-8F302178F8E2}"/>
          </ac:spMkLst>
        </pc:spChg>
        <pc:spChg chg="add mod">
          <ac:chgData name="Bart van Eijkelenburg" userId="32564be6-3772-4f77-8099-aa7e4c72ca61" providerId="ADAL" clId="{FDFD9AE3-B1EE-4991-A7FA-3BB944DBBEE9}" dt="2025-07-01T00:53:49.778" v="10555" actId="167"/>
          <ac:spMkLst>
            <pc:docMk/>
            <pc:sldMk cId="802337977" sldId="367"/>
            <ac:spMk id="11" creationId="{20639F7F-DC65-B221-7D80-C09AB3E81BDE}"/>
          </ac:spMkLst>
        </pc:spChg>
        <pc:spChg chg="del mod">
          <ac:chgData name="Bart van Eijkelenburg" userId="32564be6-3772-4f77-8099-aa7e4c72ca61" providerId="ADAL" clId="{FDFD9AE3-B1EE-4991-A7FA-3BB944DBBEE9}" dt="2025-07-01T00:44:34.289" v="10312" actId="478"/>
          <ac:spMkLst>
            <pc:docMk/>
            <pc:sldMk cId="802337977" sldId="367"/>
            <ac:spMk id="12" creationId="{64615502-25C3-BAE1-608E-47A5E5126942}"/>
          </ac:spMkLst>
        </pc:spChg>
        <pc:spChg chg="mod">
          <ac:chgData name="Bart van Eijkelenburg" userId="32564be6-3772-4f77-8099-aa7e4c72ca61" providerId="ADAL" clId="{FDFD9AE3-B1EE-4991-A7FA-3BB944DBBEE9}" dt="2025-07-01T00:44:16.093" v="10307" actId="20577"/>
          <ac:spMkLst>
            <pc:docMk/>
            <pc:sldMk cId="802337977" sldId="367"/>
            <ac:spMk id="17" creationId="{7B0725BE-0D8A-E9B0-48D8-132210F56557}"/>
          </ac:spMkLst>
        </pc:spChg>
        <pc:grpChg chg="mod">
          <ac:chgData name="Bart van Eijkelenburg" userId="32564be6-3772-4f77-8099-aa7e4c72ca61" providerId="ADAL" clId="{FDFD9AE3-B1EE-4991-A7FA-3BB944DBBEE9}" dt="2025-07-01T00:54:04.690" v="10557"/>
          <ac:grpSpMkLst>
            <pc:docMk/>
            <pc:sldMk cId="802337977" sldId="367"/>
            <ac:grpSpMk id="7" creationId="{E53B46B7-A065-56D7-3430-18E85CF31546}"/>
          </ac:grpSpMkLst>
        </pc:grpChg>
        <pc:graphicFrameChg chg="del">
          <ac:chgData name="Bart van Eijkelenburg" userId="32564be6-3772-4f77-8099-aa7e4c72ca61" providerId="ADAL" clId="{FDFD9AE3-B1EE-4991-A7FA-3BB944DBBEE9}" dt="2025-07-01T00:44:19.758" v="10308" actId="478"/>
          <ac:graphicFrameMkLst>
            <pc:docMk/>
            <pc:sldMk cId="802337977" sldId="367"/>
            <ac:graphicFrameMk id="14" creationId="{BBCEFA87-136E-D151-4000-C26368E5C501}"/>
          </ac:graphicFrameMkLst>
        </pc:graphicFrameChg>
      </pc:sldChg>
      <pc:sldChg chg="addSp delSp modSp add mod addAnim delAnim modAnim">
        <pc:chgData name="Bart van Eijkelenburg" userId="32564be6-3772-4f77-8099-aa7e4c72ca61" providerId="ADAL" clId="{FDFD9AE3-B1EE-4991-A7FA-3BB944DBBEE9}" dt="2025-07-01T01:52:33.781" v="11089"/>
        <pc:sldMkLst>
          <pc:docMk/>
          <pc:sldMk cId="190223565" sldId="368"/>
        </pc:sldMkLst>
        <pc:spChg chg="add mod">
          <ac:chgData name="Bart van Eijkelenburg" userId="32564be6-3772-4f77-8099-aa7e4c72ca61" providerId="ADAL" clId="{FDFD9AE3-B1EE-4991-A7FA-3BB944DBBEE9}" dt="2025-07-01T01:00:40.066" v="10634" actId="403"/>
          <ac:spMkLst>
            <pc:docMk/>
            <pc:sldMk cId="190223565" sldId="368"/>
            <ac:spMk id="2" creationId="{8C3B9F9F-DDAE-1758-EDE5-6F1812B4E330}"/>
          </ac:spMkLst>
        </pc:spChg>
        <pc:spChg chg="del">
          <ac:chgData name="Bart van Eijkelenburg" userId="32564be6-3772-4f77-8099-aa7e4c72ca61" providerId="ADAL" clId="{FDFD9AE3-B1EE-4991-A7FA-3BB944DBBEE9}" dt="2025-07-01T01:01:06.076" v="10646" actId="478"/>
          <ac:spMkLst>
            <pc:docMk/>
            <pc:sldMk cId="190223565" sldId="368"/>
            <ac:spMk id="3" creationId="{9152B20D-32D7-7907-03B2-96DBBD52E629}"/>
          </ac:spMkLst>
        </pc:spChg>
        <pc:spChg chg="add mod">
          <ac:chgData name="Bart van Eijkelenburg" userId="32564be6-3772-4f77-8099-aa7e4c72ca61" providerId="ADAL" clId="{FDFD9AE3-B1EE-4991-A7FA-3BB944DBBEE9}" dt="2025-07-01T01:28:25.417" v="10739"/>
          <ac:spMkLst>
            <pc:docMk/>
            <pc:sldMk cId="190223565" sldId="368"/>
            <ac:spMk id="4" creationId="{FE19F2E7-3B0E-661D-21EE-8FE9C632F16C}"/>
          </ac:spMkLst>
        </pc:spChg>
        <pc:spChg chg="mod">
          <ac:chgData name="Bart van Eijkelenburg" userId="32564be6-3772-4f77-8099-aa7e4c72ca61" providerId="ADAL" clId="{FDFD9AE3-B1EE-4991-A7FA-3BB944DBBEE9}" dt="2025-07-01T01:40:35.554" v="11017" actId="20577"/>
          <ac:spMkLst>
            <pc:docMk/>
            <pc:sldMk cId="190223565" sldId="368"/>
            <ac:spMk id="5" creationId="{EC70EAD3-6567-ABBC-AD8D-4FFF270D6A17}"/>
          </ac:spMkLst>
        </pc:spChg>
        <pc:spChg chg="mod">
          <ac:chgData name="Bart van Eijkelenburg" userId="32564be6-3772-4f77-8099-aa7e4c72ca61" providerId="ADAL" clId="{FDFD9AE3-B1EE-4991-A7FA-3BB944DBBEE9}" dt="2025-07-01T01:28:12.961" v="10736" actId="1076"/>
          <ac:spMkLst>
            <pc:docMk/>
            <pc:sldMk cId="190223565" sldId="368"/>
            <ac:spMk id="6" creationId="{0B555645-34D0-931E-B31B-1D9AEFFB4774}"/>
          </ac:spMkLst>
        </pc:spChg>
        <pc:spChg chg="mod ord topLvl">
          <ac:chgData name="Bart van Eijkelenburg" userId="32564be6-3772-4f77-8099-aa7e4c72ca61" providerId="ADAL" clId="{FDFD9AE3-B1EE-4991-A7FA-3BB944DBBEE9}" dt="2025-07-01T01:37:58.089" v="10954" actId="167"/>
          <ac:spMkLst>
            <pc:docMk/>
            <pc:sldMk cId="190223565" sldId="368"/>
            <ac:spMk id="8" creationId="{2788352E-9B0F-FFB9-DD6B-1E99A3F1D4D3}"/>
          </ac:spMkLst>
        </pc:spChg>
        <pc:spChg chg="mod ord topLvl">
          <ac:chgData name="Bart van Eijkelenburg" userId="32564be6-3772-4f77-8099-aa7e4c72ca61" providerId="ADAL" clId="{FDFD9AE3-B1EE-4991-A7FA-3BB944DBBEE9}" dt="2025-07-01T01:31:30.313" v="10786" actId="166"/>
          <ac:spMkLst>
            <pc:docMk/>
            <pc:sldMk cId="190223565" sldId="368"/>
            <ac:spMk id="9" creationId="{F181B238-F9E0-0900-247F-105BB77F083D}"/>
          </ac:spMkLst>
        </pc:spChg>
        <pc:spChg chg="add">
          <ac:chgData name="Bart van Eijkelenburg" userId="32564be6-3772-4f77-8099-aa7e4c72ca61" providerId="ADAL" clId="{FDFD9AE3-B1EE-4991-A7FA-3BB944DBBEE9}" dt="2025-07-01T01:26:22.044" v="10719"/>
          <ac:spMkLst>
            <pc:docMk/>
            <pc:sldMk cId="190223565" sldId="368"/>
            <ac:spMk id="10" creationId="{D95F08E7-6FF1-9E14-9B57-228C7956196D}"/>
          </ac:spMkLst>
        </pc:spChg>
        <pc:spChg chg="del mod">
          <ac:chgData name="Bart van Eijkelenburg" userId="32564be6-3772-4f77-8099-aa7e4c72ca61" providerId="ADAL" clId="{FDFD9AE3-B1EE-4991-A7FA-3BB944DBBEE9}" dt="2025-07-01T01:01:37.627" v="10654" actId="478"/>
          <ac:spMkLst>
            <pc:docMk/>
            <pc:sldMk cId="190223565" sldId="368"/>
            <ac:spMk id="11" creationId="{288ABC5D-4052-7EA2-7474-FAECA4E50CAD}"/>
          </ac:spMkLst>
        </pc:spChg>
        <pc:spChg chg="add del mod">
          <ac:chgData name="Bart van Eijkelenburg" userId="32564be6-3772-4f77-8099-aa7e4c72ca61" providerId="ADAL" clId="{FDFD9AE3-B1EE-4991-A7FA-3BB944DBBEE9}" dt="2025-07-01T01:26:33.218" v="10722" actId="478"/>
          <ac:spMkLst>
            <pc:docMk/>
            <pc:sldMk cId="190223565" sldId="368"/>
            <ac:spMk id="12" creationId="{775CF25D-F282-2FD8-F2A8-F9119DBA4833}"/>
          </ac:spMkLst>
        </pc:spChg>
        <pc:spChg chg="add mod ord">
          <ac:chgData name="Bart van Eijkelenburg" userId="32564be6-3772-4f77-8099-aa7e4c72ca61" providerId="ADAL" clId="{FDFD9AE3-B1EE-4991-A7FA-3BB944DBBEE9}" dt="2025-07-01T01:38:10.204" v="11003" actId="207"/>
          <ac:spMkLst>
            <pc:docMk/>
            <pc:sldMk cId="190223565" sldId="368"/>
            <ac:spMk id="13" creationId="{CD8A1541-97AE-6887-966D-3CC5CA2598F8}"/>
          </ac:spMkLst>
        </pc:spChg>
        <pc:spChg chg="mod">
          <ac:chgData name="Bart van Eijkelenburg" userId="32564be6-3772-4f77-8099-aa7e4c72ca61" providerId="ADAL" clId="{FDFD9AE3-B1EE-4991-A7FA-3BB944DBBEE9}" dt="2025-07-01T00:56:32.484" v="10618" actId="6549"/>
          <ac:spMkLst>
            <pc:docMk/>
            <pc:sldMk cId="190223565" sldId="368"/>
            <ac:spMk id="17" creationId="{648064C7-9503-BDBD-A84F-65ECB3D6E00D}"/>
          </ac:spMkLst>
        </pc:spChg>
        <pc:grpChg chg="add del mod ord">
          <ac:chgData name="Bart van Eijkelenburg" userId="32564be6-3772-4f77-8099-aa7e4c72ca61" providerId="ADAL" clId="{FDFD9AE3-B1EE-4991-A7FA-3BB944DBBEE9}" dt="2025-07-01T01:31:27.809" v="10785" actId="165"/>
          <ac:grpSpMkLst>
            <pc:docMk/>
            <pc:sldMk cId="190223565" sldId="368"/>
            <ac:grpSpMk id="7" creationId="{BF5CFE41-6BC5-9B26-8AB2-C335DD14F829}"/>
          </ac:grpSpMkLst>
        </pc:grpChg>
        <pc:cxnChg chg="add mod">
          <ac:chgData name="Bart van Eijkelenburg" userId="32564be6-3772-4f77-8099-aa7e4c72ca61" providerId="ADAL" clId="{FDFD9AE3-B1EE-4991-A7FA-3BB944DBBEE9}" dt="2025-07-01T01:41:14.907" v="11026" actId="1582"/>
          <ac:cxnSpMkLst>
            <pc:docMk/>
            <pc:sldMk cId="190223565" sldId="368"/>
            <ac:cxnSpMk id="15" creationId="{8E2E7904-3DD4-BB7B-171E-C069CA827940}"/>
          </ac:cxnSpMkLst>
        </pc:cxnChg>
        <pc:cxnChg chg="add del mod">
          <ac:chgData name="Bart van Eijkelenburg" userId="32564be6-3772-4f77-8099-aa7e4c72ca61" providerId="ADAL" clId="{FDFD9AE3-B1EE-4991-A7FA-3BB944DBBEE9}" dt="2025-07-01T01:47:04.869" v="11047" actId="478"/>
          <ac:cxnSpMkLst>
            <pc:docMk/>
            <pc:sldMk cId="190223565" sldId="368"/>
            <ac:cxnSpMk id="20" creationId="{07AF1460-53B7-A89A-7C41-A05BA691AD92}"/>
          </ac:cxnSpMkLst>
        </pc:cxnChg>
        <pc:cxnChg chg="add mod">
          <ac:chgData name="Bart van Eijkelenburg" userId="32564be6-3772-4f77-8099-aa7e4c72ca61" providerId="ADAL" clId="{FDFD9AE3-B1EE-4991-A7FA-3BB944DBBEE9}" dt="2025-07-01T01:47:20.385" v="11064" actId="1036"/>
          <ac:cxnSpMkLst>
            <pc:docMk/>
            <pc:sldMk cId="190223565" sldId="368"/>
            <ac:cxnSpMk id="21" creationId="{6447A2E9-957C-FD87-02FD-5B852BE605C1}"/>
          </ac:cxnSpMkLst>
        </pc:cxnChg>
        <pc:cxnChg chg="add mod">
          <ac:chgData name="Bart van Eijkelenburg" userId="32564be6-3772-4f77-8099-aa7e4c72ca61" providerId="ADAL" clId="{FDFD9AE3-B1EE-4991-A7FA-3BB944DBBEE9}" dt="2025-07-01T01:49:11.234" v="11077" actId="1076"/>
          <ac:cxnSpMkLst>
            <pc:docMk/>
            <pc:sldMk cId="190223565" sldId="368"/>
            <ac:cxnSpMk id="22" creationId="{CACD8853-AB3F-FEBA-5F90-D85ED748D4C5}"/>
          </ac:cxnSpMkLst>
        </pc:cxnChg>
      </pc:sldChg>
      <pc:sldChg chg="modSp add mod ord">
        <pc:chgData name="Bart van Eijkelenburg" userId="32564be6-3772-4f77-8099-aa7e4c72ca61" providerId="ADAL" clId="{FDFD9AE3-B1EE-4991-A7FA-3BB944DBBEE9}" dt="2025-07-01T02:01:12.399" v="11796" actId="20577"/>
        <pc:sldMkLst>
          <pc:docMk/>
          <pc:sldMk cId="802423699" sldId="369"/>
        </pc:sldMkLst>
        <pc:spChg chg="mod">
          <ac:chgData name="Bart van Eijkelenburg" userId="32564be6-3772-4f77-8099-aa7e4c72ca61" providerId="ADAL" clId="{FDFD9AE3-B1EE-4991-A7FA-3BB944DBBEE9}" dt="2025-07-01T02:01:12.399" v="11796" actId="20577"/>
          <ac:spMkLst>
            <pc:docMk/>
            <pc:sldMk cId="802423699" sldId="369"/>
            <ac:spMk id="7" creationId="{E3F12A64-8D08-780A-924A-7D298ACC191B}"/>
          </ac:spMkLst>
        </pc:spChg>
      </pc:sldChg>
    </pc:docChg>
  </pc:docChgLst>
  <pc:docChgLst>
    <pc:chgData name="Bart van Eijkelenburg" userId="32564be6-3772-4f77-8099-aa7e4c72ca61" providerId="ADAL" clId="{1DE22A58-CF07-479C-98AD-A49C39410909}"/>
    <pc:docChg chg="modSld">
      <pc:chgData name="Bart van Eijkelenburg" userId="32564be6-3772-4f77-8099-aa7e4c72ca61" providerId="ADAL" clId="{1DE22A58-CF07-479C-98AD-A49C39410909}" dt="2023-06-14T10:16:35.857" v="2" actId="20577"/>
      <pc:docMkLst>
        <pc:docMk/>
      </pc:docMkLst>
      <pc:sldChg chg="modSp mod">
        <pc:chgData name="Bart van Eijkelenburg" userId="32564be6-3772-4f77-8099-aa7e4c72ca61" providerId="ADAL" clId="{1DE22A58-CF07-479C-98AD-A49C39410909}" dt="2023-05-15T12:28:37.622" v="0" actId="20577"/>
        <pc:sldMkLst>
          <pc:docMk/>
          <pc:sldMk cId="4254707031" sldId="256"/>
        </pc:sldMkLst>
      </pc:sldChg>
      <pc:sldChg chg="modSp mod">
        <pc:chgData name="Bart van Eijkelenburg" userId="32564be6-3772-4f77-8099-aa7e4c72ca61" providerId="ADAL" clId="{1DE22A58-CF07-479C-98AD-A49C39410909}" dt="2023-06-14T10:16:35.857" v="2" actId="20577"/>
        <pc:sldMkLst>
          <pc:docMk/>
          <pc:sldMk cId="3464883500" sldId="277"/>
        </pc:sldMkLst>
      </pc:sldChg>
    </pc:docChg>
  </pc:docChgLst>
  <pc:docChgLst>
    <pc:chgData name="Bart" userId="32564be6-3772-4f77-8099-aa7e4c72ca61" providerId="ADAL" clId="{389CDBEA-8715-48F2-A172-D8FBE8843995}"/>
    <pc:docChg chg="delSld modSld modMainMaster">
      <pc:chgData name="Bart" userId="32564be6-3772-4f77-8099-aa7e4c72ca61" providerId="ADAL" clId="{389CDBEA-8715-48F2-A172-D8FBE8843995}" dt="2021-06-24T08:58:39.318" v="9"/>
      <pc:docMkLst>
        <pc:docMk/>
      </pc:docMkLst>
      <pc:sldChg chg="del">
        <pc:chgData name="Bart" userId="32564be6-3772-4f77-8099-aa7e4c72ca61" providerId="ADAL" clId="{389CDBEA-8715-48F2-A172-D8FBE8843995}" dt="2021-06-24T08:58:27.188" v="0" actId="2696"/>
        <pc:sldMkLst>
          <pc:docMk/>
          <pc:sldMk cId="1480790973" sldId="256"/>
        </pc:sldMkLst>
      </pc:sldChg>
      <pc:sldChg chg="setBg">
        <pc:chgData name="Bart" userId="32564be6-3772-4f77-8099-aa7e4c72ca61" providerId="ADAL" clId="{389CDBEA-8715-48F2-A172-D8FBE8843995}" dt="2021-06-24T08:58:39.318" v="9"/>
        <pc:sldMkLst>
          <pc:docMk/>
          <pc:sldMk cId="676949746" sldId="257"/>
        </pc:sldMkLst>
      </pc:sldChg>
      <pc:sldMasterChg chg="setBg modSldLayout">
        <pc:chgData name="Bart" userId="32564be6-3772-4f77-8099-aa7e4c72ca61" providerId="ADAL" clId="{389CDBEA-8715-48F2-A172-D8FBE8843995}" dt="2021-06-24T08:58:39.318" v="9"/>
        <pc:sldMasterMkLst>
          <pc:docMk/>
          <pc:sldMasterMk cId="2740147545" sldId="2147483648"/>
        </pc:sldMasterMkLst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3544173051" sldId="2147483649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2261632268" sldId="2147483650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3543615251" sldId="2147483651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554800087" sldId="2147483652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1928641052" sldId="2147483653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1808213530" sldId="2147483654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3473026619" sldId="2147483655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4053534303" sldId="2147483656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3025335643" sldId="2147483657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55154164" sldId="2147483658"/>
          </pc:sldLayoutMkLst>
        </pc:sldLayoutChg>
        <pc:sldLayoutChg chg="setBg">
          <pc:chgData name="Bart" userId="32564be6-3772-4f77-8099-aa7e4c72ca61" providerId="ADAL" clId="{389CDBEA-8715-48F2-A172-D8FBE8843995}" dt="2021-06-24T08:58:39.318" v="9"/>
          <pc:sldLayoutMkLst>
            <pc:docMk/>
            <pc:sldMasterMk cId="2740147545" sldId="2147483648"/>
            <pc:sldLayoutMk cId="3464565664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7DB42-81D4-4DD5-97AD-D67471FBF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221572B-636F-4245-AA1E-256D70AF5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8E41FD-5292-401C-93AC-006C72E9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D52B836-5364-436C-91D7-99FF5BFE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80F06E3-6BA4-4DE2-9EFC-46B1FFB7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417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02F0B-BA48-43BC-8B3A-CE49E81F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96552E-0E43-4F78-A647-D557FD3E5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A4901D-48D1-4016-AEDC-CA82D46B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EEAF2AD-A74B-49EA-8220-112F7425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1605C0E-029A-44CA-B875-A258B7B5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163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00397-7BCC-4206-B77B-72A6A329B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141C5B-6A98-4884-9139-0CE34C1DB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B0F1DC-1793-4732-A767-CA1C85B1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71F74E-4EC1-402A-9371-85DC9885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58EA4E-9C49-4A84-8F6D-1176689F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361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1AA7A-93D5-461D-96D8-491D8642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F2E345-A66C-4310-97FD-E4276CEB7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6F973E2-C799-4015-8884-4CBD9ED2F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21921E8-AD1E-4700-8377-E0C2AAE5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89BEA71-E64F-42B9-BD9C-ED706256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49216D9-1898-43C7-A2C6-14DD7D30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4800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B517B7-427F-465D-B4F5-F9993D53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7AE78AE-2A8E-4D26-94CC-47F640558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405FCF3-BCC3-458F-9C56-CE2B7E162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3135CCB-D688-46C3-B6AD-6D51B1191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C756A15-B3D8-4FA4-BF04-181983820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06B9BCF-E8C8-4859-A64E-FEC6D280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4F5D586-7457-413F-9171-72F46D2A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2C4AF3C-7D03-4F59-B83A-37F11527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864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286FF6-54B9-410E-B77D-EC4AF7EA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0FBB2E-770C-4334-90E2-732537CC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00AED8A-5F47-4460-A4BC-8ED54E4B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B6BFF63-57B4-489C-96C2-58833008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8213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A6E5555-2680-4CD8-9359-16D9E042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F539785-0A12-486B-A941-9EDB9FF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E78047-3708-4C31-A478-F8A4394E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3026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23FE04-35DE-4F0A-A1B0-8BE28BF4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B762DA-6588-433D-B221-B68301061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EC298CC-1A75-4C15-AC0E-36FD80B97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447073-2823-45AC-A799-A37FA7807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4DCA78E-23A5-4449-B8F6-82FED603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504DCE0-1309-4224-8B2C-39945F19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34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73CD90-2CB1-40B7-AC6D-8AE15796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FCAF8A1-9DD7-4B1D-97C0-CDE65288D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F954A7D-C64B-4660-B9CB-91BEABB32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0C4FCB6-A91B-4F34-8B29-7447FA7F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20E0605-EF10-46EF-B5A7-FAA489B5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63E716-FFE2-4D56-B51A-BA61D79E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533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42062-CA54-4FC8-BFB0-C1A77EB1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67CD3A0-2CAE-4DE9-9693-184DF84EE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74E07AC-FFDF-4E0B-AD2D-4B096B9B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F4E1B74-8A7A-479F-92D6-F77FB26D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5DD0C5-C2C0-4B04-80D2-9E5A8E0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15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67EC8B1-5550-4900-BFED-4CDA17A7A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B83F302-EDF9-4223-A22F-C1CD9B424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135612B-D765-4BDF-832B-C63FDCEDA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AB39ADA-0439-4637-B6FF-5B7D7BEE9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108A1A-3A56-4D1F-8252-BC95202D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4565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7DB42-81D4-4DD5-97AD-D67471FBF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221572B-636F-4245-AA1E-256D70AF5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8E41FD-5292-401C-93AC-006C72E9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D52B836-5364-436C-91D7-99FF5BFE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80F06E3-6BA4-4DE2-9EFC-46B1FFB7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256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02F0B-BA48-43BC-8B3A-CE49E81F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96552E-0E43-4F78-A647-D557FD3E5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A4901D-48D1-4016-AEDC-CA82D46B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EEAF2AD-A74B-49EA-8220-112F7425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1605C0E-029A-44CA-B875-A258B7B5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9526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00397-7BCC-4206-B77B-72A6A329B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141C5B-6A98-4884-9139-0CE34C1DB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B0F1DC-1793-4732-A767-CA1C85B1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71F74E-4EC1-402A-9371-85DC9885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58EA4E-9C49-4A84-8F6D-1176689F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0893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1AA7A-93D5-461D-96D8-491D8642E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F2E345-A66C-4310-97FD-E4276CEB7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6F973E2-C799-4015-8884-4CBD9ED2F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21921E8-AD1E-4700-8377-E0C2AAE5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89BEA71-E64F-42B9-BD9C-ED706256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49216D9-1898-43C7-A2C6-14DD7D30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4637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B517B7-427F-465D-B4F5-F9993D536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7AE78AE-2A8E-4D26-94CC-47F640558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405FCF3-BCC3-458F-9C56-CE2B7E162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3135CCB-D688-46C3-B6AD-6D51B1191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C756A15-B3D8-4FA4-BF04-181983820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06B9BCF-E8C8-4859-A64E-FEC6D280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4F5D586-7457-413F-9171-72F46D2A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72C4AF3C-7D03-4F59-B83A-37F115271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3102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286FF6-54B9-410E-B77D-EC4AF7EA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0FBB2E-770C-4334-90E2-732537CC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00AED8A-5F47-4460-A4BC-8ED54E4B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B6BFF63-57B4-489C-96C2-58833008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14439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A6E5555-2680-4CD8-9359-16D9E042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F539785-0A12-486B-A941-9EDB9FF4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E78047-3708-4C31-A478-F8A4394E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8877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23FE04-35DE-4F0A-A1B0-8BE28BF4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CB762DA-6588-433D-B221-B68301061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EC298CC-1A75-4C15-AC0E-36FD80B97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447073-2823-45AC-A799-A37FA7807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4DCA78E-23A5-4449-B8F6-82FED603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504DCE0-1309-4224-8B2C-39945F19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17396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73CD90-2CB1-40B7-AC6D-8AE15796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FCAF8A1-9DD7-4B1D-97C0-CDE65288D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F954A7D-C64B-4660-B9CB-91BEABB32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0C4FCB6-A91B-4F34-8B29-7447FA7F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20E0605-EF10-46EF-B5A7-FAA489B57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63E716-FFE2-4D56-B51A-BA61D79E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7139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42062-CA54-4FC8-BFB0-C1A77EB1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67CD3A0-2CAE-4DE9-9693-184DF84EE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74E07AC-FFDF-4E0B-AD2D-4B096B9B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F4E1B74-8A7A-479F-92D6-F77FB26D9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5DD0C5-C2C0-4B04-80D2-9E5A8E0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97553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A67EC8B1-5550-4900-BFED-4CDA17A7A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B83F302-EDF9-4223-A22F-C1CD9B424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135612B-D765-4BDF-832B-C63FDCEDA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AB39ADA-0439-4637-B6FF-5B7D7BEE9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108A1A-3A56-4D1F-8252-BC95202D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66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954177D-D356-4EA5-9492-2ABF39F17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BCA80B-751E-4873-B2D3-6C08133F7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628C43-F4C8-425A-9F6F-733722BF5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6864ED-09A0-4963-BB3B-3921FF098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49EB199-5825-4CA7-AFDD-04FE46F9E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014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8000" t="-2000" r="2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954177D-D356-4EA5-9492-2ABF39F17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BCA80B-751E-4873-B2D3-6C08133F7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628C43-F4C8-425A-9F6F-733722BF5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D0F73-52B5-4514-9455-69214BE0A4C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6864ED-09A0-4963-BB3B-3921FF098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49EB199-5825-4CA7-AFDD-04FE46F9E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16EB7-3254-4BA6-8D59-B37DBBCC681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650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reativecommons.org/licenses/by-nd/2.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lickr.com/photos/hikingartist/" TargetMode="External"/><Relationship Id="rId5" Type="http://schemas.openxmlformats.org/officeDocument/2006/relationships/hyperlink" Target="https://www.flickr.com/photos/hikingartist/5727278512/in/photolist-9J6Nnf-6v4Xhz-9rESs-87NA7G-8GJvbJ-qBne5u-8SRJFm-87KfnD-paxfD8-9h2Dio-nxbANX-paxh9n-87KoSM-8w3jZT-651mrd-8GFm3n-4yj7N1-nZZvut-pMSq4Q-ab1Z5h-8BY6Ub-7v2CGM-8KVkvz-bV1L4r-n35vqE-bV1L5v-98HAv9-a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ywURv7NTKhcYD7jM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Shape 171">
            <a:extLst>
              <a:ext uri="{FF2B5EF4-FFF2-40B4-BE49-F238E27FC236}">
                <a16:creationId xmlns:a16="http://schemas.microsoft.com/office/drawing/2014/main" id="{A6442C7A-2EC8-4F32-AD24-A2D8A4B6991D}"/>
              </a:ext>
            </a:extLst>
          </p:cNvPr>
          <p:cNvGrpSpPr/>
          <p:nvPr/>
        </p:nvGrpSpPr>
        <p:grpSpPr>
          <a:xfrm>
            <a:off x="71593" y="4244662"/>
            <a:ext cx="8964612" cy="2189518"/>
            <a:chOff x="179388" y="4668482"/>
            <a:chExt cx="8713786" cy="2029179"/>
          </a:xfrm>
        </p:grpSpPr>
        <p:sp>
          <p:nvSpPr>
            <p:cNvPr id="14" name="Shape 172">
              <a:extLst>
                <a:ext uri="{FF2B5EF4-FFF2-40B4-BE49-F238E27FC236}">
                  <a16:creationId xmlns:a16="http://schemas.microsoft.com/office/drawing/2014/main" id="{11D27058-CBAB-4299-B929-8CED3265E07D}"/>
                </a:ext>
              </a:extLst>
            </p:cNvPr>
            <p:cNvSpPr/>
            <p:nvPr/>
          </p:nvSpPr>
          <p:spPr>
            <a:xfrm>
              <a:off x="179388" y="4668482"/>
              <a:ext cx="8713786" cy="2029179"/>
            </a:xfrm>
            <a:prstGeom prst="rect">
              <a:avLst/>
            </a:prstGeom>
            <a:solidFill>
              <a:schemeClr val="lt1"/>
            </a:solidFill>
            <a:ln w="9525" cap="flat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5" name="Shape 173">
              <a:extLst>
                <a:ext uri="{FF2B5EF4-FFF2-40B4-BE49-F238E27FC236}">
                  <a16:creationId xmlns:a16="http://schemas.microsoft.com/office/drawing/2014/main" id="{72AEE0EC-9353-42B4-B311-1A121958FBE6}"/>
                </a:ext>
              </a:extLst>
            </p:cNvPr>
            <p:cNvSpPr/>
            <p:nvPr/>
          </p:nvSpPr>
          <p:spPr>
            <a:xfrm>
              <a:off x="323850" y="4780525"/>
              <a:ext cx="8424862" cy="869011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6" name="Shape 174">
              <a:extLst>
                <a:ext uri="{FF2B5EF4-FFF2-40B4-BE49-F238E27FC236}">
                  <a16:creationId xmlns:a16="http://schemas.microsoft.com/office/drawing/2014/main" id="{2DDC4773-BB34-426B-930A-F44CE0E6CE51}"/>
                </a:ext>
              </a:extLst>
            </p:cNvPr>
            <p:cNvSpPr txBox="1"/>
            <p:nvPr/>
          </p:nvSpPr>
          <p:spPr>
            <a:xfrm>
              <a:off x="509587" y="4889500"/>
              <a:ext cx="8043745" cy="58477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  <a:rtl val="0"/>
                </a:rPr>
                <a:t>Les </a:t>
              </a:r>
              <a:r>
                <a:rPr kumimoji="0" lang="nl-NL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5: </a:t>
              </a:r>
              <a:r>
                <a:rPr kumimoji="0" lang="nl-NL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Text</a:t>
              </a:r>
              <a:r>
                <a:rPr kumimoji="0" lang="nl-NL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 Data, Strings</a:t>
              </a:r>
              <a:r>
                <a:rPr lang="nl-NL" sz="3200" b="1" dirty="0">
                  <a:solidFill>
                    <a:prstClr val="white"/>
                  </a:solidFill>
                </a:rPr>
                <a:t> </a:t>
              </a:r>
              <a:r>
                <a:rPr kumimoji="0" lang="nl-NL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and</a:t>
              </a:r>
              <a:r>
                <a:rPr kumimoji="0" lang="nl-NL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 File I/O</a:t>
              </a:r>
            </a:p>
          </p:txBody>
        </p:sp>
        <p:pic>
          <p:nvPicPr>
            <p:cNvPr id="17" name="Shape 175">
              <a:extLst>
                <a:ext uri="{FF2B5EF4-FFF2-40B4-BE49-F238E27FC236}">
                  <a16:creationId xmlns:a16="http://schemas.microsoft.com/office/drawing/2014/main" id="{8BD6E010-A609-48A0-AB7E-59963C3F0CF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706"/>
            <a:stretch/>
          </p:blipFill>
          <p:spPr>
            <a:xfrm>
              <a:off x="5867398" y="5667342"/>
              <a:ext cx="2881312" cy="905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Shape 176">
              <a:extLst>
                <a:ext uri="{FF2B5EF4-FFF2-40B4-BE49-F238E27FC236}">
                  <a16:creationId xmlns:a16="http://schemas.microsoft.com/office/drawing/2014/main" id="{19AC850B-3D5C-4064-BD12-F7578BAE7AC6}"/>
                </a:ext>
              </a:extLst>
            </p:cNvPr>
            <p:cNvSpPr/>
            <p:nvPr/>
          </p:nvSpPr>
          <p:spPr>
            <a:xfrm>
              <a:off x="323850" y="5733673"/>
              <a:ext cx="5441949" cy="83978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9" name="Shape 177">
              <a:extLst>
                <a:ext uri="{FF2B5EF4-FFF2-40B4-BE49-F238E27FC236}">
                  <a16:creationId xmlns:a16="http://schemas.microsoft.com/office/drawing/2014/main" id="{BB3E8990-627A-4722-9D75-F10273C76E1A}"/>
                </a:ext>
              </a:extLst>
            </p:cNvPr>
            <p:cNvSpPr txBox="1"/>
            <p:nvPr/>
          </p:nvSpPr>
          <p:spPr>
            <a:xfrm>
              <a:off x="323850" y="5797173"/>
              <a:ext cx="5213349" cy="6463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Programming (onderdeel van </a:t>
              </a:r>
              <a:r>
                <a:rPr lang="nl-NL" sz="1800" b="1" kern="0" dirty="0">
                  <a:solidFill>
                    <a:schemeClr val="bg1"/>
                  </a:solidFill>
                </a:rPr>
                <a:t>TICT-V1SE1-24</a:t>
              </a: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  <a:rtl val="0"/>
                </a:rPr>
                <a:t>HBO-ICT propedeuse blok 1</a:t>
              </a:r>
            </a:p>
          </p:txBody>
        </p:sp>
      </p:grpSp>
      <p:pic>
        <p:nvPicPr>
          <p:cNvPr id="20" name="Afbeelding 19" descr="evolution_man_pc.jpg">
            <a:extLst>
              <a:ext uri="{FF2B5EF4-FFF2-40B4-BE49-F238E27FC236}">
                <a16:creationId xmlns:a16="http://schemas.microsoft.com/office/drawing/2014/main" id="{1B9BE2F4-96A8-434C-952D-BF80521A1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261" y="1632778"/>
            <a:ext cx="5855624" cy="2213426"/>
          </a:xfrm>
          <a:prstGeom prst="rect">
            <a:avLst/>
          </a:prstGeom>
        </p:spPr>
      </p:pic>
      <p:sp>
        <p:nvSpPr>
          <p:cNvPr id="21" name="Rechthoek 20">
            <a:extLst>
              <a:ext uri="{FF2B5EF4-FFF2-40B4-BE49-F238E27FC236}">
                <a16:creationId xmlns:a16="http://schemas.microsoft.com/office/drawing/2014/main" id="{67EAA04F-8C76-4E05-A391-4776DA7AD40E}"/>
              </a:ext>
            </a:extLst>
          </p:cNvPr>
          <p:cNvSpPr/>
          <p:nvPr/>
        </p:nvSpPr>
        <p:spPr>
          <a:xfrm>
            <a:off x="4001717" y="3809133"/>
            <a:ext cx="3596182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Man Chain </a:t>
            </a:r>
            <a:r>
              <a:rPr kumimoji="0" lang="nl-NL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illustration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by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Frits </a:t>
            </a:r>
            <a:r>
              <a:rPr kumimoji="0" lang="nl-NL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Ahlefeldt-Laurvig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| </a:t>
            </a:r>
            <a:r>
              <a:rPr kumimoji="0" lang="nl-NL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  <a:rtl val="0"/>
              </a:rPr>
              <a:t>CC BY-ND</a:t>
            </a:r>
            <a:endParaRPr kumimoji="0" lang="nl-NL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4254707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3994C97-452E-4AFC-856C-081BA2B1A639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Text Data, Strings and File I/O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11209-E33A-4144-BC5D-4962978D4978}"/>
              </a:ext>
            </a:extLst>
          </p:cNvPr>
          <p:cNvSpPr txBox="1"/>
          <p:nvPr/>
        </p:nvSpPr>
        <p:spPr>
          <a:xfrm>
            <a:off x="685800" y="3323652"/>
            <a:ext cx="925830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indent="-344488" defTabSz="457200">
              <a:spcAft>
                <a:spcPts val="600"/>
              </a:spcAft>
              <a:buClr>
                <a:srgbClr val="800000"/>
              </a:buClr>
              <a:buFont typeface="Wingdings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Formatted strings									</a:t>
            </a:r>
            <a:r>
              <a:rPr lang="en-US" sz="2400" kern="0" dirty="0">
                <a:solidFill>
                  <a:srgbClr val="294171"/>
                </a:solidFill>
              </a:rPr>
              <a:t>	§5.2.6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String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methodes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										§10.4.1 &amp; 10.6</a:t>
            </a:r>
          </a:p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File Input/Output										§16.1 t/m 16.4</a:t>
            </a:r>
          </a:p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7694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B31B-AE97-E7BE-3769-BD3277B6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>
            <a:extLst>
              <a:ext uri="{FF2B5EF4-FFF2-40B4-BE49-F238E27FC236}">
                <a16:creationId xmlns:a16="http://schemas.microsoft.com/office/drawing/2014/main" id="{1862B5BC-7CA1-89D1-4A54-721F1BF27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571" y="2746242"/>
            <a:ext cx="4448654" cy="1077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cijfer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5.4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boodschap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'Je resultaat: '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cijfer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(boodschap)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40135AF-EC1C-2E48-6DA0-EA38E0062242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String </a:t>
            </a:r>
            <a:r>
              <a:rPr lang="nl-NL" sz="3600" b="1" dirty="0" err="1"/>
              <a:t>concatenation</a:t>
            </a:r>
            <a:endParaRPr lang="nl-NL" sz="3600" dirty="0"/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36C27EE1-BC6A-0BE2-A7D1-19553D0E1421}"/>
              </a:ext>
            </a:extLst>
          </p:cNvPr>
          <p:cNvSpPr txBox="1"/>
          <p:nvPr/>
        </p:nvSpPr>
        <p:spPr bwMode="auto">
          <a:xfrm>
            <a:off x="709358" y="1492258"/>
            <a:ext cx="6996367" cy="536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We zagen dat </a:t>
            </a:r>
            <a:r>
              <a:rPr lang="nl-NL" sz="2000" kern="0" dirty="0" err="1">
                <a:solidFill>
                  <a:srgbClr val="294171"/>
                </a:solidFill>
              </a:rPr>
              <a:t>ints</a:t>
            </a:r>
            <a:r>
              <a:rPr lang="nl-NL" sz="2000" kern="0" dirty="0">
                <a:solidFill>
                  <a:srgbClr val="294171"/>
                </a:solidFill>
              </a:rPr>
              <a:t> en strings niet opgeteld kunnen worden: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EBC1A5E3-AF8D-1587-58A0-8BC48D94BC93}"/>
              </a:ext>
            </a:extLst>
          </p:cNvPr>
          <p:cNvGrpSpPr/>
          <p:nvPr/>
        </p:nvGrpSpPr>
        <p:grpSpPr>
          <a:xfrm>
            <a:off x="6421016" y="2650473"/>
            <a:ext cx="5224136" cy="1557054"/>
            <a:chOff x="6222079" y="5499300"/>
            <a:chExt cx="2933052" cy="2907307"/>
          </a:xfrm>
        </p:grpSpPr>
        <p:sp>
          <p:nvSpPr>
            <p:cNvPr id="5" name="Tekstvak 4">
              <a:extLst>
                <a:ext uri="{FF2B5EF4-FFF2-40B4-BE49-F238E27FC236}">
                  <a16:creationId xmlns:a16="http://schemas.microsoft.com/office/drawing/2014/main" id="{5A73E8DC-A3D2-C5D9-E92E-6E493ACCE0C4}"/>
                </a:ext>
              </a:extLst>
            </p:cNvPr>
            <p:cNvSpPr txBox="1"/>
            <p:nvPr/>
          </p:nvSpPr>
          <p:spPr>
            <a:xfrm>
              <a:off x="6222079" y="5643187"/>
              <a:ext cx="2933052" cy="27634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sz="1600" dirty="0" err="1"/>
                <a:t>Traceback</a:t>
              </a:r>
              <a:r>
                <a:rPr lang="nl-NL" sz="1600" dirty="0"/>
                <a:t> (most recent call last):</a:t>
              </a:r>
            </a:p>
            <a:p>
              <a:r>
                <a:rPr lang="nl-NL" sz="1600" dirty="0"/>
                <a:t>  File "C:\Demo\hello.py", line 2, in &lt;module&gt;</a:t>
              </a:r>
            </a:p>
            <a:p>
              <a:r>
                <a:rPr lang="nl-NL" sz="1600" dirty="0"/>
                <a:t>    boodschap = </a:t>
              </a:r>
              <a:r>
                <a:rPr lang="nl-NL" sz="1600" dirty="0" err="1"/>
                <a:t>f'Je</a:t>
              </a:r>
              <a:r>
                <a:rPr lang="nl-NL" sz="1600" dirty="0"/>
                <a:t> resultaat: ' + cijfer</a:t>
              </a:r>
            </a:p>
            <a:p>
              <a:r>
                <a:rPr lang="nl-NL" sz="1600" dirty="0"/>
                <a:t>                ~~~~~~~~~~~~~~~~~~^~~~~~~~</a:t>
              </a:r>
            </a:p>
            <a:p>
              <a:r>
                <a:rPr lang="nl-NL" sz="1600" dirty="0" err="1"/>
                <a:t>TypeError</a:t>
              </a:r>
              <a:r>
                <a:rPr lang="nl-NL" sz="1600" dirty="0"/>
                <a:t>: </a:t>
              </a:r>
              <a:r>
                <a:rPr lang="nl-NL" sz="1600" dirty="0" err="1"/>
                <a:t>can</a:t>
              </a:r>
              <a:r>
                <a:rPr lang="nl-NL" sz="1600" dirty="0"/>
                <a:t> </a:t>
              </a:r>
              <a:r>
                <a:rPr lang="nl-NL" sz="1600" dirty="0" err="1"/>
                <a:t>only</a:t>
              </a:r>
              <a:r>
                <a:rPr lang="nl-NL" sz="1600" dirty="0"/>
                <a:t> </a:t>
              </a:r>
              <a:r>
                <a:rPr lang="nl-NL" sz="1600" dirty="0" err="1"/>
                <a:t>concatenate</a:t>
              </a:r>
              <a:r>
                <a:rPr lang="nl-NL" sz="1600" dirty="0"/>
                <a:t> </a:t>
              </a:r>
              <a:r>
                <a:rPr lang="nl-NL" sz="1600" dirty="0" err="1"/>
                <a:t>str</a:t>
              </a:r>
              <a:r>
                <a:rPr lang="nl-NL" sz="1600" dirty="0"/>
                <a:t> (</a:t>
              </a:r>
              <a:r>
                <a:rPr lang="nl-NL" sz="1600" dirty="0" err="1"/>
                <a:t>not</a:t>
              </a:r>
              <a:r>
                <a:rPr lang="nl-NL" sz="1600" dirty="0"/>
                <a:t> "</a:t>
              </a:r>
              <a:r>
                <a:rPr lang="nl-NL" sz="1600" dirty="0" err="1"/>
                <a:t>float</a:t>
              </a:r>
              <a:r>
                <a:rPr lang="nl-NL" sz="1600" dirty="0"/>
                <a:t>") </a:t>
              </a:r>
              <a:r>
                <a:rPr lang="nl-NL" sz="1600" dirty="0" err="1"/>
                <a:t>to</a:t>
              </a:r>
              <a:r>
                <a:rPr lang="nl-NL" sz="1600" dirty="0"/>
                <a:t> </a:t>
              </a:r>
              <a:r>
                <a:rPr lang="nl-NL" sz="1600" dirty="0" err="1"/>
                <a:t>str</a:t>
              </a:r>
              <a:endParaRPr lang="nl-NL" sz="1600" dirty="0"/>
            </a:p>
          </p:txBody>
        </p:sp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3597D9FE-BE61-0100-EF1A-0CB56A6ECAF7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9" name="TextBox 22">
            <a:extLst>
              <a:ext uri="{FF2B5EF4-FFF2-40B4-BE49-F238E27FC236}">
                <a16:creationId xmlns:a16="http://schemas.microsoft.com/office/drawing/2014/main" id="{71636D8C-50A9-6959-C2E5-38DC1B501C86}"/>
              </a:ext>
            </a:extLst>
          </p:cNvPr>
          <p:cNvSpPr txBox="1"/>
          <p:nvPr/>
        </p:nvSpPr>
        <p:spPr bwMode="auto">
          <a:xfrm>
            <a:off x="709358" y="4719440"/>
            <a:ext cx="4986592" cy="536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Conversie is hier nodig: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FE091639-1075-82A1-B040-919C07264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521" y="5325849"/>
            <a:ext cx="4897495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boodschap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'Je resultaat: '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(cijfer)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79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56368-FE7F-AED4-A01C-D7E3E15E2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4FA3FF-A799-215D-B2FC-AF9BC5E27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6446" y="3222492"/>
            <a:ext cx="4336444" cy="1077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cijfer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5.4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boodschap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f'Je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resultaat: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cijfer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(boodschap)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4F67985-06A9-4B46-EB75-1F3C15DA7E55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String </a:t>
            </a:r>
            <a:r>
              <a:rPr lang="nl-NL" sz="3600" b="1" dirty="0" err="1"/>
              <a:t>formatting</a:t>
            </a:r>
            <a:r>
              <a:rPr lang="nl-NL" sz="3600" b="1" dirty="0"/>
              <a:t> </a:t>
            </a:r>
            <a:r>
              <a:rPr lang="nl-NL" sz="2000" b="1" kern="0" dirty="0">
                <a:solidFill>
                  <a:prstClr val="black"/>
                </a:solidFill>
              </a:rPr>
              <a:t>(</a:t>
            </a:r>
            <a:r>
              <a:rPr lang="en-US" sz="2000" b="1" kern="0" dirty="0">
                <a:solidFill>
                  <a:prstClr val="black"/>
                </a:solidFill>
              </a:rPr>
              <a:t>§5.2.6)</a:t>
            </a:r>
            <a:endParaRPr lang="nl-NL" sz="3600" dirty="0"/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9D4E2141-51CA-A535-586C-CC86814B5574}"/>
              </a:ext>
            </a:extLst>
          </p:cNvPr>
          <p:cNvSpPr txBox="1"/>
          <p:nvPr/>
        </p:nvSpPr>
        <p:spPr bwMode="auto">
          <a:xfrm>
            <a:off x="709357" y="1492258"/>
            <a:ext cx="7929817" cy="536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 err="1">
                <a:solidFill>
                  <a:srgbClr val="294171"/>
                </a:solidFill>
              </a:rPr>
              <a:t>Formatted</a:t>
            </a:r>
            <a:r>
              <a:rPr lang="nl-NL" sz="2000" kern="0" dirty="0">
                <a:solidFill>
                  <a:srgbClr val="294171"/>
                </a:solidFill>
              </a:rPr>
              <a:t> strings kunnen je helpen, plaats de letter f vóór de string: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76A01D8C-B0DE-5549-7FD6-C1E59EC436DA}"/>
              </a:ext>
            </a:extLst>
          </p:cNvPr>
          <p:cNvSpPr txBox="1"/>
          <p:nvPr/>
        </p:nvSpPr>
        <p:spPr bwMode="auto">
          <a:xfrm>
            <a:off x="2967838" y="2494451"/>
            <a:ext cx="21339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f</a:t>
            </a:r>
            <a:r>
              <a:rPr kumimoji="0" lang="en-US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‘formatted’ string</a:t>
            </a:r>
          </a:p>
        </p:txBody>
      </p:sp>
      <p:sp>
        <p:nvSpPr>
          <p:cNvPr id="10" name="TextBox 26">
            <a:extLst>
              <a:ext uri="{FF2B5EF4-FFF2-40B4-BE49-F238E27FC236}">
                <a16:creationId xmlns:a16="http://schemas.microsoft.com/office/drawing/2014/main" id="{6DEFC11C-C8EB-C7F2-EAE5-A2941F0AC66E}"/>
              </a:ext>
            </a:extLst>
          </p:cNvPr>
          <p:cNvSpPr txBox="1"/>
          <p:nvPr/>
        </p:nvSpPr>
        <p:spPr bwMode="auto">
          <a:xfrm>
            <a:off x="5101756" y="4212365"/>
            <a:ext cx="13430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placeholder</a:t>
            </a:r>
          </a:p>
        </p:txBody>
      </p:sp>
      <p:cxnSp>
        <p:nvCxnSpPr>
          <p:cNvPr id="11" name="Straight Arrow Connector 28">
            <a:extLst>
              <a:ext uri="{FF2B5EF4-FFF2-40B4-BE49-F238E27FC236}">
                <a16:creationId xmlns:a16="http://schemas.microsoft.com/office/drawing/2014/main" id="{6FF2B130-5935-B6A1-5074-C044642975C2}"/>
              </a:ext>
            </a:extLst>
          </p:cNvPr>
          <p:cNvCxnSpPr>
            <a:cxnSpLocks/>
          </p:cNvCxnSpPr>
          <p:nvPr/>
        </p:nvCxnSpPr>
        <p:spPr>
          <a:xfrm flipV="1">
            <a:off x="5692842" y="3843227"/>
            <a:ext cx="0" cy="369138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4" name="Straight Arrow Connector 18">
            <a:extLst>
              <a:ext uri="{FF2B5EF4-FFF2-40B4-BE49-F238E27FC236}">
                <a16:creationId xmlns:a16="http://schemas.microsoft.com/office/drawing/2014/main" id="{111AFDD8-2744-7622-1296-B2B9F94B2FB4}"/>
              </a:ext>
            </a:extLst>
          </p:cNvPr>
          <p:cNvCxnSpPr>
            <a:cxnSpLocks/>
          </p:cNvCxnSpPr>
          <p:nvPr/>
        </p:nvCxnSpPr>
        <p:spPr>
          <a:xfrm flipH="1">
            <a:off x="3609975" y="2825956"/>
            <a:ext cx="285953" cy="603044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8" name="TextBox 22">
            <a:extLst>
              <a:ext uri="{FF2B5EF4-FFF2-40B4-BE49-F238E27FC236}">
                <a16:creationId xmlns:a16="http://schemas.microsoft.com/office/drawing/2014/main" id="{1C43E142-E885-E3B4-E8E7-1C0750EF9B2F}"/>
              </a:ext>
            </a:extLst>
          </p:cNvPr>
          <p:cNvSpPr txBox="1"/>
          <p:nvPr/>
        </p:nvSpPr>
        <p:spPr bwMode="auto">
          <a:xfrm>
            <a:off x="709358" y="5345043"/>
            <a:ext cx="8701342" cy="70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Tussen { en } plaats je variabelen/waarden die je in de tekst wilt opnemen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Python doet de conversie van &lt;type&gt; naar &lt;string&gt;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1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CE5DC-8C4C-6764-5075-C28E7A5C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16F7F32-591C-8347-27C6-D0900CA36C57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Format type </a:t>
            </a:r>
            <a:r>
              <a:rPr lang="nl-NL" sz="2000" b="1" kern="0" dirty="0">
                <a:solidFill>
                  <a:prstClr val="black"/>
                </a:solidFill>
              </a:rPr>
              <a:t>(</a:t>
            </a:r>
            <a:r>
              <a:rPr lang="en-US" sz="2000" b="1" kern="0" dirty="0">
                <a:solidFill>
                  <a:prstClr val="black"/>
                </a:solidFill>
              </a:rPr>
              <a:t>§5.2.6)</a:t>
            </a:r>
            <a:endParaRPr lang="nl-NL" sz="3600" dirty="0"/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9CA7281C-4EC8-2264-FEBE-EEDF717C115C}"/>
              </a:ext>
            </a:extLst>
          </p:cNvPr>
          <p:cNvSpPr txBox="1"/>
          <p:nvPr/>
        </p:nvSpPr>
        <p:spPr bwMode="auto">
          <a:xfrm>
            <a:off x="709358" y="1492258"/>
            <a:ext cx="4986592" cy="536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Ruwe data is niet altijd toonbare data.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7F991509-0148-C844-2CE8-C5FC9424B49A}"/>
              </a:ext>
            </a:extLst>
          </p:cNvPr>
          <p:cNvGrpSpPr/>
          <p:nvPr/>
        </p:nvGrpSpPr>
        <p:grpSpPr>
          <a:xfrm>
            <a:off x="7291714" y="2175264"/>
            <a:ext cx="4443085" cy="584775"/>
            <a:chOff x="6222079" y="5499300"/>
            <a:chExt cx="2933052" cy="1091884"/>
          </a:xfrm>
        </p:grpSpPr>
        <p:sp>
          <p:nvSpPr>
            <p:cNvPr id="5" name="Tekstvak 4">
              <a:extLst>
                <a:ext uri="{FF2B5EF4-FFF2-40B4-BE49-F238E27FC236}">
                  <a16:creationId xmlns:a16="http://schemas.microsoft.com/office/drawing/2014/main" id="{E8C9390B-2454-2C10-F223-2392DFFDEFE7}"/>
                </a:ext>
              </a:extLst>
            </p:cNvPr>
            <p:cNvSpPr txBox="1"/>
            <p:nvPr/>
          </p:nvSpPr>
          <p:spPr>
            <a:xfrm>
              <a:off x="6222079" y="5643187"/>
              <a:ext cx="2933052" cy="947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Uw maandloon: 4166.666666666667</a:t>
              </a:r>
            </a:p>
          </p:txBody>
        </p:sp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4CCA5CED-7BBB-8A39-8063-1FC6B9376F8D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9" name="TextBox 22">
            <a:extLst>
              <a:ext uri="{FF2B5EF4-FFF2-40B4-BE49-F238E27FC236}">
                <a16:creationId xmlns:a16="http://schemas.microsoft.com/office/drawing/2014/main" id="{F5CD4355-FFFE-C69E-53A1-B0A4558CE680}"/>
              </a:ext>
            </a:extLst>
          </p:cNvPr>
          <p:cNvSpPr txBox="1"/>
          <p:nvPr/>
        </p:nvSpPr>
        <p:spPr bwMode="auto">
          <a:xfrm>
            <a:off x="709358" y="4130683"/>
            <a:ext cx="4986592" cy="536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 err="1">
                <a:solidFill>
                  <a:srgbClr val="294171"/>
                </a:solidFill>
              </a:rPr>
              <a:t>Formatted</a:t>
            </a:r>
            <a:r>
              <a:rPr lang="nl-NL" sz="2000" kern="0" dirty="0">
                <a:solidFill>
                  <a:srgbClr val="294171"/>
                </a:solidFill>
              </a:rPr>
              <a:t> string helpt: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1F5156-8430-A161-50C5-66783A8F8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2" y="2175264"/>
            <a:ext cx="4785284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jaarloon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50000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maandloon = jaarloon /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12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boodschap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f'Uw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maandloon 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maandloon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(boodschap)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6F069-BC22-8AF2-1C0C-01A4CB815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2" y="4976396"/>
            <a:ext cx="5234125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boodschap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f'Uw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maandloon: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maandloon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nl-NL" altLang="nl-NL" sz="1600" dirty="0">
                <a:solidFill>
                  <a:srgbClr val="067D1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8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.2f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C8B90A71-659E-55B8-E01C-C02B6FF31418}"/>
              </a:ext>
            </a:extLst>
          </p:cNvPr>
          <p:cNvGrpSpPr/>
          <p:nvPr/>
        </p:nvGrpSpPr>
        <p:grpSpPr>
          <a:xfrm>
            <a:off x="7291713" y="4853285"/>
            <a:ext cx="4443085" cy="584775"/>
            <a:chOff x="6222079" y="5499300"/>
            <a:chExt cx="2933052" cy="1091884"/>
          </a:xfrm>
        </p:grpSpPr>
        <p:sp>
          <p:nvSpPr>
            <p:cNvPr id="10" name="Tekstvak 9">
              <a:extLst>
                <a:ext uri="{FF2B5EF4-FFF2-40B4-BE49-F238E27FC236}">
                  <a16:creationId xmlns:a16="http://schemas.microsoft.com/office/drawing/2014/main" id="{AC4D68EC-8845-B776-D804-87ED6C6E5595}"/>
                </a:ext>
              </a:extLst>
            </p:cNvPr>
            <p:cNvSpPr txBox="1"/>
            <p:nvPr/>
          </p:nvSpPr>
          <p:spPr>
            <a:xfrm>
              <a:off x="6222079" y="5643187"/>
              <a:ext cx="2933052" cy="947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Uw maandloon:      4166.67</a:t>
              </a: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CCE2C0ED-7C48-D94F-29A3-6BB4E9811AE9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529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D616-A763-10D0-E0C7-E735597B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8AFDA6A0-0B54-BD83-1D94-3AAD6B2A6095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 err="1"/>
              <a:t>Formatted</a:t>
            </a:r>
            <a:r>
              <a:rPr lang="nl-NL" sz="3600" b="1" dirty="0"/>
              <a:t> strings </a:t>
            </a:r>
            <a:r>
              <a:rPr lang="nl-NL" sz="2000" b="1" kern="0" dirty="0">
                <a:solidFill>
                  <a:prstClr val="black"/>
                </a:solidFill>
              </a:rPr>
              <a:t>(</a:t>
            </a:r>
            <a:r>
              <a:rPr lang="en-US" sz="2000" b="1" kern="0" dirty="0">
                <a:solidFill>
                  <a:prstClr val="black"/>
                </a:solidFill>
              </a:rPr>
              <a:t>§5.2.6)</a:t>
            </a:r>
            <a:endParaRPr lang="nl-NL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7641A5-4A73-8F00-5BD4-4D91FB92F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7" y="3357146"/>
            <a:ext cx="5234125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boodschap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f'Uw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maandloon: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maandloon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nl-NL" altLang="nl-NL" sz="1600" dirty="0">
                <a:solidFill>
                  <a:srgbClr val="067D17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8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.2f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Bijschrift: lijn 7">
            <a:extLst>
              <a:ext uri="{FF2B5EF4-FFF2-40B4-BE49-F238E27FC236}">
                <a16:creationId xmlns:a16="http://schemas.microsoft.com/office/drawing/2014/main" id="{17C33D8B-C95A-B21E-0F31-B6507640ACD0}"/>
              </a:ext>
            </a:extLst>
          </p:cNvPr>
          <p:cNvSpPr/>
          <p:nvPr/>
        </p:nvSpPr>
        <p:spPr>
          <a:xfrm>
            <a:off x="1781175" y="5121152"/>
            <a:ext cx="2724151" cy="338554"/>
          </a:xfrm>
          <a:prstGeom prst="borderCallout1">
            <a:avLst>
              <a:gd name="adj1" fmla="val -1494"/>
              <a:gd name="adj2" fmla="val 92014"/>
              <a:gd name="adj3" fmla="val -451000"/>
              <a:gd name="adj4" fmla="val 14433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Format-instructies altijd na ‘:’</a:t>
            </a:r>
          </a:p>
        </p:txBody>
      </p:sp>
      <p:sp>
        <p:nvSpPr>
          <p:cNvPr id="12" name="Bijschrift: lijn 11">
            <a:extLst>
              <a:ext uri="{FF2B5EF4-FFF2-40B4-BE49-F238E27FC236}">
                <a16:creationId xmlns:a16="http://schemas.microsoft.com/office/drawing/2014/main" id="{26174B5D-44E3-B1E6-33CB-21D580AB9E20}"/>
              </a:ext>
            </a:extLst>
          </p:cNvPr>
          <p:cNvSpPr/>
          <p:nvPr/>
        </p:nvSpPr>
        <p:spPr>
          <a:xfrm>
            <a:off x="5564154" y="5632581"/>
            <a:ext cx="4774163" cy="830997"/>
          </a:xfrm>
          <a:prstGeom prst="borderCallout1">
            <a:avLst>
              <a:gd name="adj1" fmla="val -1132"/>
              <a:gd name="adj2" fmla="val 7904"/>
              <a:gd name="adj3" fmla="val -240180"/>
              <a:gd name="adj4" fmla="val 646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De precisie (breedte, aantal karakters) die gebruikt worden voor het maandloon! </a:t>
            </a:r>
            <a:br>
              <a:rPr lang="nl-NL" sz="1600" b="1" kern="0" dirty="0">
                <a:solidFill>
                  <a:srgbClr val="294171"/>
                </a:solidFill>
              </a:rPr>
            </a:br>
            <a:r>
              <a:rPr lang="nl-NL" sz="1600" b="1" kern="0" dirty="0">
                <a:solidFill>
                  <a:srgbClr val="294171"/>
                </a:solidFill>
              </a:rPr>
              <a:t>Uitlijnen met &lt;8 (links), ^8 (centreren) en &gt;8 (rechts).</a:t>
            </a:r>
          </a:p>
        </p:txBody>
      </p:sp>
      <p:sp>
        <p:nvSpPr>
          <p:cNvPr id="13" name="Bijschrift: lijn 12">
            <a:extLst>
              <a:ext uri="{FF2B5EF4-FFF2-40B4-BE49-F238E27FC236}">
                <a16:creationId xmlns:a16="http://schemas.microsoft.com/office/drawing/2014/main" id="{44DC5F48-EB17-1363-58EE-C8B84E5F177F}"/>
              </a:ext>
            </a:extLst>
          </p:cNvPr>
          <p:cNvSpPr/>
          <p:nvPr/>
        </p:nvSpPr>
        <p:spPr>
          <a:xfrm>
            <a:off x="5320562" y="1216536"/>
            <a:ext cx="4986592" cy="584775"/>
          </a:xfrm>
          <a:prstGeom prst="borderCallout1">
            <a:avLst>
              <a:gd name="adj1" fmla="val 99922"/>
              <a:gd name="adj2" fmla="val 9576"/>
              <a:gd name="adj3" fmla="val 382871"/>
              <a:gd name="adj4" fmla="val 1353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Een punt (‘.’), gevolgd door een getal geeft het aantal cijfers achter de komma aan! Alleen voor type ‘f’ (</a:t>
            </a:r>
            <a:r>
              <a:rPr lang="nl-NL" sz="1600" b="1" kern="0" dirty="0" err="1">
                <a:solidFill>
                  <a:srgbClr val="294171"/>
                </a:solidFill>
              </a:rPr>
              <a:t>float</a:t>
            </a:r>
            <a:r>
              <a:rPr lang="nl-NL" sz="1600" b="1" kern="0" dirty="0">
                <a:solidFill>
                  <a:srgbClr val="294171"/>
                </a:solidFill>
              </a:rPr>
              <a:t>)!</a:t>
            </a:r>
          </a:p>
        </p:txBody>
      </p:sp>
      <p:graphicFrame>
        <p:nvGraphicFramePr>
          <p:cNvPr id="15" name="Tabel 14">
            <a:extLst>
              <a:ext uri="{FF2B5EF4-FFF2-40B4-BE49-F238E27FC236}">
                <a16:creationId xmlns:a16="http://schemas.microsoft.com/office/drawing/2014/main" id="{4B2EF490-1FB3-1FD1-C5A2-3C10DE368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58966"/>
              </p:ext>
            </p:extLst>
          </p:nvPr>
        </p:nvGraphicFramePr>
        <p:xfrm>
          <a:off x="7625312" y="3225719"/>
          <a:ext cx="3871362" cy="1643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41">
                  <a:extLst>
                    <a:ext uri="{9D8B030D-6E8A-4147-A177-3AD203B41FA5}">
                      <a16:colId xmlns:a16="http://schemas.microsoft.com/office/drawing/2014/main" val="2121448701"/>
                    </a:ext>
                  </a:extLst>
                </a:gridCol>
                <a:gridCol w="2316221">
                  <a:extLst>
                    <a:ext uri="{9D8B030D-6E8A-4147-A177-3AD203B41FA5}">
                      <a16:colId xmlns:a16="http://schemas.microsoft.com/office/drawing/2014/main" val="3432190126"/>
                    </a:ext>
                  </a:extLst>
                </a:gridCol>
              </a:tblGrid>
              <a:tr h="273885">
                <a:tc>
                  <a:txBody>
                    <a:bodyPr/>
                    <a:lstStyle/>
                    <a:p>
                      <a:r>
                        <a:rPr lang="nl-NL" sz="1600" dirty="0"/>
                        <a:t>Output type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Weergave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1584362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/>
                        <a:t>b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Binair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212196131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/>
                        <a:t>c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nl-NL" sz="1600" dirty="0" err="1"/>
                        <a:t>Character</a:t>
                      </a:r>
                      <a:endParaRPr lang="nl-NL" sz="1600" dirty="0"/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57076863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/>
                        <a:t>d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Decimaal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4666368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/>
                        <a:t>x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Hexadecimaal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3118988129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/>
                        <a:t>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Wetenschappelijk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97682567"/>
                  </a:ext>
                </a:extLst>
              </a:tr>
            </a:tbl>
          </a:graphicData>
        </a:graphic>
      </p:graphicFrame>
      <p:sp>
        <p:nvSpPr>
          <p:cNvPr id="14" name="Bijschrift: lijn 13">
            <a:extLst>
              <a:ext uri="{FF2B5EF4-FFF2-40B4-BE49-F238E27FC236}">
                <a16:creationId xmlns:a16="http://schemas.microsoft.com/office/drawing/2014/main" id="{2EBAA4B4-70C5-801F-468B-7C1992BB1243}"/>
              </a:ext>
            </a:extLst>
          </p:cNvPr>
          <p:cNvSpPr/>
          <p:nvPr/>
        </p:nvSpPr>
        <p:spPr>
          <a:xfrm>
            <a:off x="7625311" y="2760227"/>
            <a:ext cx="3871363" cy="2108802"/>
          </a:xfrm>
          <a:prstGeom prst="borderCallout1">
            <a:avLst>
              <a:gd name="adj1" fmla="val 8951"/>
              <a:gd name="adj2" fmla="val -143"/>
              <a:gd name="adj3" fmla="val 34230"/>
              <a:gd name="adj4" fmla="val -358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De laatste letter bepaalt de weergave. </a:t>
            </a:r>
            <a:r>
              <a:rPr lang="nl-NL" sz="1600" b="1" kern="0" dirty="0" err="1">
                <a:solidFill>
                  <a:srgbClr val="294171"/>
                </a:solidFill>
              </a:rPr>
              <a:t>O.a</a:t>
            </a:r>
            <a:r>
              <a:rPr lang="nl-NL" sz="1600" b="1" kern="0" dirty="0">
                <a:solidFill>
                  <a:srgbClr val="294171"/>
                </a:solidFill>
              </a:rPr>
              <a:t>:</a:t>
            </a:r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33B47E08-62FF-7FAA-8139-44D5BF033418}"/>
              </a:ext>
            </a:extLst>
          </p:cNvPr>
          <p:cNvSpPr txBox="1"/>
          <p:nvPr/>
        </p:nvSpPr>
        <p:spPr bwMode="auto">
          <a:xfrm>
            <a:off x="709358" y="1492258"/>
            <a:ext cx="4986592" cy="898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Alle format-instructies zijn optioneel! 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Enkele opties:</a:t>
            </a:r>
          </a:p>
        </p:txBody>
      </p:sp>
    </p:spTree>
    <p:extLst>
      <p:ext uri="{BB962C8B-B14F-4D97-AF65-F5344CB8AC3E}">
        <p14:creationId xmlns:p14="http://schemas.microsoft.com/office/powerpoint/2010/main" val="38407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6123-47AA-5D66-A381-B85064B7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CC177EE-519C-4762-479E-8C62A5BB93D4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Format voorbeelden </a:t>
            </a:r>
            <a:r>
              <a:rPr lang="nl-NL" sz="2000" b="1" kern="0" dirty="0">
                <a:solidFill>
                  <a:prstClr val="black"/>
                </a:solidFill>
              </a:rPr>
              <a:t>(</a:t>
            </a:r>
            <a:r>
              <a:rPr lang="en-US" sz="2000" b="1" kern="0" dirty="0">
                <a:solidFill>
                  <a:prstClr val="black"/>
                </a:solidFill>
              </a:rPr>
              <a:t>§5.2.6)</a:t>
            </a:r>
            <a:endParaRPr lang="nl-NL" sz="3600" dirty="0"/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C6D0ACB9-C94E-3356-227C-C57E15DAA8D0}"/>
              </a:ext>
            </a:extLst>
          </p:cNvPr>
          <p:cNvSpPr txBox="1"/>
          <p:nvPr/>
        </p:nvSpPr>
        <p:spPr bwMode="auto">
          <a:xfrm>
            <a:off x="709358" y="1949458"/>
            <a:ext cx="4986592" cy="498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Een paar voorbeelden: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EDAED4-5DC5-08DD-01FF-98DA884D1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715" y="2447925"/>
            <a:ext cx="3438762" cy="20621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geheel_getal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8364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komma_getal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210.2421414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geheel_getal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20d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geheel_getal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.3f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geheel_getal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&lt;20x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geheel_getal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^20c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geheel_getal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&gt;20b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4" name="Groep 3">
            <a:extLst>
              <a:ext uri="{FF2B5EF4-FFF2-40B4-BE49-F238E27FC236}">
                <a16:creationId xmlns:a16="http://schemas.microsoft.com/office/drawing/2014/main" id="{51E5A32B-12AE-25F9-2F4E-5D36DFEB9BDC}"/>
              </a:ext>
            </a:extLst>
          </p:cNvPr>
          <p:cNvGrpSpPr/>
          <p:nvPr/>
        </p:nvGrpSpPr>
        <p:grpSpPr>
          <a:xfrm>
            <a:off x="7120265" y="2447925"/>
            <a:ext cx="3814436" cy="1680165"/>
            <a:chOff x="6222079" y="5499300"/>
            <a:chExt cx="2933052" cy="3137179"/>
          </a:xfrm>
        </p:grpSpPr>
        <p:sp>
          <p:nvSpPr>
            <p:cNvPr id="5" name="Tekstvak 4">
              <a:extLst>
                <a:ext uri="{FF2B5EF4-FFF2-40B4-BE49-F238E27FC236}">
                  <a16:creationId xmlns:a16="http://schemas.microsoft.com/office/drawing/2014/main" id="{89150796-6DEA-D233-2D87-22DAAD017EFF}"/>
                </a:ext>
              </a:extLst>
            </p:cNvPr>
            <p:cNvSpPr txBox="1"/>
            <p:nvPr/>
          </p:nvSpPr>
          <p:spPr>
            <a:xfrm>
              <a:off x="6222079" y="5643187"/>
              <a:ext cx="2933052" cy="29932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>
                  <a:latin typeface="Consolas" panose="020B0609020204030204" pitchFamily="49" charset="0"/>
                  <a:cs typeface="Courier New" panose="02070309020205020404" pitchFamily="49" charset="0"/>
                </a:rPr>
                <a:t>                8364</a:t>
              </a:r>
            </a:p>
            <a:p>
              <a:r>
                <a:rPr lang="nl-NL" dirty="0">
                  <a:latin typeface="Consolas" panose="020B0609020204030204" pitchFamily="49" charset="0"/>
                  <a:cs typeface="Courier New" panose="02070309020205020404" pitchFamily="49" charset="0"/>
                </a:rPr>
                <a:t>8364.000</a:t>
              </a:r>
            </a:p>
            <a:p>
              <a:r>
                <a:rPr lang="nl-NL" dirty="0">
                  <a:latin typeface="Consolas" panose="020B0609020204030204" pitchFamily="49" charset="0"/>
                  <a:cs typeface="Courier New" panose="02070309020205020404" pitchFamily="49" charset="0"/>
                </a:rPr>
                <a:t>20ac                </a:t>
              </a:r>
            </a:p>
            <a:p>
              <a:r>
                <a:rPr lang="nl-NL" dirty="0">
                  <a:latin typeface="Consolas" panose="020B0609020204030204" pitchFamily="49" charset="0"/>
                  <a:cs typeface="Courier New" panose="02070309020205020404" pitchFamily="49" charset="0"/>
                </a:rPr>
                <a:t>         €          </a:t>
              </a:r>
            </a:p>
            <a:p>
              <a:r>
                <a:rPr lang="nl-NL" dirty="0">
                  <a:latin typeface="Consolas" panose="020B0609020204030204" pitchFamily="49" charset="0"/>
                  <a:cs typeface="Courier New" panose="02070309020205020404" pitchFamily="49" charset="0"/>
                </a:rPr>
                <a:t>      10000010101100</a:t>
              </a:r>
            </a:p>
          </p:txBody>
        </p:sp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108405E0-07C6-7A4C-F111-EBB8DF391BCC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21" name="TextBox 22">
            <a:extLst>
              <a:ext uri="{FF2B5EF4-FFF2-40B4-BE49-F238E27FC236}">
                <a16:creationId xmlns:a16="http://schemas.microsoft.com/office/drawing/2014/main" id="{125FF8EB-3458-9904-C00A-5586E9840FE1}"/>
              </a:ext>
            </a:extLst>
          </p:cNvPr>
          <p:cNvSpPr txBox="1"/>
          <p:nvPr/>
        </p:nvSpPr>
        <p:spPr bwMode="auto">
          <a:xfrm>
            <a:off x="709358" y="4893300"/>
            <a:ext cx="4986592" cy="498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Je mag ook meerdere </a:t>
            </a:r>
            <a:r>
              <a:rPr lang="nl-NL" kern="0" dirty="0" err="1">
                <a:solidFill>
                  <a:srgbClr val="294171"/>
                </a:solidFill>
              </a:rPr>
              <a:t>placeholders</a:t>
            </a:r>
            <a:r>
              <a:rPr lang="nl-NL" kern="0" dirty="0">
                <a:solidFill>
                  <a:srgbClr val="294171"/>
                </a:solidFill>
              </a:rPr>
              <a:t> gebruiken: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BDDFC98B-CE39-C07A-6C0C-D53211941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715" y="5482651"/>
            <a:ext cx="6019597" cy="584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uur, minuut, seconde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31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f"Het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is nu precies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uur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minuut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seconde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74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A343-3D19-0434-284B-1F4C2CC7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2">
            <a:extLst>
              <a:ext uri="{FF2B5EF4-FFF2-40B4-BE49-F238E27FC236}">
                <a16:creationId xmlns:a16="http://schemas.microsoft.com/office/drawing/2014/main" id="{8C1C225D-6739-72D2-CBC0-B1AF39597CF6}"/>
              </a:ext>
            </a:extLst>
          </p:cNvPr>
          <p:cNvSpPr txBox="1"/>
          <p:nvPr/>
        </p:nvSpPr>
        <p:spPr bwMode="auto">
          <a:xfrm>
            <a:off x="709358" y="1949458"/>
            <a:ext cx="4986592" cy="498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Niet alle opties kan je combineren: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F1F664A-75F1-7122-6F5F-78C866048E7B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Format fouten </a:t>
            </a:r>
            <a:r>
              <a:rPr lang="nl-NL" sz="2000" b="1" kern="0" dirty="0">
                <a:solidFill>
                  <a:prstClr val="black"/>
                </a:solidFill>
              </a:rPr>
              <a:t>(</a:t>
            </a:r>
            <a:r>
              <a:rPr lang="en-US" sz="2000" b="1" kern="0" dirty="0">
                <a:solidFill>
                  <a:prstClr val="black"/>
                </a:solidFill>
              </a:rPr>
              <a:t>§5.2.6)</a:t>
            </a:r>
            <a:endParaRPr lang="nl-NL" sz="360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A907F5C3-6B1B-A3AC-70E2-EA2FAD50A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243" y="3051393"/>
            <a:ext cx="10059164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geheel_getal</a:t>
            </a:r>
            <a:r>
              <a:rPr kumimoji="0" lang="nl-NL" altLang="nl-NL" sz="1600" b="0" i="0" u="none" strike="sngStrike" cap="none" normalizeH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sngStrike" cap="none" normalizeH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.2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            </a:t>
            </a: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NL" altLang="nl-NL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geheel_getal</a:t>
            </a: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wordt standaard behandeld </a:t>
            </a:r>
            <a:b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                                # als int (en dus geen cijfers achter de komma)</a:t>
            </a:r>
            <a:b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                                </a:t>
            </a:r>
            <a:b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komma_getal</a:t>
            </a:r>
            <a:r>
              <a:rPr kumimoji="0" lang="nl-NL" altLang="nl-NL" sz="1600" b="0" i="0" u="none" strike="sngStrike" cap="none" normalizeH="0" dirty="0" err="1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sngStrike" cap="none" normalizeH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              </a:t>
            </a: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NL" altLang="nl-NL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komma_getal</a:t>
            </a: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kan niet weergegeven </a:t>
            </a:r>
            <a:b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                                # worden als int (afronden op 0 kan wel)</a:t>
            </a:r>
            <a:b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                                </a:t>
            </a:r>
            <a:b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komma_getal</a:t>
            </a:r>
            <a:r>
              <a:rPr kumimoji="0" lang="nl-NL" altLang="nl-NL" sz="1600" b="0" i="0" u="none" strike="sngStrike" cap="none" normalizeH="0" dirty="0" err="1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sngStrike" cap="none" normalizeH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              </a:t>
            </a: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NL" altLang="nl-NL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komma_getal</a:t>
            </a:r>
            <a:r>
              <a:rPr kumimoji="0" lang="nl-NL" altLang="nl-NL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kan niet binair weergegeven worden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72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B56C-8BBE-7823-3FC5-3E283733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4A291F3-80F8-952A-3FE1-3097581D11D6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E8F2711F-D901-BEBB-F56B-9968F526B425}"/>
              </a:ext>
            </a:extLst>
          </p:cNvPr>
          <p:cNvSpPr txBox="1"/>
          <p:nvPr/>
        </p:nvSpPr>
        <p:spPr bwMode="auto">
          <a:xfrm>
            <a:off x="709358" y="1470029"/>
            <a:ext cx="10492038" cy="3092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Schrijf een </a:t>
            </a:r>
            <a:r>
              <a:rPr lang="nl-NL" sz="2000" dirty="0" err="1"/>
              <a:t>for</a:t>
            </a:r>
            <a:r>
              <a:rPr lang="nl-NL" sz="2000" dirty="0"/>
              <a:t>-loop die de (range) getallen van 1 tot 100 print.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Pas je </a:t>
            </a:r>
            <a:r>
              <a:rPr lang="nl-NL" sz="2000" dirty="0" err="1"/>
              <a:t>print-opdracht</a:t>
            </a:r>
            <a:r>
              <a:rPr lang="nl-NL" sz="2000" dirty="0"/>
              <a:t> aan, en print per getal ook de binaire notatie.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Zorg dat de decimale notatie altijd even breed is, en rechts uitgelijnd.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Doe dit ook voor de binaire getallen (maak dus twee ‘kolommen’).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Print er een derde kolom naast, met de ‘</a:t>
            </a:r>
            <a:r>
              <a:rPr lang="nl-NL" sz="2000" dirty="0" err="1"/>
              <a:t>characters</a:t>
            </a:r>
            <a:r>
              <a:rPr lang="nl-NL" sz="2000" dirty="0"/>
              <a:t>’ die bij deze getallen horen!</a:t>
            </a:r>
          </a:p>
        </p:txBody>
      </p:sp>
    </p:spTree>
    <p:extLst>
      <p:ext uri="{BB962C8B-B14F-4D97-AF65-F5344CB8AC3E}">
        <p14:creationId xmlns:p14="http://schemas.microsoft.com/office/powerpoint/2010/main" val="2935341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7F63A2BA-517C-D2BD-C7D2-659E2554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191" y="4662721"/>
            <a:ext cx="3438762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taal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"Python"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(taal[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(taal[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:-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(taal[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45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(taal[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:])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(taal[:-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2A7AAC5-772E-41CE-B954-D2E04DFF1D44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Even</a:t>
            </a:r>
            <a:r>
              <a:rPr kumimoji="0" lang="en-US" sz="36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terug</a:t>
            </a:r>
            <a:r>
              <a:rPr kumimoji="0" lang="en-US" sz="36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naar</a:t>
            </a:r>
            <a:r>
              <a:rPr kumimoji="0" lang="en-US" sz="36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3600" b="1" kern="0" dirty="0">
                <a:solidFill>
                  <a:prstClr val="black"/>
                </a:solidFill>
              </a:rPr>
              <a:t>strings: substrings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(§10.4.1)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4A72E3F8-66D5-B840-C54E-80895AE1A8B7}"/>
              </a:ext>
            </a:extLst>
          </p:cNvPr>
          <p:cNvSpPr txBox="1"/>
          <p:nvPr/>
        </p:nvSpPr>
        <p:spPr bwMode="auto">
          <a:xfrm>
            <a:off x="709356" y="1475611"/>
            <a:ext cx="9735946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In les 1 gezien: e</a:t>
            </a:r>
            <a:r>
              <a:rPr lang="nl-NL" sz="2000" kern="0" dirty="0">
                <a:solidFill>
                  <a:srgbClr val="294171"/>
                </a:solidFill>
              </a:rPr>
              <a:t>lk karakter heeft z’n eigen positie/index, zowel positief als negatief: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FE731E11-6C5F-DB18-7F19-2C8DC459B599}"/>
              </a:ext>
            </a:extLst>
          </p:cNvPr>
          <p:cNvSpPr txBox="1"/>
          <p:nvPr/>
        </p:nvSpPr>
        <p:spPr>
          <a:xfrm>
            <a:off x="2984998" y="2612390"/>
            <a:ext cx="600917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0" spc="2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taal = "Python"</a:t>
            </a:r>
          </a:p>
          <a:p>
            <a:endParaRPr lang="en-US" sz="2000" kern="0" dirty="0">
              <a:solidFill>
                <a:prstClr val="black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F21922AB-C74B-6AC8-D7E8-2FACD712A41C}"/>
              </a:ext>
            </a:extLst>
          </p:cNvPr>
          <p:cNvSpPr txBox="1"/>
          <p:nvPr/>
        </p:nvSpPr>
        <p:spPr>
          <a:xfrm>
            <a:off x="5033359" y="2271980"/>
            <a:ext cx="21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0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21A676F-090B-2B2E-A249-42FC05834716}"/>
              </a:ext>
            </a:extLst>
          </p:cNvPr>
          <p:cNvSpPr txBox="1"/>
          <p:nvPr/>
        </p:nvSpPr>
        <p:spPr>
          <a:xfrm>
            <a:off x="5277199" y="2271980"/>
            <a:ext cx="21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2760970-2469-17BA-6FAA-E8736F15A83F}"/>
              </a:ext>
            </a:extLst>
          </p:cNvPr>
          <p:cNvSpPr txBox="1"/>
          <p:nvPr/>
        </p:nvSpPr>
        <p:spPr>
          <a:xfrm>
            <a:off x="5521039" y="2271980"/>
            <a:ext cx="21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F566CF28-612D-BCAD-A4F1-B95BABDA710F}"/>
              </a:ext>
            </a:extLst>
          </p:cNvPr>
          <p:cNvSpPr txBox="1"/>
          <p:nvPr/>
        </p:nvSpPr>
        <p:spPr>
          <a:xfrm>
            <a:off x="5775039" y="2271980"/>
            <a:ext cx="21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3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C8075D32-1F36-5165-6F9E-BDCCA745B547}"/>
              </a:ext>
            </a:extLst>
          </p:cNvPr>
          <p:cNvSpPr txBox="1"/>
          <p:nvPr/>
        </p:nvSpPr>
        <p:spPr>
          <a:xfrm>
            <a:off x="6018879" y="2271980"/>
            <a:ext cx="21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4</a:t>
            </a: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43263A18-1869-A860-FFCA-E824A7C647F1}"/>
              </a:ext>
            </a:extLst>
          </p:cNvPr>
          <p:cNvSpPr txBox="1"/>
          <p:nvPr/>
        </p:nvSpPr>
        <p:spPr>
          <a:xfrm>
            <a:off x="6283099" y="2271980"/>
            <a:ext cx="21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5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8E747318-A30E-D85A-CDCC-D831A74C5130}"/>
              </a:ext>
            </a:extLst>
          </p:cNvPr>
          <p:cNvSpPr txBox="1"/>
          <p:nvPr/>
        </p:nvSpPr>
        <p:spPr>
          <a:xfrm>
            <a:off x="6232239" y="3209483"/>
            <a:ext cx="37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-1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02B010C4-91E7-84EA-76F9-D8DDE16C9EFF}"/>
              </a:ext>
            </a:extLst>
          </p:cNvPr>
          <p:cNvSpPr txBox="1"/>
          <p:nvPr/>
        </p:nvSpPr>
        <p:spPr>
          <a:xfrm>
            <a:off x="5988399" y="3209483"/>
            <a:ext cx="37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-2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BEE5AA3D-3282-4873-36EA-B9E0BE15F2D9}"/>
              </a:ext>
            </a:extLst>
          </p:cNvPr>
          <p:cNvSpPr txBox="1"/>
          <p:nvPr/>
        </p:nvSpPr>
        <p:spPr>
          <a:xfrm>
            <a:off x="5712727" y="3209483"/>
            <a:ext cx="37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-3</a:t>
            </a:r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59F14021-F094-5F1F-0110-8E9B5A78835F}"/>
              </a:ext>
            </a:extLst>
          </p:cNvPr>
          <p:cNvSpPr txBox="1"/>
          <p:nvPr/>
        </p:nvSpPr>
        <p:spPr>
          <a:xfrm>
            <a:off x="5480399" y="3209483"/>
            <a:ext cx="37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-4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D6BD6E9F-11DC-3580-7A99-5912946E407E}"/>
              </a:ext>
            </a:extLst>
          </p:cNvPr>
          <p:cNvSpPr txBox="1"/>
          <p:nvPr/>
        </p:nvSpPr>
        <p:spPr>
          <a:xfrm>
            <a:off x="5204727" y="3209483"/>
            <a:ext cx="37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-5</a:t>
            </a:r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678EB853-F3C3-4557-D463-4A8AF80256E4}"/>
              </a:ext>
            </a:extLst>
          </p:cNvPr>
          <p:cNvSpPr txBox="1"/>
          <p:nvPr/>
        </p:nvSpPr>
        <p:spPr>
          <a:xfrm>
            <a:off x="4950727" y="3209483"/>
            <a:ext cx="37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-6</a:t>
            </a: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336CC01A-9715-DF30-4688-36499FD2BF79}"/>
              </a:ext>
            </a:extLst>
          </p:cNvPr>
          <p:cNvSpPr txBox="1"/>
          <p:nvPr/>
        </p:nvSpPr>
        <p:spPr bwMode="auto">
          <a:xfrm>
            <a:off x="709356" y="3920713"/>
            <a:ext cx="99586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000" kern="0" dirty="0">
                <a:solidFill>
                  <a:srgbClr val="294171"/>
                </a:solidFill>
              </a:rPr>
              <a:t>Met die index vraag je een specifieke letter (bijv. </a:t>
            </a:r>
            <a:r>
              <a:rPr lang="nl-NL" kern="0" dirty="0">
                <a:solidFill>
                  <a:srgbClr val="294171"/>
                </a:solidFill>
                <a:latin typeface="Consolas" panose="020B0609020204030204" pitchFamily="49" charset="0"/>
              </a:rPr>
              <a:t>taal[1]</a:t>
            </a:r>
            <a:r>
              <a:rPr lang="nl-NL" sz="2000" kern="0" dirty="0">
                <a:solidFill>
                  <a:srgbClr val="294171"/>
                </a:solidFill>
              </a:rPr>
              <a:t> ) op, maar ook </a:t>
            </a:r>
            <a:r>
              <a:rPr lang="nl-NL" sz="2000" kern="0" dirty="0" err="1">
                <a:solidFill>
                  <a:srgbClr val="294171"/>
                </a:solidFill>
              </a:rPr>
              <a:t>substrings</a:t>
            </a:r>
            <a:r>
              <a:rPr lang="nl-NL" sz="2000" kern="0" dirty="0">
                <a:solidFill>
                  <a:srgbClr val="294171"/>
                </a:solidFill>
              </a:rPr>
              <a:t>:</a:t>
            </a:r>
          </a:p>
        </p:txBody>
      </p:sp>
      <p:grpSp>
        <p:nvGrpSpPr>
          <p:cNvPr id="39" name="Groep 38">
            <a:extLst>
              <a:ext uri="{FF2B5EF4-FFF2-40B4-BE49-F238E27FC236}">
                <a16:creationId xmlns:a16="http://schemas.microsoft.com/office/drawing/2014/main" id="{E30C63BB-18E0-B547-8A95-6A9F0EBB012E}"/>
              </a:ext>
            </a:extLst>
          </p:cNvPr>
          <p:cNvGrpSpPr/>
          <p:nvPr/>
        </p:nvGrpSpPr>
        <p:grpSpPr>
          <a:xfrm>
            <a:off x="8994169" y="4665975"/>
            <a:ext cx="1941341" cy="1812628"/>
            <a:chOff x="6222079" y="5499300"/>
            <a:chExt cx="1193142" cy="2225555"/>
          </a:xfrm>
          <a:solidFill>
            <a:srgbClr val="FFFFFF"/>
          </a:solidFill>
        </p:grpSpPr>
        <p:sp>
          <p:nvSpPr>
            <p:cNvPr id="40" name="Tekstvak 39">
              <a:extLst>
                <a:ext uri="{FF2B5EF4-FFF2-40B4-BE49-F238E27FC236}">
                  <a16:creationId xmlns:a16="http://schemas.microsoft.com/office/drawing/2014/main" id="{1386A57D-DFD8-37BF-F73B-077695F689A2}"/>
                </a:ext>
              </a:extLst>
            </p:cNvPr>
            <p:cNvSpPr txBox="1"/>
            <p:nvPr/>
          </p:nvSpPr>
          <p:spPr>
            <a:xfrm>
              <a:off x="6222079" y="5643187"/>
              <a:ext cx="1193142" cy="2081668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fi-FI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urier New" panose="02070309020205020404" pitchFamily="49" charset="0"/>
                </a:rPr>
                <a:t>Pyt</a:t>
              </a:r>
            </a:p>
            <a:p>
              <a:r>
                <a:rPr lang="fi-FI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urier New" panose="02070309020205020404" pitchFamily="49" charset="0"/>
                </a:rPr>
                <a:t>ho</a:t>
              </a:r>
            </a:p>
            <a:p>
              <a:r>
                <a:rPr lang="fi-FI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urier New" panose="02070309020205020404" pitchFamily="49" charset="0"/>
                </a:rPr>
                <a:t>on</a:t>
              </a:r>
            </a:p>
            <a:p>
              <a:endParaRPr lang="fi-FI" sz="1600" kern="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r>
                <a:rPr lang="fi-FI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urier New" panose="02070309020205020404" pitchFamily="49" charset="0"/>
                </a:rPr>
                <a:t>hon</a:t>
              </a:r>
            </a:p>
            <a:p>
              <a:r>
                <a:rPr lang="fi-FI" sz="1600" kern="0" dirty="0">
                  <a:solidFill>
                    <a:prstClr val="black"/>
                  </a:solidFill>
                  <a:latin typeface="Consolas" panose="020B0609020204030204" pitchFamily="49" charset="0"/>
                  <a:cs typeface="Courier New" panose="02070309020205020404" pitchFamily="49" charset="0"/>
                </a:rPr>
                <a:t>Pyth</a:t>
              </a:r>
              <a:endParaRPr lang="nl-NL" sz="1600" kern="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A8CB9138-DCBF-CB76-906C-AA53776E14CB}"/>
                </a:ext>
              </a:extLst>
            </p:cNvPr>
            <p:cNvSpPr txBox="1"/>
            <p:nvPr/>
          </p:nvSpPr>
          <p:spPr>
            <a:xfrm>
              <a:off x="6401396" y="5499300"/>
              <a:ext cx="584791" cy="264523"/>
            </a:xfrm>
            <a:prstGeom prst="rect">
              <a:avLst/>
            </a:prstGeom>
            <a:grpFill/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13" name="Bijschrift: lijn 12">
            <a:extLst>
              <a:ext uri="{FF2B5EF4-FFF2-40B4-BE49-F238E27FC236}">
                <a16:creationId xmlns:a16="http://schemas.microsoft.com/office/drawing/2014/main" id="{36CBAC6F-482C-5784-E735-8B77FF757F90}"/>
              </a:ext>
            </a:extLst>
          </p:cNvPr>
          <p:cNvSpPr/>
          <p:nvPr/>
        </p:nvSpPr>
        <p:spPr>
          <a:xfrm>
            <a:off x="933450" y="5893828"/>
            <a:ext cx="2914650" cy="584775"/>
          </a:xfrm>
          <a:prstGeom prst="borderCallout1">
            <a:avLst>
              <a:gd name="adj1" fmla="val 29882"/>
              <a:gd name="adj2" fmla="val 100194"/>
              <a:gd name="adj3" fmla="val 52218"/>
              <a:gd name="adj4" fmla="val 1196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Zonder 1</a:t>
            </a:r>
            <a:r>
              <a:rPr lang="nl-NL" sz="1600" b="1" kern="0" baseline="30000" dirty="0">
                <a:solidFill>
                  <a:srgbClr val="294171"/>
                </a:solidFill>
              </a:rPr>
              <a:t>e</a:t>
            </a:r>
            <a:r>
              <a:rPr lang="nl-NL" sz="1600" b="1" kern="0" dirty="0">
                <a:solidFill>
                  <a:srgbClr val="294171"/>
                </a:solidFill>
              </a:rPr>
              <a:t> index == vanaf begin</a:t>
            </a:r>
            <a:br>
              <a:rPr lang="nl-NL" sz="1600" b="1" kern="0" dirty="0">
                <a:solidFill>
                  <a:srgbClr val="294171"/>
                </a:solidFill>
              </a:rPr>
            </a:br>
            <a:r>
              <a:rPr lang="nl-NL" sz="1600" b="1" kern="0" dirty="0">
                <a:solidFill>
                  <a:srgbClr val="294171"/>
                </a:solidFill>
              </a:rPr>
              <a:t>Zonder 2</a:t>
            </a:r>
            <a:r>
              <a:rPr lang="nl-NL" sz="1600" b="1" kern="0" baseline="30000" dirty="0">
                <a:solidFill>
                  <a:srgbClr val="294171"/>
                </a:solidFill>
              </a:rPr>
              <a:t>e</a:t>
            </a:r>
            <a:r>
              <a:rPr lang="nl-NL" sz="1600" b="1" kern="0" dirty="0">
                <a:solidFill>
                  <a:srgbClr val="294171"/>
                </a:solidFill>
              </a:rPr>
              <a:t> index == t/m einde</a:t>
            </a:r>
          </a:p>
        </p:txBody>
      </p:sp>
      <p:sp>
        <p:nvSpPr>
          <p:cNvPr id="16" name="Bijschrift: lijn 15">
            <a:extLst>
              <a:ext uri="{FF2B5EF4-FFF2-40B4-BE49-F238E27FC236}">
                <a16:creationId xmlns:a16="http://schemas.microsoft.com/office/drawing/2014/main" id="{E20657E1-8126-ABC0-F9C9-5F15FE509540}"/>
              </a:ext>
            </a:extLst>
          </p:cNvPr>
          <p:cNvSpPr/>
          <p:nvPr/>
        </p:nvSpPr>
        <p:spPr>
          <a:xfrm>
            <a:off x="933449" y="5016875"/>
            <a:ext cx="2914651" cy="338554"/>
          </a:xfrm>
          <a:prstGeom prst="borderCallout1">
            <a:avLst>
              <a:gd name="adj1" fmla="val 29882"/>
              <a:gd name="adj2" fmla="val 100194"/>
              <a:gd name="adj3" fmla="val 27045"/>
              <a:gd name="adj4" fmla="val 11869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Inclusief 1e, exclusief 2e index!</a:t>
            </a:r>
          </a:p>
        </p:txBody>
      </p:sp>
    </p:spTree>
    <p:extLst>
      <p:ext uri="{BB962C8B-B14F-4D97-AF65-F5344CB8AC3E}">
        <p14:creationId xmlns:p14="http://schemas.microsoft.com/office/powerpoint/2010/main" val="378876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2" grpId="0"/>
      <p:bldP spid="13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883A-A85A-4BD9-FDE3-975DA140B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FB572F-EBF6-C411-9472-E47C9A49590A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String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methode</a:t>
            </a:r>
            <a:r>
              <a:rPr lang="en-US" sz="3600" b="1" kern="0" dirty="0">
                <a:solidFill>
                  <a:prstClr val="black"/>
                </a:solidFill>
              </a:rPr>
              <a:t>s </a:t>
            </a:r>
            <a:r>
              <a:rPr lang="en-US" sz="2000" b="1" kern="0" dirty="0">
                <a:solidFill>
                  <a:prstClr val="black"/>
                </a:solidFill>
              </a:rPr>
              <a:t>(§10.6)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D3B71A1D-C852-FEDC-E29F-F70A262D6965}"/>
              </a:ext>
            </a:extLst>
          </p:cNvPr>
          <p:cNvSpPr txBox="1"/>
          <p:nvPr/>
        </p:nvSpPr>
        <p:spPr bwMode="auto">
          <a:xfrm>
            <a:off x="709356" y="1475611"/>
            <a:ext cx="9735946" cy="532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Strings hebben diverse methoden om de inhoud te bewerken.</a:t>
            </a:r>
            <a:endParaRPr lang="nl-NL" sz="2000" kern="0" dirty="0">
              <a:solidFill>
                <a:srgbClr val="294171"/>
              </a:solidFill>
            </a:endParaRPr>
          </a:p>
          <a:p>
            <a:pPr marR="0" lvl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graphicFrame>
        <p:nvGraphicFramePr>
          <p:cNvPr id="2" name="Tabel 1">
            <a:extLst>
              <a:ext uri="{FF2B5EF4-FFF2-40B4-BE49-F238E27FC236}">
                <a16:creationId xmlns:a16="http://schemas.microsoft.com/office/drawing/2014/main" id="{2353BAB1-74F4-9F0F-7067-133BDE017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936712"/>
              </p:ext>
            </p:extLst>
          </p:nvPr>
        </p:nvGraphicFramePr>
        <p:xfrm>
          <a:off x="1051560" y="2102449"/>
          <a:ext cx="10088880" cy="36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3050">
                  <a:extLst>
                    <a:ext uri="{9D8B030D-6E8A-4147-A177-3AD203B41FA5}">
                      <a16:colId xmlns:a16="http://schemas.microsoft.com/office/drawing/2014/main" val="2121448701"/>
                    </a:ext>
                  </a:extLst>
                </a:gridCol>
                <a:gridCol w="6575830">
                  <a:extLst>
                    <a:ext uri="{9D8B030D-6E8A-4147-A177-3AD203B41FA5}">
                      <a16:colId xmlns:a16="http://schemas.microsoft.com/office/drawing/2014/main" val="3432190126"/>
                    </a:ext>
                  </a:extLst>
                </a:gridCol>
              </a:tblGrid>
              <a:tr h="273885">
                <a:tc>
                  <a:txBody>
                    <a:bodyPr/>
                    <a:lstStyle/>
                    <a:p>
                      <a:r>
                        <a:rPr lang="nl-NL" sz="1800" dirty="0"/>
                        <a:t>Methode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Beschrijving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21584362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/>
                        <a:t>tekst = "De tekst"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endParaRPr lang="nl-NL" sz="1800" dirty="0"/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144343550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tekst.strip</a:t>
                      </a:r>
                      <a:r>
                        <a:rPr lang="nl-NL" sz="1800" dirty="0"/>
                        <a:t>()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Whitespace (spaties/enters/tabs) voor &amp; na verwijderen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1212196131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tekst.upper</a:t>
                      </a:r>
                      <a:r>
                        <a:rPr lang="nl-NL" sz="1800" dirty="0"/>
                        <a:t>()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Alle letters naar hoofdletters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4057076863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tekst.lower</a:t>
                      </a:r>
                      <a:r>
                        <a:rPr lang="nl-NL" sz="1800" dirty="0"/>
                        <a:t>()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dirty="0"/>
                        <a:t>Alle letters naar kleine letters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34666368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tekst.find</a:t>
                      </a:r>
                      <a:r>
                        <a:rPr lang="nl-NL" sz="1800" dirty="0"/>
                        <a:t>(</a:t>
                      </a:r>
                      <a:r>
                        <a:rPr lang="nl-NL" sz="1800" dirty="0" err="1"/>
                        <a:t>str</a:t>
                      </a:r>
                      <a:r>
                        <a:rPr lang="nl-NL" sz="1800" dirty="0"/>
                        <a:t>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Zoeken naar de startindex van </a:t>
                      </a:r>
                      <a:r>
                        <a:rPr lang="nl-NL" sz="1800" dirty="0" err="1"/>
                        <a:t>str</a:t>
                      </a:r>
                      <a:endParaRPr lang="nl-NL" sz="1800" dirty="0"/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3118988129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tekst.replace</a:t>
                      </a:r>
                      <a:r>
                        <a:rPr lang="nl-NL" sz="1800" dirty="0"/>
                        <a:t>(str1, str2)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Vervang alle voorkomens van str1 door str2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297682567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tekst.split</a:t>
                      </a:r>
                      <a:r>
                        <a:rPr lang="nl-NL" sz="1800" dirty="0"/>
                        <a:t>(</a:t>
                      </a:r>
                      <a:r>
                        <a:rPr lang="nl-NL" sz="1800" dirty="0" err="1"/>
                        <a:t>str</a:t>
                      </a:r>
                      <a:r>
                        <a:rPr lang="nl-NL" sz="1800" dirty="0"/>
                        <a:t>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Splits string op scheidingsteken </a:t>
                      </a:r>
                      <a:r>
                        <a:rPr lang="nl-NL" sz="1800" dirty="0" err="1"/>
                        <a:t>str</a:t>
                      </a:r>
                      <a:r>
                        <a:rPr lang="nl-NL" sz="1800" dirty="0"/>
                        <a:t> (of </a:t>
                      </a:r>
                      <a:r>
                        <a:rPr lang="nl-NL" sz="1800" dirty="0" err="1"/>
                        <a:t>whitespaces</a:t>
                      </a:r>
                      <a:r>
                        <a:rPr lang="nl-NL" sz="1800" dirty="0"/>
                        <a:t>)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495482641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tekst.join</a:t>
                      </a:r>
                      <a:r>
                        <a:rPr lang="nl-NL" sz="1800" dirty="0"/>
                        <a:t>(list)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Plak alle strings in list aan elkaar, met de string als scheidingsteken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3378658478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tekst.count</a:t>
                      </a:r>
                      <a:r>
                        <a:rPr lang="nl-NL" sz="1800" dirty="0"/>
                        <a:t>(</a:t>
                      </a:r>
                      <a:r>
                        <a:rPr lang="nl-NL" sz="1800" dirty="0" err="1"/>
                        <a:t>str</a:t>
                      </a:r>
                      <a:r>
                        <a:rPr lang="nl-NL" sz="1800" dirty="0"/>
                        <a:t>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Tel het aantal voorkomens van </a:t>
                      </a:r>
                      <a:r>
                        <a:rPr lang="nl-NL" sz="1800" dirty="0" err="1"/>
                        <a:t>str</a:t>
                      </a:r>
                      <a:r>
                        <a:rPr lang="nl-NL" sz="1800" dirty="0"/>
                        <a:t> in de string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2243113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709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83314-5B21-CD7B-A20B-5099B831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442E3F3-B460-9E6F-7287-BF117CD0966C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Demo string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methode</a:t>
            </a:r>
            <a:r>
              <a:rPr lang="en-US" sz="3600" b="1" kern="0" dirty="0">
                <a:solidFill>
                  <a:prstClr val="black"/>
                </a:solidFill>
              </a:rPr>
              <a:t>s </a:t>
            </a:r>
            <a:r>
              <a:rPr lang="en-US" sz="2000" b="1" kern="0" dirty="0">
                <a:solidFill>
                  <a:prstClr val="black"/>
                </a:solidFill>
              </a:rPr>
              <a:t>(§10.6)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9BAC73AD-AA19-3555-F384-537BDAC409B5}"/>
              </a:ext>
            </a:extLst>
          </p:cNvPr>
          <p:cNvSpPr txBox="1"/>
          <p:nvPr/>
        </p:nvSpPr>
        <p:spPr>
          <a:xfrm>
            <a:off x="6921529" y="2396822"/>
            <a:ext cx="4152871" cy="3942206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txBody>
          <a:bodyPr wrap="square" lIns="108000" tIns="144000" rIns="108000" bIns="72000">
            <a:spAutoFit/>
          </a:bodyPr>
          <a:lstStyle/>
          <a:p>
            <a:pPr>
              <a:spcBef>
                <a:spcPts val="1200"/>
              </a:spcBef>
            </a:pPr>
            <a:r>
              <a:rPr lang="nl-NL" dirty="0"/>
              <a:t>Een zin? </a:t>
            </a:r>
            <a:r>
              <a:rPr lang="nl-NL" dirty="0">
                <a:highlight>
                  <a:srgbClr val="C0C0C0"/>
                </a:highlight>
              </a:rPr>
              <a:t>         </a:t>
            </a:r>
            <a:r>
              <a:rPr lang="nl-NL" b="1" i="1" dirty="0">
                <a:solidFill>
                  <a:schemeClr val="accent6"/>
                </a:solidFill>
              </a:rPr>
              <a:t>PROG &amp; Python? Geweldig!</a:t>
            </a:r>
          </a:p>
          <a:p>
            <a:pPr>
              <a:spcBef>
                <a:spcPts val="1200"/>
              </a:spcBef>
            </a:pPr>
            <a:r>
              <a:rPr lang="nl-NL" dirty="0"/>
              <a:t>PROG &amp; Python? Geweldig!</a:t>
            </a:r>
          </a:p>
          <a:p>
            <a:pPr>
              <a:spcBef>
                <a:spcPts val="1200"/>
              </a:spcBef>
            </a:pPr>
            <a:r>
              <a:rPr lang="nl-NL" dirty="0"/>
              <a:t>PROG &amp; PYTHON? GEWELDIG!</a:t>
            </a:r>
          </a:p>
          <a:p>
            <a:pPr>
              <a:spcBef>
                <a:spcPts val="1200"/>
              </a:spcBef>
            </a:pPr>
            <a:r>
              <a:rPr lang="nl-NL" dirty="0" err="1"/>
              <a:t>prog</a:t>
            </a:r>
            <a:r>
              <a:rPr lang="nl-NL" dirty="0"/>
              <a:t> &amp; python? geweldig!</a:t>
            </a:r>
          </a:p>
          <a:p>
            <a:pPr>
              <a:spcBef>
                <a:spcPts val="1200"/>
              </a:spcBef>
            </a:pPr>
            <a:r>
              <a:rPr lang="nl-NL" dirty="0"/>
              <a:t>-1</a:t>
            </a:r>
          </a:p>
          <a:p>
            <a:pPr>
              <a:spcBef>
                <a:spcPts val="1200"/>
              </a:spcBef>
            </a:pPr>
            <a:r>
              <a:rPr lang="nl-NL" dirty="0"/>
              <a:t>['</a:t>
            </a:r>
            <a:r>
              <a:rPr lang="nl-NL" dirty="0" err="1"/>
              <a:t>prog</a:t>
            </a:r>
            <a:r>
              <a:rPr lang="nl-NL" dirty="0"/>
              <a:t>', '&amp;', 'python?', 'geweldig!']</a:t>
            </a:r>
          </a:p>
          <a:p>
            <a:pPr>
              <a:spcBef>
                <a:spcPts val="1200"/>
              </a:spcBef>
            </a:pPr>
            <a:r>
              <a:rPr lang="nl-NL" dirty="0"/>
              <a:t>['</a:t>
            </a:r>
            <a:r>
              <a:rPr lang="nl-NL" dirty="0" err="1"/>
              <a:t>prog</a:t>
            </a:r>
            <a:r>
              <a:rPr lang="nl-NL" dirty="0"/>
              <a:t> ', ' python? geweldig!']</a:t>
            </a:r>
          </a:p>
          <a:p>
            <a:pPr>
              <a:spcBef>
                <a:spcPts val="1200"/>
              </a:spcBef>
            </a:pPr>
            <a:r>
              <a:rPr lang="nl-NL" dirty="0" err="1"/>
              <a:t>prog</a:t>
            </a:r>
            <a:r>
              <a:rPr lang="nl-NL" dirty="0"/>
              <a:t>#&amp;#python?#geweldig!</a:t>
            </a:r>
          </a:p>
          <a:p>
            <a:pPr>
              <a:spcBef>
                <a:spcPts val="1200"/>
              </a:spcBef>
            </a:pPr>
            <a:r>
              <a:rPr lang="nl-NL" dirty="0" err="1"/>
              <a:t>preg</a:t>
            </a:r>
            <a:r>
              <a:rPr lang="nl-NL" dirty="0"/>
              <a:t> &amp; </a:t>
            </a:r>
            <a:r>
              <a:rPr lang="nl-NL" dirty="0" err="1"/>
              <a:t>pythen</a:t>
            </a:r>
            <a:r>
              <a:rPr lang="nl-NL" dirty="0"/>
              <a:t>? geweldig!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E7617671-5BE5-6225-EE41-1EF2AE863775}"/>
              </a:ext>
            </a:extLst>
          </p:cNvPr>
          <p:cNvSpPr txBox="1"/>
          <p:nvPr/>
        </p:nvSpPr>
        <p:spPr>
          <a:xfrm>
            <a:off x="7213293" y="2261219"/>
            <a:ext cx="951503" cy="216000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0" rIns="0" bIns="0" rtlCol="0">
            <a:spAutoFit/>
          </a:bodyPr>
          <a:lstStyle/>
          <a:p>
            <a:pPr algn="ctr"/>
            <a:r>
              <a:rPr lang="nl-NL" sz="1400" dirty="0"/>
              <a:t>uitvoer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063D6A-8362-44CA-83C9-968230CBE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355" y="1568354"/>
            <a:ext cx="4448654" cy="4770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"Een zin? 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tekst.strip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(tekst)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tekst.upper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(tekst)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tekst.lower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(tekst)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tekst.find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"De"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tekst.split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tekst.split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"&amp;"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nieuw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"#"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 =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tekst.replace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"o"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"e"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l-NL" altLang="nl-NL" sz="16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(x, y,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nieuw, tekst,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Bijschrift: lijn 4">
            <a:extLst>
              <a:ext uri="{FF2B5EF4-FFF2-40B4-BE49-F238E27FC236}">
                <a16:creationId xmlns:a16="http://schemas.microsoft.com/office/drawing/2014/main" id="{2945817F-D3C5-3FBB-5481-70F43E4C781D}"/>
              </a:ext>
            </a:extLst>
          </p:cNvPr>
          <p:cNvSpPr/>
          <p:nvPr/>
        </p:nvSpPr>
        <p:spPr>
          <a:xfrm>
            <a:off x="5446922" y="1348648"/>
            <a:ext cx="6069671" cy="584775"/>
          </a:xfrm>
          <a:prstGeom prst="borderCallout1">
            <a:avLst>
              <a:gd name="adj1" fmla="val 34226"/>
              <a:gd name="adj2" fmla="val -88"/>
              <a:gd name="adj3" fmla="val 150797"/>
              <a:gd name="adj4" fmla="val -292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1600" b="1" kern="0" dirty="0">
                <a:solidFill>
                  <a:srgbClr val="294171"/>
                </a:solidFill>
              </a:rPr>
              <a:t>Let op: </a:t>
            </a:r>
            <a:r>
              <a:rPr lang="nl-NL" sz="1600" kern="0" dirty="0">
                <a:solidFill>
                  <a:srgbClr val="294171"/>
                </a:solidFill>
              </a:rPr>
              <a:t>strings zijn onveranderbaar. Wil je variabele tekst veranderen, dan moet je deze overschrijven met de returnwaarde van de methode!</a:t>
            </a:r>
          </a:p>
        </p:txBody>
      </p:sp>
    </p:spTree>
    <p:extLst>
      <p:ext uri="{BB962C8B-B14F-4D97-AF65-F5344CB8AC3E}">
        <p14:creationId xmlns:p14="http://schemas.microsoft.com/office/powerpoint/2010/main" val="263096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F3A8-E4C5-A907-56CA-D7C7132E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4CD58CD-EC01-6023-C1EF-F4FC4146C95C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EABB7EB0-4167-488A-AC0C-505D0463FB67}"/>
              </a:ext>
            </a:extLst>
          </p:cNvPr>
          <p:cNvSpPr txBox="1"/>
          <p:nvPr/>
        </p:nvSpPr>
        <p:spPr bwMode="auto">
          <a:xfrm>
            <a:off x="709358" y="1470029"/>
            <a:ext cx="10492038" cy="2441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In de string "Barbara had een bar, waar ze </a:t>
            </a:r>
            <a:r>
              <a:rPr lang="nl-NL" sz="2000" dirty="0" err="1"/>
              <a:t>rabarbar</a:t>
            </a:r>
            <a:r>
              <a:rPr lang="nl-NL" sz="2000" dirty="0"/>
              <a:t> verkocht, en die daarom de </a:t>
            </a:r>
            <a:r>
              <a:rPr lang="nl-NL" sz="2000" dirty="0" err="1"/>
              <a:t>rabarbarbarbarabar</a:t>
            </a:r>
            <a:r>
              <a:rPr lang="nl-NL" sz="2000" dirty="0"/>
              <a:t> werd genoemd." is het woord "rabarber" verkeerd gespeld. Gebruik </a:t>
            </a:r>
            <a:r>
              <a:rPr lang="nl-NL" sz="2000" dirty="0" err="1"/>
              <a:t>replace</a:t>
            </a:r>
            <a:r>
              <a:rPr lang="nl-NL" sz="2000" dirty="0"/>
              <a:t>() om alle voorkomende gevallen van deze fout te verbeteren.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Neem de string "Niemand verwacht de Spaanse Inquisitie!# In feite, zij die de Spaanse Inquisitie wel verwachten..." en toon hem tot aan, maar niet inclusief, de </a:t>
            </a:r>
            <a:r>
              <a:rPr lang="nl-NL" sz="2000" dirty="0" err="1"/>
              <a:t>hash</a:t>
            </a:r>
            <a:r>
              <a:rPr lang="nl-NL" sz="2000" dirty="0"/>
              <a:t> mark (#). Gebruik </a:t>
            </a:r>
            <a:r>
              <a:rPr lang="nl-NL" sz="2000" dirty="0" err="1"/>
              <a:t>find</a:t>
            </a:r>
            <a:r>
              <a:rPr lang="nl-NL" sz="2000" dirty="0"/>
              <a:t>() om de index van de </a:t>
            </a:r>
            <a:r>
              <a:rPr lang="nl-NL" sz="2000" dirty="0" err="1"/>
              <a:t>hash</a:t>
            </a:r>
            <a:r>
              <a:rPr lang="nl-NL" sz="2000" dirty="0"/>
              <a:t> mark te bepalen.</a:t>
            </a:r>
          </a:p>
        </p:txBody>
      </p:sp>
    </p:spTree>
    <p:extLst>
      <p:ext uri="{BB962C8B-B14F-4D97-AF65-F5344CB8AC3E}">
        <p14:creationId xmlns:p14="http://schemas.microsoft.com/office/powerpoint/2010/main" val="339614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87ED-B59C-3C6F-0909-E2E39644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61684BB-B835-7D6D-4DAB-EEE39F7950B7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Tekstbestanden</a:t>
            </a:r>
            <a:endParaRPr lang="nl-NL" sz="3600" dirty="0"/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557BE141-85FB-0A8B-000C-0EF113B2E35F}"/>
              </a:ext>
            </a:extLst>
          </p:cNvPr>
          <p:cNvSpPr txBox="1"/>
          <p:nvPr/>
        </p:nvSpPr>
        <p:spPr bwMode="auto">
          <a:xfrm>
            <a:off x="709358" y="1492258"/>
            <a:ext cx="10130092" cy="4775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Tekstbestand: bevat ‘leesbare’ tekens (bijv. </a:t>
            </a:r>
            <a:r>
              <a:rPr lang="nl-NL" sz="2000" kern="0" dirty="0" err="1">
                <a:solidFill>
                  <a:srgbClr val="294171"/>
                </a:solidFill>
              </a:rPr>
              <a:t>txt</a:t>
            </a:r>
            <a:r>
              <a:rPr lang="nl-NL" sz="2000" kern="0" dirty="0">
                <a:solidFill>
                  <a:srgbClr val="294171"/>
                </a:solidFill>
              </a:rPr>
              <a:t>-, html- of .</a:t>
            </a:r>
            <a:r>
              <a:rPr lang="nl-NL" sz="2000" kern="0" dirty="0" err="1">
                <a:solidFill>
                  <a:srgbClr val="294171"/>
                </a:solidFill>
              </a:rPr>
              <a:t>py</a:t>
            </a:r>
            <a:r>
              <a:rPr lang="nl-NL" sz="2000" kern="0" dirty="0">
                <a:solidFill>
                  <a:srgbClr val="294171"/>
                </a:solidFill>
              </a:rPr>
              <a:t>)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Niet leesbaar: (bijv.) jpg-, pdf- of .</a:t>
            </a:r>
            <a:r>
              <a:rPr lang="nl-NL" sz="2000" kern="0" dirty="0" err="1">
                <a:solidFill>
                  <a:srgbClr val="294171"/>
                </a:solidFill>
              </a:rPr>
              <a:t>exe</a:t>
            </a:r>
            <a:r>
              <a:rPr lang="nl-NL" sz="2000" kern="0" dirty="0">
                <a:solidFill>
                  <a:srgbClr val="294171"/>
                </a:solidFill>
              </a:rPr>
              <a:t> (binaire bestanden)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Elk bestand heeft een uniek ‘pad’: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Absoluut: </a:t>
            </a:r>
            <a:r>
              <a:rPr lang="nl-NL" b="1" kern="0" dirty="0">
                <a:solidFill>
                  <a:srgbClr val="294171"/>
                </a:solidFill>
              </a:rPr>
              <a:t>c:\PycharmProjects\mijnbestanden\studenten.txt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Relatief (t.o.v. leesbestand.py): </a:t>
            </a:r>
            <a:r>
              <a:rPr lang="nl-NL" b="1" kern="0" dirty="0">
                <a:solidFill>
                  <a:srgbClr val="294171"/>
                </a:solidFill>
              </a:rPr>
              <a:t>mijnbestanden\studenten.txt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b="1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b="1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b="1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b="1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nl-NL" b="1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b="1" kern="0" dirty="0">
                <a:solidFill>
                  <a:srgbClr val="294171"/>
                </a:solidFill>
              </a:rPr>
              <a:t>Let op: </a:t>
            </a:r>
            <a:r>
              <a:rPr lang="nl-NL" kern="0" dirty="0">
                <a:solidFill>
                  <a:srgbClr val="294171"/>
                </a:solidFill>
              </a:rPr>
              <a:t>Windows gebruikt een backslash: \, maar in Python mag / ook!</a:t>
            </a:r>
            <a:endParaRPr lang="nl-NL" b="1" kern="0" dirty="0">
              <a:solidFill>
                <a:srgbClr val="294171"/>
              </a:solidFill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E1C5A59-9705-B863-20CF-7888EE1285AC}"/>
              </a:ext>
            </a:extLst>
          </p:cNvPr>
          <p:cNvSpPr txBox="1"/>
          <p:nvPr/>
        </p:nvSpPr>
        <p:spPr>
          <a:xfrm>
            <a:off x="8110283" y="2853809"/>
            <a:ext cx="3662617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🖴  Lokale schijf (C:) </a:t>
            </a: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› 📁 </a:t>
            </a:r>
            <a:r>
              <a:rPr lang="nl-NL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PycharmProjects</a:t>
            </a: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📁 .</a:t>
            </a:r>
            <a:r>
              <a:rPr lang="nl-NL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idea</a:t>
            </a:r>
            <a:endParaRPr lang="nl-NL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📁 .</a:t>
            </a:r>
            <a:r>
              <a:rPr lang="nl-NL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venv</a:t>
            </a:r>
            <a:endParaRPr lang="nl-NL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› 📁 mijnbestanden</a:t>
            </a: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 📄 studenten.txt</a:t>
            </a: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📝 leesbestand.py</a:t>
            </a: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📄 klassen.txt</a:t>
            </a: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› 📁 </a:t>
            </a:r>
            <a:r>
              <a:rPr lang="nl-NL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tmp</a:t>
            </a:r>
            <a:endParaRPr lang="nl-NL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nl-NL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📄 vakantielijstje.txt</a:t>
            </a:r>
          </a:p>
          <a:p>
            <a:endParaRPr lang="nl-NL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631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E28A6-CCD4-35C9-D5C0-3E65E754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85B9A0F-5241-4890-CC13-133EA42F6175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Tekstbestanden lezen</a:t>
            </a:r>
            <a:endParaRPr lang="nl-NL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8010BE-E184-43E1-7DEC-621C4531C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6180" y="3681406"/>
            <a:ext cx="3452949" cy="132343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"klassen.txt"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bestand.read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endParaRPr kumimoji="0" lang="nl-NL" altLang="nl-NL" sz="16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bestand.close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206715-9CD9-9EED-0F8B-2CD8EE691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871" y="4649726"/>
            <a:ext cx="2814892" cy="1535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TICT-ICT-V1A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\n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TICT-ICT-V1B</a:t>
            </a:r>
            <a:r>
              <a:rPr lang="nl-NL" altLang="nl-NL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TICT-ICT-V1C</a:t>
            </a:r>
            <a:r>
              <a:rPr lang="nl-NL" altLang="nl-NL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TICT-ICT-V1D</a:t>
            </a:r>
            <a:r>
              <a:rPr lang="nl-NL" altLang="nl-NL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endParaRPr kumimoji="0" lang="nl-NL" altLang="nl-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7C3A5D4A-DA84-D45A-9A53-1DC6551739FA}"/>
              </a:ext>
            </a:extLst>
          </p:cNvPr>
          <p:cNvSpPr txBox="1"/>
          <p:nvPr/>
        </p:nvSpPr>
        <p:spPr>
          <a:xfrm>
            <a:off x="2903892" y="4330267"/>
            <a:ext cx="125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klassen.txt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5D6D6AA4-C4CB-8A47-38FE-7B9F0E620338}"/>
              </a:ext>
            </a:extLst>
          </p:cNvPr>
          <p:cNvGrpSpPr/>
          <p:nvPr/>
        </p:nvGrpSpPr>
        <p:grpSpPr>
          <a:xfrm>
            <a:off x="9017788" y="5207057"/>
            <a:ext cx="1941341" cy="1320184"/>
            <a:chOff x="6222079" y="5499300"/>
            <a:chExt cx="1193142" cy="1620930"/>
          </a:xfrm>
          <a:solidFill>
            <a:srgbClr val="FFFFFF"/>
          </a:solidFill>
        </p:grpSpPr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43A32EA3-15A3-5D60-F789-B4BE04D56A3A}"/>
                </a:ext>
              </a:extLst>
            </p:cNvPr>
            <p:cNvSpPr txBox="1"/>
            <p:nvPr/>
          </p:nvSpPr>
          <p:spPr>
            <a:xfrm>
              <a:off x="6222079" y="5643187"/>
              <a:ext cx="1193142" cy="1477043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TICT-ICT-V1A</a:t>
              </a:r>
            </a:p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TICT-ICT-V1B</a:t>
              </a:r>
            </a:p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TICT-ICT-V1C</a:t>
              </a:r>
            </a:p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TICT-ICT-V1D</a:t>
              </a:r>
              <a:endParaRPr lang="nl-NL" sz="1600" kern="0" dirty="0">
                <a:solidFill>
                  <a:prstClr val="black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5731AA83-C64A-7B8F-D5A3-29F9B5F9D913}"/>
                </a:ext>
              </a:extLst>
            </p:cNvPr>
            <p:cNvSpPr txBox="1"/>
            <p:nvPr/>
          </p:nvSpPr>
          <p:spPr>
            <a:xfrm>
              <a:off x="6337002" y="5499300"/>
              <a:ext cx="584791" cy="264523"/>
            </a:xfrm>
            <a:prstGeom prst="rect">
              <a:avLst/>
            </a:prstGeom>
            <a:grpFill/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10" name="Bijschrift: lijn 9">
            <a:extLst>
              <a:ext uri="{FF2B5EF4-FFF2-40B4-BE49-F238E27FC236}">
                <a16:creationId xmlns:a16="http://schemas.microsoft.com/office/drawing/2014/main" id="{66AC6FC1-25C2-A2BC-F76D-9B8BAE928851}"/>
              </a:ext>
            </a:extLst>
          </p:cNvPr>
          <p:cNvSpPr/>
          <p:nvPr/>
        </p:nvSpPr>
        <p:spPr>
          <a:xfrm>
            <a:off x="1232871" y="3479008"/>
            <a:ext cx="3690156" cy="584775"/>
          </a:xfrm>
          <a:prstGeom prst="borderCallout1">
            <a:avLst>
              <a:gd name="adj1" fmla="val 99379"/>
              <a:gd name="adj2" fmla="val 3332"/>
              <a:gd name="adj3" fmla="val 224909"/>
              <a:gd name="adj4" fmla="val 135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1600" b="1" kern="0" dirty="0">
                <a:solidFill>
                  <a:srgbClr val="294171"/>
                </a:solidFill>
              </a:rPr>
              <a:t>Cursor == positie waar je bent met lezen. Na openen op index 0, voor de </a:t>
            </a:r>
            <a:r>
              <a:rPr lang="nl-NL" sz="1600" b="1" kern="0" dirty="0" err="1">
                <a:solidFill>
                  <a:srgbClr val="294171"/>
                </a:solidFill>
              </a:rPr>
              <a:t>‘T</a:t>
            </a:r>
            <a:r>
              <a:rPr lang="nl-NL" sz="1600" b="1" kern="0" dirty="0">
                <a:solidFill>
                  <a:srgbClr val="294171"/>
                </a:solidFill>
              </a:rPr>
              <a:t>’!</a:t>
            </a:r>
            <a:endParaRPr lang="nl-NL" sz="1600" kern="0" dirty="0">
              <a:solidFill>
                <a:srgbClr val="294171"/>
              </a:solidFill>
            </a:endParaRPr>
          </a:p>
        </p:txBody>
      </p:sp>
      <p:sp>
        <p:nvSpPr>
          <p:cNvPr id="12" name="Bijschrift: lijn 11">
            <a:extLst>
              <a:ext uri="{FF2B5EF4-FFF2-40B4-BE49-F238E27FC236}">
                <a16:creationId xmlns:a16="http://schemas.microsoft.com/office/drawing/2014/main" id="{8E02A2C1-BCF6-D008-235B-C0108C7FAE4C}"/>
              </a:ext>
            </a:extLst>
          </p:cNvPr>
          <p:cNvSpPr/>
          <p:nvPr/>
        </p:nvSpPr>
        <p:spPr>
          <a:xfrm>
            <a:off x="2899746" y="6016219"/>
            <a:ext cx="2725382" cy="338554"/>
          </a:xfrm>
          <a:prstGeom prst="borderCallout1">
            <a:avLst>
              <a:gd name="adj1" fmla="val 29561"/>
              <a:gd name="adj2" fmla="val 264"/>
              <a:gd name="adj3" fmla="val -105226"/>
              <a:gd name="adj4" fmla="val -57083"/>
            </a:avLst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1600" b="1" kern="0" dirty="0">
                <a:solidFill>
                  <a:srgbClr val="294171"/>
                </a:solidFill>
              </a:rPr>
              <a:t>Na </a:t>
            </a:r>
            <a:r>
              <a:rPr lang="nl-NL" sz="1600" b="1" kern="0" dirty="0" err="1">
                <a:solidFill>
                  <a:srgbClr val="294171"/>
                </a:solidFill>
              </a:rPr>
              <a:t>read</a:t>
            </a:r>
            <a:r>
              <a:rPr lang="nl-NL" sz="1600" b="1" kern="0" dirty="0">
                <a:solidFill>
                  <a:srgbClr val="294171"/>
                </a:solidFill>
              </a:rPr>
              <a:t>() staat de cursor hier!</a:t>
            </a:r>
            <a:endParaRPr lang="nl-NL" sz="1600" kern="0" dirty="0">
              <a:solidFill>
                <a:srgbClr val="294171"/>
              </a:solidFill>
            </a:endParaRPr>
          </a:p>
        </p:txBody>
      </p:sp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A2282668-8CEA-9478-6085-B2EF358D5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619018"/>
              </p:ext>
            </p:extLst>
          </p:nvPr>
        </p:nvGraphicFramePr>
        <p:xfrm>
          <a:off x="1232871" y="1636300"/>
          <a:ext cx="9726258" cy="147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754">
                  <a:extLst>
                    <a:ext uri="{9D8B030D-6E8A-4147-A177-3AD203B41FA5}">
                      <a16:colId xmlns:a16="http://schemas.microsoft.com/office/drawing/2014/main" val="2121448701"/>
                    </a:ext>
                  </a:extLst>
                </a:gridCol>
                <a:gridCol w="7101504">
                  <a:extLst>
                    <a:ext uri="{9D8B030D-6E8A-4147-A177-3AD203B41FA5}">
                      <a16:colId xmlns:a16="http://schemas.microsoft.com/office/drawing/2014/main" val="3432190126"/>
                    </a:ext>
                  </a:extLst>
                </a:gridCol>
              </a:tblGrid>
              <a:tr h="273885">
                <a:tc>
                  <a:txBody>
                    <a:bodyPr/>
                    <a:lstStyle/>
                    <a:p>
                      <a:r>
                        <a:rPr lang="nl-NL" sz="1800" dirty="0"/>
                        <a:t>Functie / Methode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Beschrijving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21584362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/>
                        <a:t>open(</a:t>
                      </a:r>
                      <a:r>
                        <a:rPr lang="nl-NL" sz="1800" dirty="0" err="1"/>
                        <a:t>str</a:t>
                      </a:r>
                      <a:r>
                        <a:rPr lang="nl-NL" sz="1800" dirty="0"/>
                        <a:t>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Opent bestand, plaatst cursor vooraan, retourneert ‘</a:t>
                      </a:r>
                      <a:r>
                        <a:rPr lang="nl-NL" sz="1800" dirty="0" err="1"/>
                        <a:t>filehandle</a:t>
                      </a:r>
                      <a:r>
                        <a:rPr lang="nl-NL" sz="1800" dirty="0"/>
                        <a:t>’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144343550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dirty="0" err="1"/>
                        <a:t>filehandle.read</a:t>
                      </a:r>
                      <a:r>
                        <a:rPr lang="nl-NL" sz="1800" dirty="0"/>
                        <a:t>()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dirty="0"/>
                        <a:t>Leest vanaf cursor ALLE tekst in het geopende bestand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708403273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800" dirty="0" err="1"/>
                        <a:t>filehandle.close</a:t>
                      </a:r>
                      <a:r>
                        <a:rPr lang="nl-NL" sz="1800" dirty="0"/>
                        <a:t>()</a:t>
                      </a:r>
                    </a:p>
                  </a:txBody>
                  <a:tcPr marT="46800" marB="46800"/>
                </a:tc>
                <a:tc>
                  <a:txBody>
                    <a:bodyPr/>
                    <a:lstStyle/>
                    <a:p>
                      <a:r>
                        <a:rPr lang="nl-NL" sz="1800" dirty="0"/>
                        <a:t>Sluit bestand (vrij voor andere processen)</a:t>
                      </a:r>
                    </a:p>
                  </a:txBody>
                  <a:tcPr marT="46800" marB="46800"/>
                </a:tc>
                <a:extLst>
                  <a:ext uri="{0D108BD9-81ED-4DB2-BD59-A6C34878D82A}">
                    <a16:rowId xmlns:a16="http://schemas.microsoft.com/office/drawing/2014/main" val="4057076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98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F90B3-998E-D6E8-162E-90818C70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66A42E9-C7C8-2357-F2A6-1037DBE19F76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Functies/methoden voor bestanden</a:t>
            </a:r>
            <a:endParaRPr lang="nl-NL" sz="3600" dirty="0"/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82F34A75-04A6-C431-A25F-A312EFAE3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259102"/>
              </p:ext>
            </p:extLst>
          </p:nvPr>
        </p:nvGraphicFramePr>
        <p:xfrm>
          <a:off x="1232871" y="1984379"/>
          <a:ext cx="9726258" cy="28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754">
                  <a:extLst>
                    <a:ext uri="{9D8B030D-6E8A-4147-A177-3AD203B41FA5}">
                      <a16:colId xmlns:a16="http://schemas.microsoft.com/office/drawing/2014/main" val="2121448701"/>
                    </a:ext>
                  </a:extLst>
                </a:gridCol>
                <a:gridCol w="7101504">
                  <a:extLst>
                    <a:ext uri="{9D8B030D-6E8A-4147-A177-3AD203B41FA5}">
                      <a16:colId xmlns:a16="http://schemas.microsoft.com/office/drawing/2014/main" val="3432190126"/>
                    </a:ext>
                  </a:extLst>
                </a:gridCol>
              </a:tblGrid>
              <a:tr h="273885">
                <a:tc>
                  <a:txBody>
                    <a:bodyPr/>
                    <a:lstStyle/>
                    <a:p>
                      <a:r>
                        <a:rPr lang="nl-NL" sz="1600" dirty="0"/>
                        <a:t>Functie / Methode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Beschrijving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21584362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/>
                        <a:t>open(</a:t>
                      </a:r>
                      <a:r>
                        <a:rPr lang="nl-NL" sz="1600" dirty="0" err="1"/>
                        <a:t>str</a:t>
                      </a:r>
                      <a:r>
                        <a:rPr lang="nl-NL" sz="1600" dirty="0">
                          <a:highlight>
                            <a:srgbClr val="FFFF00"/>
                          </a:highlight>
                        </a:rPr>
                        <a:t>, mode</a:t>
                      </a:r>
                      <a:r>
                        <a:rPr lang="nl-NL" sz="1600" dirty="0"/>
                        <a:t>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Opent bestand in ‘mode’*, plaatst cursor vooraan, retourneert ‘</a:t>
                      </a:r>
                      <a:r>
                        <a:rPr lang="nl-NL" sz="1600" dirty="0" err="1"/>
                        <a:t>filehandle</a:t>
                      </a:r>
                      <a:r>
                        <a:rPr lang="nl-NL" sz="1600" dirty="0"/>
                        <a:t>’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443435500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/>
                        <a:t>filehandle</a:t>
                      </a:r>
                      <a:r>
                        <a:rPr lang="nl-NL" sz="1600" dirty="0" err="1">
                          <a:highlight>
                            <a:srgbClr val="FFFF00"/>
                          </a:highlight>
                        </a:rPr>
                        <a:t>.read</a:t>
                      </a:r>
                      <a:r>
                        <a:rPr lang="nl-NL" sz="1600" dirty="0">
                          <a:highlight>
                            <a:srgbClr val="FFFF00"/>
                          </a:highlight>
                        </a:rPr>
                        <a:t>(n)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/>
                        <a:t>Leest vanaf cursor </a:t>
                      </a:r>
                      <a:r>
                        <a:rPr lang="nl-NL" sz="1600" i="1" dirty="0"/>
                        <a:t>n</a:t>
                      </a:r>
                      <a:r>
                        <a:rPr lang="nl-NL" sz="1600" dirty="0"/>
                        <a:t> karakters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2697703586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/>
                        <a:t>filehandle.read</a:t>
                      </a:r>
                      <a:r>
                        <a:rPr lang="nl-NL" sz="1600" dirty="0"/>
                        <a:t>()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/>
                        <a:t>Leest vanaf cursor ALLE tekst in het geopende bestand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708403273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 err="1"/>
                        <a:t>filehandle</a:t>
                      </a:r>
                      <a:r>
                        <a:rPr lang="nl-NL" sz="1600" dirty="0" err="1">
                          <a:highlight>
                            <a:srgbClr val="FFFF00"/>
                          </a:highlight>
                        </a:rPr>
                        <a:t>.readline</a:t>
                      </a:r>
                      <a:r>
                        <a:rPr lang="nl-NL" sz="1600" dirty="0">
                          <a:highlight>
                            <a:srgbClr val="FFFF00"/>
                          </a:highlight>
                        </a:rPr>
                        <a:t>()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Leest vanaf cursor tot en met de eerstvolgende </a:t>
                      </a:r>
                      <a:r>
                        <a:rPr lang="nl-NL" sz="1600" dirty="0">
                          <a:solidFill>
                            <a:srgbClr val="FF0000"/>
                          </a:solidFill>
                        </a:rPr>
                        <a:t>\n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454234788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 err="1"/>
                        <a:t>filehandle</a:t>
                      </a:r>
                      <a:r>
                        <a:rPr lang="nl-NL" sz="1600" dirty="0" err="1">
                          <a:highlight>
                            <a:srgbClr val="FFFF00"/>
                          </a:highlight>
                        </a:rPr>
                        <a:t>.readlines</a:t>
                      </a:r>
                      <a:r>
                        <a:rPr lang="nl-NL" sz="1600" dirty="0">
                          <a:highlight>
                            <a:srgbClr val="FFFF00"/>
                          </a:highlight>
                        </a:rPr>
                        <a:t>()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/>
                        <a:t>Leest vanaf cursor alle regels (inclusief alle </a:t>
                      </a:r>
                      <a:r>
                        <a:rPr lang="nl-NL" sz="1600" dirty="0">
                          <a:solidFill>
                            <a:srgbClr val="FF0000"/>
                          </a:solidFill>
                        </a:rPr>
                        <a:t>\n</a:t>
                      </a:r>
                      <a:r>
                        <a:rPr lang="nl-NL" sz="1600" dirty="0"/>
                        <a:t>), retourneert lijst met regels</a:t>
                      </a:r>
                      <a:endParaRPr lang="nl-NL" sz="1600" dirty="0">
                        <a:solidFill>
                          <a:srgbClr val="FF0000"/>
                        </a:solidFill>
                      </a:endParaRP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212196131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 err="1"/>
                        <a:t>filehandle</a:t>
                      </a:r>
                      <a:r>
                        <a:rPr lang="nl-NL" sz="1600" dirty="0" err="1">
                          <a:highlight>
                            <a:srgbClr val="FFFF00"/>
                          </a:highlight>
                        </a:rPr>
                        <a:t>.write</a:t>
                      </a:r>
                      <a:r>
                        <a:rPr lang="nl-NL" sz="1600" dirty="0"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nl-NL" sz="1600" dirty="0" err="1">
                          <a:highlight>
                            <a:srgbClr val="FFFF00"/>
                          </a:highlight>
                        </a:rPr>
                        <a:t>str</a:t>
                      </a:r>
                      <a:r>
                        <a:rPr lang="nl-NL" sz="1600" dirty="0">
                          <a:highlight>
                            <a:srgbClr val="FFFF00"/>
                          </a:highlight>
                        </a:rPr>
                        <a:t>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Schrijft, vanaf de cursor, de string naar het bestand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469039913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 err="1"/>
                        <a:t>filehandle</a:t>
                      </a:r>
                      <a:r>
                        <a:rPr lang="nl-NL" sz="1600" dirty="0" err="1">
                          <a:highlight>
                            <a:srgbClr val="FFFF00"/>
                          </a:highlight>
                        </a:rPr>
                        <a:t>.writelines</a:t>
                      </a:r>
                      <a:r>
                        <a:rPr lang="nl-NL" sz="1600" dirty="0">
                          <a:highlight>
                            <a:srgbClr val="FFFF00"/>
                          </a:highlight>
                        </a:rPr>
                        <a:t>(list)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Schrijft, vanaf de cursor, de lijst met strings naar het bestand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80558448"/>
                  </a:ext>
                </a:extLst>
              </a:tr>
              <a:tr h="273885">
                <a:tc>
                  <a:txBody>
                    <a:bodyPr/>
                    <a:lstStyle/>
                    <a:p>
                      <a:r>
                        <a:rPr lang="nl-NL" sz="1600" dirty="0" err="1"/>
                        <a:t>filehandle.close</a:t>
                      </a:r>
                      <a:r>
                        <a:rPr lang="nl-NL" sz="1600" dirty="0"/>
                        <a:t>()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Sluit bestand (vrij voor andere processen)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4057076863"/>
                  </a:ext>
                </a:extLst>
              </a:tr>
            </a:tbl>
          </a:graphicData>
        </a:graphic>
      </p:graphicFrame>
      <p:sp>
        <p:nvSpPr>
          <p:cNvPr id="2" name="TextBox 22">
            <a:extLst>
              <a:ext uri="{FF2B5EF4-FFF2-40B4-BE49-F238E27FC236}">
                <a16:creationId xmlns:a16="http://schemas.microsoft.com/office/drawing/2014/main" id="{F903F071-5FFD-0A9B-4475-AF6522B7D4E1}"/>
              </a:ext>
            </a:extLst>
          </p:cNvPr>
          <p:cNvSpPr txBox="1"/>
          <p:nvPr/>
        </p:nvSpPr>
        <p:spPr bwMode="auto">
          <a:xfrm>
            <a:off x="709358" y="1492258"/>
            <a:ext cx="10130092" cy="469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We breiden de tabel uit:</a:t>
            </a:r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6574ADA2-05DB-29FF-C664-F6B401BB17D6}"/>
              </a:ext>
            </a:extLst>
          </p:cNvPr>
          <p:cNvSpPr txBox="1"/>
          <p:nvPr/>
        </p:nvSpPr>
        <p:spPr bwMode="auto">
          <a:xfrm>
            <a:off x="709358" y="5130796"/>
            <a:ext cx="10130092" cy="1412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kern="0" dirty="0">
                <a:solidFill>
                  <a:srgbClr val="294171"/>
                </a:solidFill>
              </a:rPr>
              <a:t>*) Beschikbare open-modi zijn: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open('klassen.txt', '</a:t>
            </a:r>
            <a:r>
              <a:rPr lang="nl-NL" kern="0" dirty="0">
                <a:solidFill>
                  <a:srgbClr val="294171"/>
                </a:solidFill>
                <a:highlight>
                  <a:srgbClr val="FFFF00"/>
                </a:highlight>
              </a:rPr>
              <a:t>r</a:t>
            </a:r>
            <a:r>
              <a:rPr lang="nl-NL" kern="0" dirty="0">
                <a:solidFill>
                  <a:srgbClr val="294171"/>
                </a:solidFill>
              </a:rPr>
              <a:t>')	 	</a:t>
            </a:r>
            <a:r>
              <a:rPr lang="nl-NL" kern="0" dirty="0" err="1">
                <a:solidFill>
                  <a:srgbClr val="294171"/>
                </a:solidFill>
              </a:rPr>
              <a:t>read</a:t>
            </a:r>
            <a:r>
              <a:rPr lang="nl-NL" kern="0" dirty="0">
                <a:solidFill>
                  <a:srgbClr val="294171"/>
                </a:solidFill>
              </a:rPr>
              <a:t>/lezen (default, optioneel)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open('klassen.txt', '</a:t>
            </a:r>
            <a:r>
              <a:rPr lang="nl-NL" kern="0" dirty="0">
                <a:solidFill>
                  <a:srgbClr val="294171"/>
                </a:solidFill>
                <a:highlight>
                  <a:srgbClr val="FFFF00"/>
                </a:highlight>
              </a:rPr>
              <a:t>w</a:t>
            </a:r>
            <a:r>
              <a:rPr lang="nl-NL" kern="0" dirty="0">
                <a:solidFill>
                  <a:srgbClr val="294171"/>
                </a:solidFill>
              </a:rPr>
              <a:t>’) 		</a:t>
            </a:r>
            <a:r>
              <a:rPr lang="nl-NL" kern="0" dirty="0" err="1">
                <a:solidFill>
                  <a:srgbClr val="294171"/>
                </a:solidFill>
              </a:rPr>
              <a:t>write</a:t>
            </a:r>
            <a:r>
              <a:rPr lang="nl-NL" kern="0" dirty="0">
                <a:solidFill>
                  <a:srgbClr val="294171"/>
                </a:solidFill>
              </a:rPr>
              <a:t>/schrijven (bestaande inhoud wordt gewist)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kern="0" dirty="0">
                <a:solidFill>
                  <a:srgbClr val="294171"/>
                </a:solidFill>
              </a:rPr>
              <a:t>open('klassen.txt', '</a:t>
            </a:r>
            <a:r>
              <a:rPr lang="nl-NL" kern="0" dirty="0">
                <a:solidFill>
                  <a:srgbClr val="294171"/>
                </a:solidFill>
                <a:highlight>
                  <a:srgbClr val="FFFF00"/>
                </a:highlight>
              </a:rPr>
              <a:t>a</a:t>
            </a:r>
            <a:r>
              <a:rPr lang="nl-NL" kern="0" dirty="0">
                <a:solidFill>
                  <a:srgbClr val="294171"/>
                </a:solidFill>
              </a:rPr>
              <a:t>’) 		append/toevoegen (cursor staat aan het einde)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kern="0" dirty="0">
              <a:solidFill>
                <a:srgbClr val="294171"/>
              </a:solidFill>
            </a:endParaRPr>
          </a:p>
        </p:txBody>
      </p:sp>
      <p:sp>
        <p:nvSpPr>
          <p:cNvPr id="11" name="Bijschrift: lijn 10">
            <a:extLst>
              <a:ext uri="{FF2B5EF4-FFF2-40B4-BE49-F238E27FC236}">
                <a16:creationId xmlns:a16="http://schemas.microsoft.com/office/drawing/2014/main" id="{47BCA645-7C42-66D1-72F9-451F0D3C7393}"/>
              </a:ext>
            </a:extLst>
          </p:cNvPr>
          <p:cNvSpPr/>
          <p:nvPr/>
        </p:nvSpPr>
        <p:spPr>
          <a:xfrm>
            <a:off x="9286513" y="4780967"/>
            <a:ext cx="2514962" cy="584775"/>
          </a:xfrm>
          <a:prstGeom prst="borderCallout1">
            <a:avLst>
              <a:gd name="adj1" fmla="val 99379"/>
              <a:gd name="adj2" fmla="val 53060"/>
              <a:gd name="adj3" fmla="val 226538"/>
              <a:gd name="adj4" fmla="val 2778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1600" kern="0" dirty="0">
                <a:solidFill>
                  <a:srgbClr val="294171"/>
                </a:solidFill>
              </a:rPr>
              <a:t>Modi ‘a’ en ‘w’ creëren het bestand als dit niet bestaat!</a:t>
            </a:r>
          </a:p>
        </p:txBody>
      </p:sp>
    </p:spTree>
    <p:extLst>
      <p:ext uri="{BB962C8B-B14F-4D97-AF65-F5344CB8AC3E}">
        <p14:creationId xmlns:p14="http://schemas.microsoft.com/office/powerpoint/2010/main" val="50037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6643F-80A6-2886-1062-27BB1C2B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20639F7F-DC65-B221-7D80-C09AB3E8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22" y="2373827"/>
            <a:ext cx="4448654" cy="230832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 =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"klassen.txt"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regels = bestand.readlines()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f'Aantal regels: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(regels)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regel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regels: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(regel)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bestand.close()</a:t>
            </a:r>
            <a:endParaRPr kumimoji="0" lang="nl-NL" altLang="nl-NL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B0725BE-0D8A-E9B0-48D8-132210F56557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Tekstbestanden lezen met </a:t>
            </a:r>
            <a:r>
              <a:rPr lang="nl-NL" sz="3600" b="1" dirty="0" err="1"/>
              <a:t>readlines</a:t>
            </a:r>
            <a:r>
              <a:rPr lang="nl-NL" sz="3600" b="1" dirty="0"/>
              <a:t>()</a:t>
            </a:r>
            <a:endParaRPr lang="nl-NL" sz="36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6727AAE-BEB5-0ABC-C75F-762DF78E4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21" y="2373827"/>
            <a:ext cx="2814892" cy="1535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TICT-ICT-V1A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\n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TICT-ICT-V1B</a:t>
            </a:r>
            <a:r>
              <a:rPr lang="nl-NL" altLang="nl-NL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TICT-ICT-V1C</a:t>
            </a:r>
            <a:r>
              <a:rPr lang="nl-NL" altLang="nl-NL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TICT-ICT-V1D</a:t>
            </a:r>
            <a:r>
              <a:rPr lang="nl-NL" altLang="nl-NL" sz="14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endParaRPr kumimoji="0" lang="nl-NL" altLang="nl-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92AE54A-D7F8-1685-EA97-CBD6DB9787CE}"/>
              </a:ext>
            </a:extLst>
          </p:cNvPr>
          <p:cNvSpPr txBox="1"/>
          <p:nvPr/>
        </p:nvSpPr>
        <p:spPr>
          <a:xfrm>
            <a:off x="2465742" y="2054368"/>
            <a:ext cx="125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klassen.txt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E53B46B7-A065-56D7-3430-18E85CF31546}"/>
              </a:ext>
            </a:extLst>
          </p:cNvPr>
          <p:cNvGrpSpPr/>
          <p:nvPr/>
        </p:nvGrpSpPr>
        <p:grpSpPr>
          <a:xfrm>
            <a:off x="9458325" y="2268625"/>
            <a:ext cx="1941341" cy="2551291"/>
            <a:chOff x="6222079" y="5499300"/>
            <a:chExt cx="1193142" cy="3132490"/>
          </a:xfrm>
          <a:solidFill>
            <a:srgbClr val="FFFFFF"/>
          </a:solidFill>
        </p:grpSpPr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F9C18875-64C9-5F13-6491-E5968B9B2281}"/>
                </a:ext>
              </a:extLst>
            </p:cNvPr>
            <p:cNvSpPr txBox="1"/>
            <p:nvPr/>
          </p:nvSpPr>
          <p:spPr>
            <a:xfrm>
              <a:off x="6222079" y="5643187"/>
              <a:ext cx="1193142" cy="2988603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Aantal regels: 4</a:t>
              </a:r>
            </a:p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TICT-ICT-V1A</a:t>
              </a:r>
            </a:p>
            <a:p>
              <a:endParaRPr lang="fi-FI" sz="1600" kern="0" dirty="0">
                <a:solidFill>
                  <a:prstClr val="black"/>
                </a:solidFill>
                <a:cs typeface="Courier New" panose="02070309020205020404" pitchFamily="49" charset="0"/>
              </a:endParaRPr>
            </a:p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TICT-ICT-V1B</a:t>
              </a:r>
            </a:p>
            <a:p>
              <a:endParaRPr lang="fi-FI" sz="1600" kern="0" dirty="0">
                <a:solidFill>
                  <a:prstClr val="black"/>
                </a:solidFill>
                <a:cs typeface="Courier New" panose="02070309020205020404" pitchFamily="49" charset="0"/>
              </a:endParaRPr>
            </a:p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TICT-ICT-V1C</a:t>
              </a:r>
            </a:p>
            <a:p>
              <a:endParaRPr lang="fi-FI" sz="1600" kern="0" dirty="0">
                <a:solidFill>
                  <a:prstClr val="black"/>
                </a:solidFill>
                <a:cs typeface="Courier New" panose="02070309020205020404" pitchFamily="49" charset="0"/>
              </a:endParaRPr>
            </a:p>
            <a:p>
              <a:r>
                <a:rPr lang="fi-FI" sz="1600" kern="0" dirty="0">
                  <a:solidFill>
                    <a:prstClr val="black"/>
                  </a:solidFill>
                  <a:cs typeface="Courier New" panose="02070309020205020404" pitchFamily="49" charset="0"/>
                </a:rPr>
                <a:t>TICT-ICT-V1D</a:t>
              </a:r>
            </a:p>
            <a:p>
              <a:endParaRPr lang="fi-FI" sz="1600" kern="0" dirty="0">
                <a:solidFill>
                  <a:prstClr val="black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9" name="Tekstvak 8">
              <a:extLst>
                <a:ext uri="{FF2B5EF4-FFF2-40B4-BE49-F238E27FC236}">
                  <a16:creationId xmlns:a16="http://schemas.microsoft.com/office/drawing/2014/main" id="{28CC3DAF-AD70-F28D-D08F-033F1F1AD300}"/>
                </a:ext>
              </a:extLst>
            </p:cNvPr>
            <p:cNvSpPr txBox="1"/>
            <p:nvPr/>
          </p:nvSpPr>
          <p:spPr>
            <a:xfrm>
              <a:off x="6337002" y="5499300"/>
              <a:ext cx="584791" cy="264523"/>
            </a:xfrm>
            <a:prstGeom prst="rect">
              <a:avLst/>
            </a:prstGeom>
            <a:grpFill/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sp>
        <p:nvSpPr>
          <p:cNvPr id="3" name="Bijschrift: lijn 2">
            <a:extLst>
              <a:ext uri="{FF2B5EF4-FFF2-40B4-BE49-F238E27FC236}">
                <a16:creationId xmlns:a16="http://schemas.microsoft.com/office/drawing/2014/main" id="{FF781474-5FEF-3950-7084-C82293754866}"/>
              </a:ext>
            </a:extLst>
          </p:cNvPr>
          <p:cNvSpPr/>
          <p:nvPr/>
        </p:nvSpPr>
        <p:spPr>
          <a:xfrm>
            <a:off x="8505018" y="5220230"/>
            <a:ext cx="3232093" cy="584775"/>
          </a:xfrm>
          <a:prstGeom prst="borderCallout1">
            <a:avLst>
              <a:gd name="adj1" fmla="val 21"/>
              <a:gd name="adj2" fmla="val 88560"/>
              <a:gd name="adj3" fmla="val -95971"/>
              <a:gd name="adj4" fmla="val 7993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1600" kern="0" dirty="0">
                <a:solidFill>
                  <a:srgbClr val="294171"/>
                </a:solidFill>
              </a:rPr>
              <a:t>De </a:t>
            </a:r>
            <a:r>
              <a:rPr lang="nl-NL" sz="1600" kern="0" dirty="0">
                <a:solidFill>
                  <a:srgbClr val="FF0000"/>
                </a:solidFill>
              </a:rPr>
              <a:t>\n </a:t>
            </a:r>
            <a:r>
              <a:rPr lang="nl-NL" sz="1600" kern="0" dirty="0">
                <a:solidFill>
                  <a:srgbClr val="294171"/>
                </a:solidFill>
              </a:rPr>
              <a:t>uit het bestand wordt geprint, evenals de </a:t>
            </a:r>
            <a:r>
              <a:rPr lang="nl-NL" sz="1600" kern="0" dirty="0">
                <a:solidFill>
                  <a:srgbClr val="FF0000"/>
                </a:solidFill>
              </a:rPr>
              <a:t>\n </a:t>
            </a:r>
            <a:r>
              <a:rPr lang="nl-NL" sz="1600" kern="0" dirty="0">
                <a:solidFill>
                  <a:srgbClr val="294171"/>
                </a:solidFill>
              </a:rPr>
              <a:t>van de print functie!</a:t>
            </a:r>
          </a:p>
        </p:txBody>
      </p:sp>
    </p:spTree>
    <p:extLst>
      <p:ext uri="{BB962C8B-B14F-4D97-AF65-F5344CB8AC3E}">
        <p14:creationId xmlns:p14="http://schemas.microsoft.com/office/powerpoint/2010/main" val="80233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6EF8C-A926-307F-3638-37CC2CFDF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vak 7">
            <a:extLst>
              <a:ext uri="{FF2B5EF4-FFF2-40B4-BE49-F238E27FC236}">
                <a16:creationId xmlns:a16="http://schemas.microsoft.com/office/drawing/2014/main" id="{2788352E-9B0F-FFB9-DD6B-1E99A3F1D4D3}"/>
              </a:ext>
            </a:extLst>
          </p:cNvPr>
          <p:cNvSpPr txBox="1"/>
          <p:nvPr/>
        </p:nvSpPr>
        <p:spPr>
          <a:xfrm>
            <a:off x="6714135" y="2033460"/>
            <a:ext cx="4744440" cy="12029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108000" tIns="144000" rIns="108000" bIns="72000">
            <a:spAutoFit/>
          </a:bodyPr>
          <a:lstStyle/>
          <a:p>
            <a:r>
              <a:rPr lang="nl-NL" sz="1600" kern="0" dirty="0">
                <a:solidFill>
                  <a:schemeClr val="bg1"/>
                </a:solidFill>
                <a:cs typeface="Courier New" panose="02070309020205020404" pitchFamily="49" charset="0"/>
              </a:rPr>
              <a:t>Geef max. 10 regels tekst!</a:t>
            </a:r>
          </a:p>
          <a:p>
            <a:r>
              <a:rPr lang="nl-NL" sz="1600" kern="0" dirty="0">
                <a:solidFill>
                  <a:schemeClr val="bg1"/>
                </a:solidFill>
                <a:cs typeface="Courier New" panose="02070309020205020404" pitchFamily="49" charset="0"/>
              </a:rPr>
              <a:t>Regel 1: </a:t>
            </a:r>
            <a:r>
              <a:rPr lang="nl-NL" sz="1600" b="1" i="1" dirty="0">
                <a:solidFill>
                  <a:schemeClr val="accent6"/>
                </a:solidFill>
              </a:rPr>
              <a:t>Python is een leuke taal!</a:t>
            </a:r>
          </a:p>
          <a:p>
            <a:r>
              <a:rPr lang="nl-NL" sz="1600" kern="0" dirty="0">
                <a:solidFill>
                  <a:schemeClr val="bg1"/>
                </a:solidFill>
                <a:cs typeface="Courier New" panose="02070309020205020404" pitchFamily="49" charset="0"/>
              </a:rPr>
              <a:t>Regel 2: </a:t>
            </a:r>
            <a:r>
              <a:rPr lang="nl-NL" sz="1600" b="1" i="1" dirty="0">
                <a:solidFill>
                  <a:schemeClr val="accent6"/>
                </a:solidFill>
              </a:rPr>
              <a:t>Hoewel niet iedereen er zo over denkt.</a:t>
            </a:r>
          </a:p>
          <a:p>
            <a:r>
              <a:rPr lang="nl-NL" sz="1600" kern="0" dirty="0">
                <a:solidFill>
                  <a:schemeClr val="bg1"/>
                </a:solidFill>
                <a:cs typeface="Courier New" panose="02070309020205020404" pitchFamily="49" charset="0"/>
              </a:rPr>
              <a:t>Regel 3: </a:t>
            </a:r>
            <a:endParaRPr lang="fi-FI" sz="1600" kern="0" dirty="0">
              <a:solidFill>
                <a:schemeClr val="bg1"/>
              </a:solidFill>
              <a:cs typeface="Courier New" panose="02070309020205020404" pitchFamily="49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CD8A1541-97AE-6887-966D-3CC5CA2598F8}"/>
              </a:ext>
            </a:extLst>
          </p:cNvPr>
          <p:cNvSpPr txBox="1"/>
          <p:nvPr/>
        </p:nvSpPr>
        <p:spPr>
          <a:xfrm>
            <a:off x="6714000" y="2030700"/>
            <a:ext cx="4744440" cy="12029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chemeClr val="accent1"/>
            </a:solidFill>
          </a:ln>
        </p:spPr>
        <p:txBody>
          <a:bodyPr wrap="square" lIns="108000" tIns="144000" rIns="108000" bIns="72000">
            <a:spAutoFit/>
          </a:bodyPr>
          <a:lstStyle/>
          <a:p>
            <a:r>
              <a:rPr lang="nl-NL" sz="1600" kern="0" dirty="0">
                <a:solidFill>
                  <a:prstClr val="black"/>
                </a:solidFill>
                <a:cs typeface="Courier New" panose="02070309020205020404" pitchFamily="49" charset="0"/>
              </a:rPr>
              <a:t>Geef max. 10 regels tekst!</a:t>
            </a:r>
          </a:p>
          <a:p>
            <a:r>
              <a:rPr lang="nl-NL" sz="1600" kern="0" dirty="0">
                <a:solidFill>
                  <a:prstClr val="black"/>
                </a:solidFill>
                <a:cs typeface="Courier New" panose="02070309020205020404" pitchFamily="49" charset="0"/>
              </a:rPr>
              <a:t>Regel 1:</a:t>
            </a:r>
            <a:endParaRPr lang="nl-NL" sz="1600" b="1" i="1" dirty="0">
              <a:solidFill>
                <a:schemeClr val="accent6"/>
              </a:solidFill>
            </a:endParaRPr>
          </a:p>
          <a:p>
            <a:r>
              <a:rPr lang="nl-NL" sz="1600" kern="0" dirty="0">
                <a:solidFill>
                  <a:prstClr val="black"/>
                </a:solidFill>
                <a:cs typeface="Courier New" panose="02070309020205020404" pitchFamily="49" charset="0"/>
              </a:rPr>
              <a:t>Regel 2:</a:t>
            </a:r>
            <a:endParaRPr lang="nl-NL" sz="1600" b="1" i="1" dirty="0">
              <a:solidFill>
                <a:schemeClr val="accent6"/>
              </a:solidFill>
            </a:endParaRPr>
          </a:p>
          <a:p>
            <a:r>
              <a:rPr lang="nl-NL" sz="1600" kern="0" dirty="0">
                <a:solidFill>
                  <a:prstClr val="black"/>
                </a:solidFill>
                <a:cs typeface="Courier New" panose="02070309020205020404" pitchFamily="49" charset="0"/>
              </a:rPr>
              <a:t>Regel 3: </a:t>
            </a:r>
            <a:endParaRPr lang="fi-FI" sz="1600" kern="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48064C7-9503-BDBD-A84F-65ECB3D6E00D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nl-NL" sz="3600" b="1" dirty="0"/>
              <a:t>Tekstbestanden schrijven</a:t>
            </a:r>
            <a:endParaRPr lang="nl-NL" sz="36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C70EAD3-6567-ABBC-AD8D-4FFF270D6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4135" y="3962303"/>
            <a:ext cx="4744440" cy="153577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sz="1600" dirty="0">
                <a:solidFill>
                  <a:srgbClr val="080808"/>
                </a:solidFill>
              </a:rPr>
              <a:t>Python is een leuke taal!</a:t>
            </a:r>
            <a:r>
              <a:rPr lang="nl-NL" altLang="nl-NL" sz="1600" dirty="0">
                <a:solidFill>
                  <a:srgbClr val="FF0000"/>
                </a:solidFill>
              </a:rPr>
              <a:t>\n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sz="1600" dirty="0">
                <a:solidFill>
                  <a:srgbClr val="080808"/>
                </a:solidFill>
              </a:rPr>
              <a:t>Hoewel niet iedereen er zo over denkt.</a:t>
            </a:r>
            <a:r>
              <a:rPr lang="nl-NL" altLang="nl-NL" sz="1600" dirty="0">
                <a:solidFill>
                  <a:srgbClr val="FF0000"/>
                </a:solidFill>
              </a:rPr>
              <a:t>\n</a:t>
            </a:r>
            <a:endParaRPr lang="nl-NL" altLang="nl-NL" sz="3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nl-NL" altLang="nl-N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0B555645-34D0-931E-B31B-1D9AEFFB4774}"/>
              </a:ext>
            </a:extLst>
          </p:cNvPr>
          <p:cNvSpPr txBox="1"/>
          <p:nvPr/>
        </p:nvSpPr>
        <p:spPr>
          <a:xfrm>
            <a:off x="10464213" y="3621546"/>
            <a:ext cx="1070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demo.txt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E19F2E7-3B0E-661D-21EE-8FE9C632F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7" y="1988122"/>
            <a:ext cx="4673074" cy="350995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"demo.txt"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"Geef max. 10 regels tekst!"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nieuwe_regel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f"Regel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nieuwe_regel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bestand.write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nieuwe_regel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bestand.write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bestand.close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F181B238-F9E0-0900-247F-105BB77F083D}"/>
              </a:ext>
            </a:extLst>
          </p:cNvPr>
          <p:cNvSpPr txBox="1"/>
          <p:nvPr/>
        </p:nvSpPr>
        <p:spPr>
          <a:xfrm>
            <a:off x="6910590" y="1916268"/>
            <a:ext cx="999670" cy="215443"/>
          </a:xfrm>
          <a:prstGeom prst="rect">
            <a:avLst/>
          </a:prstGeom>
          <a:solidFill>
            <a:srgbClr val="FFFFFF"/>
          </a:solidFill>
        </p:spPr>
        <p:txBody>
          <a:bodyPr wrap="square" lIns="36000" tIns="0" rIns="0" bIns="0" rtlCol="0">
            <a:spAutoFit/>
          </a:bodyPr>
          <a:lstStyle/>
          <a:p>
            <a:pPr algn="ctr"/>
            <a:r>
              <a:rPr lang="nl-NL" sz="1400" dirty="0"/>
              <a:t>uitvoer</a:t>
            </a:r>
          </a:p>
        </p:txBody>
      </p: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8E2E7904-3DD4-BB7B-171E-C069CA827940}"/>
              </a:ext>
            </a:extLst>
          </p:cNvPr>
          <p:cNvCxnSpPr/>
          <p:nvPr/>
        </p:nvCxnSpPr>
        <p:spPr>
          <a:xfrm>
            <a:off x="6777037" y="4043363"/>
            <a:ext cx="0" cy="166688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6447A2E9-957C-FD87-02FD-5B852BE605C1}"/>
              </a:ext>
            </a:extLst>
          </p:cNvPr>
          <p:cNvCxnSpPr/>
          <p:nvPr/>
        </p:nvCxnSpPr>
        <p:spPr>
          <a:xfrm>
            <a:off x="6777035" y="4286256"/>
            <a:ext cx="0" cy="166688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Rechte verbindingslijn 21">
            <a:extLst>
              <a:ext uri="{FF2B5EF4-FFF2-40B4-BE49-F238E27FC236}">
                <a16:creationId xmlns:a16="http://schemas.microsoft.com/office/drawing/2014/main" id="{CACD8853-AB3F-FEBA-5F90-D85ED748D4C5}"/>
              </a:ext>
            </a:extLst>
          </p:cNvPr>
          <p:cNvCxnSpPr/>
          <p:nvPr/>
        </p:nvCxnSpPr>
        <p:spPr>
          <a:xfrm>
            <a:off x="6777035" y="4505331"/>
            <a:ext cx="0" cy="166688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2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35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51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901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01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B6BF-BF58-569C-21CE-EF57710E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1E7B45C-8E7E-FB0B-77A0-78FD954164B2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E3F12A64-8D08-780A-924A-7D298ACC191B}"/>
              </a:ext>
            </a:extLst>
          </p:cNvPr>
          <p:cNvSpPr txBox="1"/>
          <p:nvPr/>
        </p:nvSpPr>
        <p:spPr bwMode="auto">
          <a:xfrm>
            <a:off x="709358" y="1470029"/>
            <a:ext cx="10492038" cy="4111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Maak een bestand aan in je </a:t>
            </a:r>
            <a:r>
              <a:rPr lang="nl-NL" sz="2000" dirty="0" err="1"/>
              <a:t>PyCharm</a:t>
            </a:r>
            <a:r>
              <a:rPr lang="nl-NL" sz="2000" dirty="0"/>
              <a:t> project, bijv. huisgenoten.txt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Vul dit bestand met de namen en leeftijden van je huisgenoten.</a:t>
            </a:r>
            <a:br>
              <a:rPr lang="nl-NL" sz="2000" dirty="0"/>
            </a:br>
            <a:r>
              <a:rPr lang="nl-NL" sz="2000" dirty="0"/>
              <a:t>Gebruik per persoon 1 regel, en zorg dat naam en leeftijd gescheiden zijn door een komma.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sz="2000" dirty="0"/>
              <a:t>Lees het bestand en print: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dirty="0"/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dirty="0"/>
              <a:t>Per persoon een tekst, gebaseerd op de leeftijd, </a:t>
            </a:r>
            <a:r>
              <a:rPr lang="nl-NL" sz="2000" dirty="0" err="1"/>
              <a:t>bijv</a:t>
            </a:r>
            <a:r>
              <a:rPr lang="nl-NL" sz="2000" dirty="0"/>
              <a:t>: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2000" dirty="0"/>
              <a:t>	&lt;naam in hoofdletters&gt;: volwassen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2000" dirty="0"/>
              <a:t>	&lt;naam in hoofdletters&gt;: baby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2000" dirty="0"/>
              <a:t>	&lt;naam in hoofdletters&gt;: kind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dirty="0"/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dirty="0"/>
              <a:t>Aan het einde: het aantal huisgenoten en de optelsom van de leeftijden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802423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ED84-C769-0915-1A13-AA636B1A4139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Opdracht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64CD6D6-BD39-23D7-5E97-388C4C555903}"/>
              </a:ext>
            </a:extLst>
          </p:cNvPr>
          <p:cNvSpPr txBox="1">
            <a:spLocks noChangeArrowheads="1"/>
          </p:cNvSpPr>
          <p:nvPr/>
        </p:nvSpPr>
        <p:spPr>
          <a:xfrm>
            <a:off x="709358" y="1724025"/>
            <a:ext cx="8229600" cy="3695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Deze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de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quiz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(optioneel)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openstaande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opdrachten af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Voor volgende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de voorbereidingsopdrachten </a:t>
            </a:r>
          </a:p>
          <a:p>
            <a:pPr>
              <a:defRPr/>
            </a:pPr>
            <a:r>
              <a:rPr lang="nl-NL" sz="2400" b="1" u="sng" dirty="0">
                <a:solidFill>
                  <a:sysClr val="windowText" lastClr="000000"/>
                </a:solidFill>
                <a:latin typeface="Calibri"/>
              </a:rPr>
              <a:t>L</a:t>
            </a:r>
            <a:r>
              <a:rPr kumimoji="0" lang="nl-NL" sz="2400" b="1" i="0" u="sng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ees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op Canvas genoemde literatuur!!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met de oefeningen op Canvas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88350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2139</Words>
  <Application>Microsoft Office PowerPoint</Application>
  <PresentationFormat>Breedbeeld</PresentationFormat>
  <Paragraphs>281</Paragraphs>
  <Slides>20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20</vt:i4>
      </vt:variant>
    </vt:vector>
  </HeadingPairs>
  <TitlesOfParts>
    <vt:vector size="28" baseType="lpstr">
      <vt:lpstr>Consolas</vt:lpstr>
      <vt:lpstr>Calibri</vt:lpstr>
      <vt:lpstr>Courier New</vt:lpstr>
      <vt:lpstr>Wingdings</vt:lpstr>
      <vt:lpstr>Calibri Light</vt:lpstr>
      <vt:lpstr>Arial</vt:lpstr>
      <vt:lpstr>Kantoorthema</vt:lpstr>
      <vt:lpstr>1_Kantoorthema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Bart van Eijkelenburg</dc:creator>
  <cp:lastModifiedBy>Bart van Eijkelenburg</cp:lastModifiedBy>
  <cp:revision>7</cp:revision>
  <dcterms:created xsi:type="dcterms:W3CDTF">2020-09-21T17:56:54Z</dcterms:created>
  <dcterms:modified xsi:type="dcterms:W3CDTF">2025-07-01T10:37:39Z</dcterms:modified>
</cp:coreProperties>
</file>