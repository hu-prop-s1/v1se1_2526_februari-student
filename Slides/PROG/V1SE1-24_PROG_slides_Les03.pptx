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2"/>
  </p:sldMasterIdLst>
  <p:notesMasterIdLst>
    <p:notesMasterId r:id="rId32"/>
  </p:notesMasterIdLst>
  <p:sldIdLst>
    <p:sldId id="256" r:id="rId3"/>
    <p:sldId id="337" r:id="rId4"/>
    <p:sldId id="339" r:id="rId5"/>
    <p:sldId id="338" r:id="rId6"/>
    <p:sldId id="271" r:id="rId7"/>
    <p:sldId id="342" r:id="rId8"/>
    <p:sldId id="343" r:id="rId9"/>
    <p:sldId id="344" r:id="rId10"/>
    <p:sldId id="280" r:id="rId11"/>
    <p:sldId id="319" r:id="rId12"/>
    <p:sldId id="345" r:id="rId13"/>
    <p:sldId id="346" r:id="rId14"/>
    <p:sldId id="348" r:id="rId15"/>
    <p:sldId id="347" r:id="rId16"/>
    <p:sldId id="352" r:id="rId17"/>
    <p:sldId id="349" r:id="rId18"/>
    <p:sldId id="351" r:id="rId19"/>
    <p:sldId id="350" r:id="rId20"/>
    <p:sldId id="353" r:id="rId21"/>
    <p:sldId id="354" r:id="rId22"/>
    <p:sldId id="355" r:id="rId23"/>
    <p:sldId id="356" r:id="rId24"/>
    <p:sldId id="362" r:id="rId25"/>
    <p:sldId id="360" r:id="rId26"/>
    <p:sldId id="361" r:id="rId27"/>
    <p:sldId id="359" r:id="rId28"/>
    <p:sldId id="341" r:id="rId29"/>
    <p:sldId id="266" r:id="rId30"/>
    <p:sldId id="269" r:id="rId31"/>
  </p:sldIdLst>
  <p:sldSz cx="12192000" cy="6858000"/>
  <p:notesSz cx="6858000" cy="9144000"/>
  <p:embeddedFontLst>
    <p:embeddedFont>
      <p:font typeface="Consolas" panose="020B0609020204030204" pitchFamily="49" charset="0"/>
      <p:regular r:id="rId33"/>
      <p:bold r:id="rId34"/>
      <p:italic r:id="rId35"/>
      <p:boldItalic r:id="rId36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803E4E-13EE-4477-8A89-13B067C6B17C}" v="1945" dt="2025-06-21T23:02:42.2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650" autoAdjust="0"/>
    <p:restoredTop sz="95033" autoAdjust="0"/>
  </p:normalViewPr>
  <p:slideViewPr>
    <p:cSldViewPr snapToGrid="0">
      <p:cViewPr varScale="1">
        <p:scale>
          <a:sx n="79" d="100"/>
          <a:sy n="79" d="100"/>
        </p:scale>
        <p:origin x="134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font" Target="fonts/font2.fntdata"/><Relationship Id="rId42" Type="http://schemas.microsoft.com/office/2015/10/relationships/revisionInfo" Target="revisionInfo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3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1.fntdata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t van Eijkelenburg" userId="32564be6-3772-4f77-8099-aa7e4c72ca61" providerId="ADAL" clId="{D1803E4E-13EE-4477-8A89-13B067C6B17C}"/>
    <pc:docChg chg="undo redo custSel addSld delSld modSld sldOrd modShowInfo">
      <pc:chgData name="Bart van Eijkelenburg" userId="32564be6-3772-4f77-8099-aa7e4c72ca61" providerId="ADAL" clId="{D1803E4E-13EE-4477-8A89-13B067C6B17C}" dt="2025-06-23T23:34:08.122" v="12726" actId="20577"/>
      <pc:docMkLst>
        <pc:docMk/>
      </pc:docMkLst>
      <pc:sldChg chg="modSp mod">
        <pc:chgData name="Bart van Eijkelenburg" userId="32564be6-3772-4f77-8099-aa7e4c72ca61" providerId="ADAL" clId="{D1803E4E-13EE-4477-8A89-13B067C6B17C}" dt="2025-06-21T11:58:29.230" v="11889" actId="14100"/>
        <pc:sldMkLst>
          <pc:docMk/>
          <pc:sldMk cId="1476033365" sldId="256"/>
        </pc:sldMkLst>
        <pc:spChg chg="mod">
          <ac:chgData name="Bart van Eijkelenburg" userId="32564be6-3772-4f77-8099-aa7e4c72ca61" providerId="ADAL" clId="{D1803E4E-13EE-4477-8A89-13B067C6B17C}" dt="2025-06-21T08:26:44.326" v="11879" actId="6549"/>
          <ac:spMkLst>
            <pc:docMk/>
            <pc:sldMk cId="1476033365" sldId="256"/>
            <ac:spMk id="34" creationId="{9BB55EC6-A072-40A0-9333-899B55B8B8B5}"/>
          </ac:spMkLst>
        </pc:spChg>
        <pc:spChg chg="mod">
          <ac:chgData name="Bart van Eijkelenburg" userId="32564be6-3772-4f77-8099-aa7e4c72ca61" providerId="ADAL" clId="{D1803E4E-13EE-4477-8A89-13B067C6B17C}" dt="2025-06-21T11:58:27.663" v="11885" actId="1076"/>
          <ac:spMkLst>
            <pc:docMk/>
            <pc:sldMk cId="1476033365" sldId="256"/>
            <ac:spMk id="39" creationId="{EDD89FAB-5A6A-4B1B-87F9-3E613169558B}"/>
          </ac:spMkLst>
        </pc:spChg>
        <pc:grpChg chg="mod">
          <ac:chgData name="Bart van Eijkelenburg" userId="32564be6-3772-4f77-8099-aa7e4c72ca61" providerId="ADAL" clId="{D1803E4E-13EE-4477-8A89-13B067C6B17C}" dt="2025-06-21T11:58:29.230" v="11889" actId="14100"/>
          <ac:grpSpMkLst>
            <pc:docMk/>
            <pc:sldMk cId="1476033365" sldId="256"/>
            <ac:grpSpMk id="31" creationId="{241AB350-70F0-495B-93B0-B5A5BD07D4BA}"/>
          </ac:grpSpMkLst>
        </pc:grpChg>
        <pc:picChg chg="mod">
          <ac:chgData name="Bart van Eijkelenburg" userId="32564be6-3772-4f77-8099-aa7e4c72ca61" providerId="ADAL" clId="{D1803E4E-13EE-4477-8A89-13B067C6B17C}" dt="2025-06-21T11:58:27.810" v="11886" actId="1076"/>
          <ac:picMkLst>
            <pc:docMk/>
            <pc:sldMk cId="1476033365" sldId="256"/>
            <ac:picMk id="38" creationId="{06FEFDD3-52AB-414C-A8EC-4FBB50E41652}"/>
          </ac:picMkLst>
        </pc:picChg>
      </pc:sldChg>
      <pc:sldChg chg="del">
        <pc:chgData name="Bart van Eijkelenburg" userId="32564be6-3772-4f77-8099-aa7e4c72ca61" providerId="ADAL" clId="{D1803E4E-13EE-4477-8A89-13B067C6B17C}" dt="2025-06-11T10:06:20.943" v="7007" actId="2696"/>
        <pc:sldMkLst>
          <pc:docMk/>
          <pc:sldMk cId="4102763331" sldId="258"/>
        </pc:sldMkLst>
      </pc:sldChg>
      <pc:sldChg chg="modSp del mod ord">
        <pc:chgData name="Bart van Eijkelenburg" userId="32564be6-3772-4f77-8099-aa7e4c72ca61" providerId="ADAL" clId="{D1803E4E-13EE-4477-8A89-13B067C6B17C}" dt="2025-06-11T07:55:40.265" v="3884" actId="2696"/>
        <pc:sldMkLst>
          <pc:docMk/>
          <pc:sldMk cId="3356072245" sldId="259"/>
        </pc:sldMkLst>
      </pc:sldChg>
      <pc:sldChg chg="del">
        <pc:chgData name="Bart van Eijkelenburg" userId="32564be6-3772-4f77-8099-aa7e4c72ca61" providerId="ADAL" clId="{D1803E4E-13EE-4477-8A89-13B067C6B17C}" dt="2025-06-11T10:06:24.958" v="7008" actId="2696"/>
        <pc:sldMkLst>
          <pc:docMk/>
          <pc:sldMk cId="1721435704" sldId="260"/>
        </pc:sldMkLst>
      </pc:sldChg>
      <pc:sldChg chg="del">
        <pc:chgData name="Bart van Eijkelenburg" userId="32564be6-3772-4f77-8099-aa7e4c72ca61" providerId="ADAL" clId="{D1803E4E-13EE-4477-8A89-13B067C6B17C}" dt="2025-06-11T10:06:28.135" v="7009" actId="2696"/>
        <pc:sldMkLst>
          <pc:docMk/>
          <pc:sldMk cId="2315214560" sldId="261"/>
        </pc:sldMkLst>
      </pc:sldChg>
      <pc:sldChg chg="del">
        <pc:chgData name="Bart van Eijkelenburg" userId="32564be6-3772-4f77-8099-aa7e4c72ca61" providerId="ADAL" clId="{D1803E4E-13EE-4477-8A89-13B067C6B17C}" dt="2025-06-11T10:06:32.086" v="7010" actId="2696"/>
        <pc:sldMkLst>
          <pc:docMk/>
          <pc:sldMk cId="2134301840" sldId="262"/>
        </pc:sldMkLst>
      </pc:sldChg>
      <pc:sldChg chg="del">
        <pc:chgData name="Bart van Eijkelenburg" userId="32564be6-3772-4f77-8099-aa7e4c72ca61" providerId="ADAL" clId="{D1803E4E-13EE-4477-8A89-13B067C6B17C}" dt="2025-06-11T10:11:52.813" v="7065" actId="2696"/>
        <pc:sldMkLst>
          <pc:docMk/>
          <pc:sldMk cId="2116510436" sldId="263"/>
        </pc:sldMkLst>
      </pc:sldChg>
      <pc:sldChg chg="del">
        <pc:chgData name="Bart van Eijkelenburg" userId="32564be6-3772-4f77-8099-aa7e4c72ca61" providerId="ADAL" clId="{D1803E4E-13EE-4477-8A89-13B067C6B17C}" dt="2025-06-12T11:48:33.525" v="10735" actId="2696"/>
        <pc:sldMkLst>
          <pc:docMk/>
          <pc:sldMk cId="3353123897" sldId="264"/>
        </pc:sldMkLst>
      </pc:sldChg>
      <pc:sldChg chg="del">
        <pc:chgData name="Bart van Eijkelenburg" userId="32564be6-3772-4f77-8099-aa7e4c72ca61" providerId="ADAL" clId="{D1803E4E-13EE-4477-8A89-13B067C6B17C}" dt="2025-06-12T11:48:56.077" v="10736" actId="2696"/>
        <pc:sldMkLst>
          <pc:docMk/>
          <pc:sldMk cId="4130047157" sldId="265"/>
        </pc:sldMkLst>
      </pc:sldChg>
      <pc:sldChg chg="addSp delSp modSp mod ord delAnim">
        <pc:chgData name="Bart van Eijkelenburg" userId="32564be6-3772-4f77-8099-aa7e4c72ca61" providerId="ADAL" clId="{D1803E4E-13EE-4477-8A89-13B067C6B17C}" dt="2025-06-12T12:08:03.370" v="11876" actId="14100"/>
        <pc:sldMkLst>
          <pc:docMk/>
          <pc:sldMk cId="3508768848" sldId="266"/>
        </pc:sldMkLst>
        <pc:spChg chg="add mod">
          <ac:chgData name="Bart van Eijkelenburg" userId="32564be6-3772-4f77-8099-aa7e4c72ca61" providerId="ADAL" clId="{D1803E4E-13EE-4477-8A89-13B067C6B17C}" dt="2025-06-12T12:08:03.370" v="11876" actId="14100"/>
          <ac:spMkLst>
            <pc:docMk/>
            <pc:sldMk cId="3508768848" sldId="266"/>
            <ac:spMk id="2" creationId="{3A5BACA9-69A3-212E-4ECA-D6D1CD16C989}"/>
          </ac:spMkLst>
        </pc:spChg>
        <pc:spChg chg="mod">
          <ac:chgData name="Bart van Eijkelenburg" userId="32564be6-3772-4f77-8099-aa7e4c72ca61" providerId="ADAL" clId="{D1803E4E-13EE-4477-8A89-13B067C6B17C}" dt="2025-06-12T12:00:41.211" v="11320"/>
          <ac:spMkLst>
            <pc:docMk/>
            <pc:sldMk cId="3508768848" sldId="266"/>
            <ac:spMk id="8" creationId="{8250E0C0-69A9-4492-9EC0-240AF000413D}"/>
          </ac:spMkLst>
        </pc:spChg>
      </pc:sldChg>
      <pc:sldChg chg="del">
        <pc:chgData name="Bart van Eijkelenburg" userId="32564be6-3772-4f77-8099-aa7e4c72ca61" providerId="ADAL" clId="{D1803E4E-13EE-4477-8A89-13B067C6B17C}" dt="2025-06-12T11:49:22.557" v="10737" actId="2696"/>
        <pc:sldMkLst>
          <pc:docMk/>
          <pc:sldMk cId="1676682054" sldId="267"/>
        </pc:sldMkLst>
      </pc:sldChg>
      <pc:sldChg chg="del ord">
        <pc:chgData name="Bart van Eijkelenburg" userId="32564be6-3772-4f77-8099-aa7e4c72ca61" providerId="ADAL" clId="{D1803E4E-13EE-4477-8A89-13B067C6B17C}" dt="2025-06-12T11:48:28.604" v="10734" actId="2696"/>
        <pc:sldMkLst>
          <pc:docMk/>
          <pc:sldMk cId="2098375185" sldId="268"/>
        </pc:sldMkLst>
      </pc:sldChg>
      <pc:sldChg chg="modSp mod">
        <pc:chgData name="Bart van Eijkelenburg" userId="32564be6-3772-4f77-8099-aa7e4c72ca61" providerId="ADAL" clId="{D1803E4E-13EE-4477-8A89-13B067C6B17C}" dt="2025-06-23T23:34:08.122" v="12726" actId="20577"/>
        <pc:sldMkLst>
          <pc:docMk/>
          <pc:sldMk cId="2437083787" sldId="269"/>
        </pc:sldMkLst>
        <pc:spChg chg="mod">
          <ac:chgData name="Bart van Eijkelenburg" userId="32564be6-3772-4f77-8099-aa7e4c72ca61" providerId="ADAL" clId="{D1803E4E-13EE-4477-8A89-13B067C6B17C}" dt="2025-06-23T23:34:08.122" v="12726" actId="20577"/>
          <ac:spMkLst>
            <pc:docMk/>
            <pc:sldMk cId="2437083787" sldId="269"/>
            <ac:spMk id="6" creationId="{062AD3EC-0623-4F29-BF04-99EB53CA7212}"/>
          </ac:spMkLst>
        </pc:spChg>
        <pc:spChg chg="mod">
          <ac:chgData name="Bart van Eijkelenburg" userId="32564be6-3772-4f77-8099-aa7e4c72ca61" providerId="ADAL" clId="{D1803E4E-13EE-4477-8A89-13B067C6B17C}" dt="2025-06-21T23:02:42.260" v="12713"/>
          <ac:spMkLst>
            <pc:docMk/>
            <pc:sldMk cId="2437083787" sldId="269"/>
            <ac:spMk id="7" creationId="{F8C3A490-841D-4AB4-B09B-2347033291E3}"/>
          </ac:spMkLst>
        </pc:spChg>
      </pc:sldChg>
      <pc:sldChg chg="modSp mod">
        <pc:chgData name="Bart van Eijkelenburg" userId="32564be6-3772-4f77-8099-aa7e4c72ca61" providerId="ADAL" clId="{D1803E4E-13EE-4477-8A89-13B067C6B17C}" dt="2025-06-21T11:59:19.959" v="11899" actId="6549"/>
        <pc:sldMkLst>
          <pc:docMk/>
          <pc:sldMk cId="1903873643" sldId="271"/>
        </pc:sldMkLst>
        <pc:spChg chg="mod">
          <ac:chgData name="Bart van Eijkelenburg" userId="32564be6-3772-4f77-8099-aa7e4c72ca61" providerId="ADAL" clId="{D1803E4E-13EE-4477-8A89-13B067C6B17C}" dt="2025-06-10T10:15:06.397" v="28" actId="20577"/>
          <ac:spMkLst>
            <pc:docMk/>
            <pc:sldMk cId="1903873643" sldId="271"/>
            <ac:spMk id="6" creationId="{1861992C-CAE6-46A3-8702-F9105BF49459}"/>
          </ac:spMkLst>
        </pc:spChg>
        <pc:spChg chg="mod">
          <ac:chgData name="Bart van Eijkelenburg" userId="32564be6-3772-4f77-8099-aa7e4c72ca61" providerId="ADAL" clId="{D1803E4E-13EE-4477-8A89-13B067C6B17C}" dt="2025-06-21T11:59:19.959" v="11899" actId="6549"/>
          <ac:spMkLst>
            <pc:docMk/>
            <pc:sldMk cId="1903873643" sldId="271"/>
            <ac:spMk id="7" creationId="{F342C854-254B-448B-A6A4-9EC05CC758E5}"/>
          </ac:spMkLst>
        </pc:spChg>
      </pc:sldChg>
      <pc:sldChg chg="del">
        <pc:chgData name="Bart van Eijkelenburg" userId="32564be6-3772-4f77-8099-aa7e4c72ca61" providerId="ADAL" clId="{D1803E4E-13EE-4477-8A89-13B067C6B17C}" dt="2025-06-11T10:06:35.980" v="7011" actId="2696"/>
        <pc:sldMkLst>
          <pc:docMk/>
          <pc:sldMk cId="3843515726" sldId="272"/>
        </pc:sldMkLst>
      </pc:sldChg>
      <pc:sldChg chg="del ord">
        <pc:chgData name="Bart van Eijkelenburg" userId="32564be6-3772-4f77-8099-aa7e4c72ca61" providerId="ADAL" clId="{D1803E4E-13EE-4477-8A89-13B067C6B17C}" dt="2025-06-11T09:51:53.954" v="6851" actId="2696"/>
        <pc:sldMkLst>
          <pc:docMk/>
          <pc:sldMk cId="3286788672" sldId="273"/>
        </pc:sldMkLst>
      </pc:sldChg>
      <pc:sldChg chg="del">
        <pc:chgData name="Bart van Eijkelenburg" userId="32564be6-3772-4f77-8099-aa7e4c72ca61" providerId="ADAL" clId="{D1803E4E-13EE-4477-8A89-13B067C6B17C}" dt="2025-06-11T10:06:39.134" v="7012" actId="2696"/>
        <pc:sldMkLst>
          <pc:docMk/>
          <pc:sldMk cId="3970664828" sldId="274"/>
        </pc:sldMkLst>
      </pc:sldChg>
      <pc:sldChg chg="addSp delSp modSp add mod delAnim modAnim">
        <pc:chgData name="Bart van Eijkelenburg" userId="32564be6-3772-4f77-8099-aa7e4c72ca61" providerId="ADAL" clId="{D1803E4E-13EE-4477-8A89-13B067C6B17C}" dt="2025-06-10T13:15:51.322" v="2240" actId="20577"/>
        <pc:sldMkLst>
          <pc:docMk/>
          <pc:sldMk cId="765026747" sldId="280"/>
        </pc:sldMkLst>
        <pc:spChg chg="mod">
          <ac:chgData name="Bart van Eijkelenburg" userId="32564be6-3772-4f77-8099-aa7e4c72ca61" providerId="ADAL" clId="{D1803E4E-13EE-4477-8A89-13B067C6B17C}" dt="2025-06-10T13:15:51.322" v="2240" actId="20577"/>
          <ac:spMkLst>
            <pc:docMk/>
            <pc:sldMk cId="765026747" sldId="280"/>
            <ac:spMk id="2" creationId="{1BA00D25-078D-3E33-B2B8-0096B72FD2AB}"/>
          </ac:spMkLst>
        </pc:spChg>
        <pc:spChg chg="add mod">
          <ac:chgData name="Bart van Eijkelenburg" userId="32564be6-3772-4f77-8099-aa7e4c72ca61" providerId="ADAL" clId="{D1803E4E-13EE-4477-8A89-13B067C6B17C}" dt="2025-06-10T13:15:25.291" v="2233" actId="1076"/>
          <ac:spMkLst>
            <pc:docMk/>
            <pc:sldMk cId="765026747" sldId="280"/>
            <ac:spMk id="4" creationId="{6A030594-5568-1942-EA1F-C59879426922}"/>
          </ac:spMkLst>
        </pc:spChg>
        <pc:spChg chg="mod">
          <ac:chgData name="Bart van Eijkelenburg" userId="32564be6-3772-4f77-8099-aa7e4c72ca61" providerId="ADAL" clId="{D1803E4E-13EE-4477-8A89-13B067C6B17C}" dt="2025-06-10T12:15:43.150" v="1337" actId="20577"/>
          <ac:spMkLst>
            <pc:docMk/>
            <pc:sldMk cId="765026747" sldId="280"/>
            <ac:spMk id="45" creationId="{9660565D-70AA-AD82-3733-A680DE668B4E}"/>
          </ac:spMkLst>
        </pc:spChg>
      </pc:sldChg>
      <pc:sldChg chg="modSp add mod">
        <pc:chgData name="Bart van Eijkelenburg" userId="32564be6-3772-4f77-8099-aa7e4c72ca61" providerId="ADAL" clId="{D1803E4E-13EE-4477-8A89-13B067C6B17C}" dt="2025-06-21T21:26:25.539" v="12711"/>
        <pc:sldMkLst>
          <pc:docMk/>
          <pc:sldMk cId="2819403296" sldId="319"/>
        </pc:sldMkLst>
        <pc:spChg chg="mod">
          <ac:chgData name="Bart van Eijkelenburg" userId="32564be6-3772-4f77-8099-aa7e4c72ca61" providerId="ADAL" clId="{D1803E4E-13EE-4477-8A89-13B067C6B17C}" dt="2025-06-21T21:26:25.539" v="12711"/>
          <ac:spMkLst>
            <pc:docMk/>
            <pc:sldMk cId="2819403296" sldId="319"/>
            <ac:spMk id="7" creationId="{27E123B4-2802-DFDC-A070-734C36E7BC22}"/>
          </ac:spMkLst>
        </pc:spChg>
      </pc:sldChg>
      <pc:sldChg chg="addSp delSp modSp mod delAnim modAnim">
        <pc:chgData name="Bart van Eijkelenburg" userId="32564be6-3772-4f77-8099-aa7e4c72ca61" providerId="ADAL" clId="{D1803E4E-13EE-4477-8A89-13B067C6B17C}" dt="2025-06-21T12:40:15.648" v="12708" actId="1076"/>
        <pc:sldMkLst>
          <pc:docMk/>
          <pc:sldMk cId="2623265401" sldId="341"/>
        </pc:sldMkLst>
        <pc:spChg chg="add mod ord">
          <ac:chgData name="Bart van Eijkelenburg" userId="32564be6-3772-4f77-8099-aa7e4c72ca61" providerId="ADAL" clId="{D1803E4E-13EE-4477-8A89-13B067C6B17C}" dt="2025-06-21T12:40:10.702" v="12707" actId="1076"/>
          <ac:spMkLst>
            <pc:docMk/>
            <pc:sldMk cId="2623265401" sldId="341"/>
            <ac:spMk id="2" creationId="{39C711FA-2721-8368-F097-C908C64FD1CC}"/>
          </ac:spMkLst>
        </pc:spChg>
        <pc:spChg chg="mod">
          <ac:chgData name="Bart van Eijkelenburg" userId="32564be6-3772-4f77-8099-aa7e4c72ca61" providerId="ADAL" clId="{D1803E4E-13EE-4477-8A89-13B067C6B17C}" dt="2025-06-12T11:56:46.163" v="11221" actId="20577"/>
          <ac:spMkLst>
            <pc:docMk/>
            <pc:sldMk cId="2623265401" sldId="341"/>
            <ac:spMk id="3" creationId="{67E5F406-5245-CC1B-373C-73A3DE47DC98}"/>
          </ac:spMkLst>
        </pc:spChg>
        <pc:spChg chg="mod">
          <ac:chgData name="Bart van Eijkelenburg" userId="32564be6-3772-4f77-8099-aa7e4c72ca61" providerId="ADAL" clId="{D1803E4E-13EE-4477-8A89-13B067C6B17C}" dt="2025-06-12T11:50:09.073" v="10746" actId="20577"/>
          <ac:spMkLst>
            <pc:docMk/>
            <pc:sldMk cId="2623265401" sldId="341"/>
            <ac:spMk id="8" creationId="{883E99FE-003A-E85F-B52A-6448FACC6A3D}"/>
          </ac:spMkLst>
        </pc:spChg>
        <pc:spChg chg="mod">
          <ac:chgData name="Bart van Eijkelenburg" userId="32564be6-3772-4f77-8099-aa7e4c72ca61" providerId="ADAL" clId="{D1803E4E-13EE-4477-8A89-13B067C6B17C}" dt="2025-06-21T12:39:58.734" v="12706" actId="6549"/>
          <ac:spMkLst>
            <pc:docMk/>
            <pc:sldMk cId="2623265401" sldId="341"/>
            <ac:spMk id="15" creationId="{74983E12-BFE2-2080-AD57-D3430B392C88}"/>
          </ac:spMkLst>
        </pc:spChg>
        <pc:spChg chg="mod">
          <ac:chgData name="Bart van Eijkelenburg" userId="32564be6-3772-4f77-8099-aa7e4c72ca61" providerId="ADAL" clId="{D1803E4E-13EE-4477-8A89-13B067C6B17C}" dt="2025-06-12T11:59:45.589" v="11313"/>
          <ac:spMkLst>
            <pc:docMk/>
            <pc:sldMk cId="2623265401" sldId="341"/>
            <ac:spMk id="16" creationId="{A0B28002-0B83-A18B-B675-288595C4BC93}"/>
          </ac:spMkLst>
        </pc:spChg>
        <pc:grpChg chg="add mod">
          <ac:chgData name="Bart van Eijkelenburg" userId="32564be6-3772-4f77-8099-aa7e4c72ca61" providerId="ADAL" clId="{D1803E4E-13EE-4477-8A89-13B067C6B17C}" dt="2025-06-21T12:40:15.648" v="12708" actId="1076"/>
          <ac:grpSpMkLst>
            <pc:docMk/>
            <pc:sldMk cId="2623265401" sldId="341"/>
            <ac:grpSpMk id="13" creationId="{7BCD524A-4E27-1C45-DEE6-64891F2BDE45}"/>
          </ac:grpSpMkLst>
        </pc:grpChg>
      </pc:sldChg>
      <pc:sldChg chg="addSp delSp modSp add mod delAnim modAnim">
        <pc:chgData name="Bart van Eijkelenburg" userId="32564be6-3772-4f77-8099-aa7e4c72ca61" providerId="ADAL" clId="{D1803E4E-13EE-4477-8A89-13B067C6B17C}" dt="2025-06-10T13:07:23.929" v="1876" actId="20577"/>
        <pc:sldMkLst>
          <pc:docMk/>
          <pc:sldMk cId="2733120389" sldId="342"/>
        </pc:sldMkLst>
        <pc:spChg chg="mod">
          <ac:chgData name="Bart van Eijkelenburg" userId="32564be6-3772-4f77-8099-aa7e4c72ca61" providerId="ADAL" clId="{D1803E4E-13EE-4477-8A89-13B067C6B17C}" dt="2025-06-10T11:53:56.069" v="1287" actId="1076"/>
          <ac:spMkLst>
            <pc:docMk/>
            <pc:sldMk cId="2733120389" sldId="342"/>
            <ac:spMk id="2" creationId="{83474354-5EAF-B172-D237-CA0926041BC2}"/>
          </ac:spMkLst>
        </pc:spChg>
        <pc:spChg chg="add mod">
          <ac:chgData name="Bart van Eijkelenburg" userId="32564be6-3772-4f77-8099-aa7e4c72ca61" providerId="ADAL" clId="{D1803E4E-13EE-4477-8A89-13B067C6B17C}" dt="2025-06-10T11:55:08.772" v="1305" actId="1035"/>
          <ac:spMkLst>
            <pc:docMk/>
            <pc:sldMk cId="2733120389" sldId="342"/>
            <ac:spMk id="3" creationId="{FC3E31B4-EEC2-3E03-3F9B-8EC4E1858A7E}"/>
          </ac:spMkLst>
        </pc:spChg>
        <pc:spChg chg="add mod">
          <ac:chgData name="Bart van Eijkelenburg" userId="32564be6-3772-4f77-8099-aa7e4c72ca61" providerId="ADAL" clId="{D1803E4E-13EE-4477-8A89-13B067C6B17C}" dt="2025-06-10T11:55:08.772" v="1305" actId="1035"/>
          <ac:spMkLst>
            <pc:docMk/>
            <pc:sldMk cId="2733120389" sldId="342"/>
            <ac:spMk id="6" creationId="{55FE35B5-B5F9-07C6-515B-DB18101F10A6}"/>
          </ac:spMkLst>
        </pc:spChg>
        <pc:spChg chg="add mod">
          <ac:chgData name="Bart van Eijkelenburg" userId="32564be6-3772-4f77-8099-aa7e4c72ca61" providerId="ADAL" clId="{D1803E4E-13EE-4477-8A89-13B067C6B17C}" dt="2025-06-10T12:14:04.625" v="1312" actId="1037"/>
          <ac:spMkLst>
            <pc:docMk/>
            <pc:sldMk cId="2733120389" sldId="342"/>
            <ac:spMk id="7" creationId="{FE41A685-B61C-8427-E7E9-8D327191872C}"/>
          </ac:spMkLst>
        </pc:spChg>
        <pc:spChg chg="add mod">
          <ac:chgData name="Bart van Eijkelenburg" userId="32564be6-3772-4f77-8099-aa7e4c72ca61" providerId="ADAL" clId="{D1803E4E-13EE-4477-8A89-13B067C6B17C}" dt="2025-06-10T12:14:14.599" v="1319" actId="1037"/>
          <ac:spMkLst>
            <pc:docMk/>
            <pc:sldMk cId="2733120389" sldId="342"/>
            <ac:spMk id="9" creationId="{6735177A-6D3D-C766-799B-1B09667EE1EE}"/>
          </ac:spMkLst>
        </pc:spChg>
        <pc:spChg chg="mod">
          <ac:chgData name="Bart van Eijkelenburg" userId="32564be6-3772-4f77-8099-aa7e4c72ca61" providerId="ADAL" clId="{D1803E4E-13EE-4477-8A89-13B067C6B17C}" dt="2025-06-10T13:07:23.929" v="1876" actId="20577"/>
          <ac:spMkLst>
            <pc:docMk/>
            <pc:sldMk cId="2733120389" sldId="342"/>
            <ac:spMk id="45" creationId="{8166DE27-BC18-42BE-950D-0F6249739010}"/>
          </ac:spMkLst>
        </pc:spChg>
      </pc:sldChg>
      <pc:sldChg chg="addSp delSp modSp add mod delAnim">
        <pc:chgData name="Bart van Eijkelenburg" userId="32564be6-3772-4f77-8099-aa7e4c72ca61" providerId="ADAL" clId="{D1803E4E-13EE-4477-8A89-13B067C6B17C}" dt="2025-06-10T12:58:20.415" v="1637" actId="1076"/>
        <pc:sldMkLst>
          <pc:docMk/>
          <pc:sldMk cId="979358217" sldId="343"/>
        </pc:sldMkLst>
        <pc:spChg chg="mod">
          <ac:chgData name="Bart van Eijkelenburg" userId="32564be6-3772-4f77-8099-aa7e4c72ca61" providerId="ADAL" clId="{D1803E4E-13EE-4477-8A89-13B067C6B17C}" dt="2025-06-10T12:58:17.256" v="1636" actId="1076"/>
          <ac:spMkLst>
            <pc:docMk/>
            <pc:sldMk cId="979358217" sldId="343"/>
            <ac:spMk id="2" creationId="{184C8D22-BB92-535C-AD54-80F3210F00D6}"/>
          </ac:spMkLst>
        </pc:spChg>
        <pc:spChg chg="add mod">
          <ac:chgData name="Bart van Eijkelenburg" userId="32564be6-3772-4f77-8099-aa7e4c72ca61" providerId="ADAL" clId="{D1803E4E-13EE-4477-8A89-13B067C6B17C}" dt="2025-06-10T12:58:20.415" v="1637" actId="1076"/>
          <ac:spMkLst>
            <pc:docMk/>
            <pc:sldMk cId="979358217" sldId="343"/>
            <ac:spMk id="4" creationId="{58C93248-BEDD-70C1-7F52-51E41523AED7}"/>
          </ac:spMkLst>
        </pc:spChg>
        <pc:spChg chg="mod">
          <ac:chgData name="Bart van Eijkelenburg" userId="32564be6-3772-4f77-8099-aa7e4c72ca61" providerId="ADAL" clId="{D1803E4E-13EE-4477-8A89-13B067C6B17C}" dt="2025-06-10T12:54:42.185" v="1491" actId="20577"/>
          <ac:spMkLst>
            <pc:docMk/>
            <pc:sldMk cId="979358217" sldId="343"/>
            <ac:spMk id="45" creationId="{6CB99197-33C9-3EB9-DCD0-6BE0C470B622}"/>
          </ac:spMkLst>
        </pc:spChg>
      </pc:sldChg>
      <pc:sldChg chg="addSp delSp modSp add mod modAnim">
        <pc:chgData name="Bart van Eijkelenburg" userId="32564be6-3772-4f77-8099-aa7e4c72ca61" providerId="ADAL" clId="{D1803E4E-13EE-4477-8A89-13B067C6B17C}" dt="2025-06-10T13:05:37.700" v="1864" actId="20577"/>
        <pc:sldMkLst>
          <pc:docMk/>
          <pc:sldMk cId="189807394" sldId="344"/>
        </pc:sldMkLst>
        <pc:spChg chg="mod">
          <ac:chgData name="Bart van Eijkelenburg" userId="32564be6-3772-4f77-8099-aa7e4c72ca61" providerId="ADAL" clId="{D1803E4E-13EE-4477-8A89-13B067C6B17C}" dt="2025-06-10T13:04:59.208" v="1839" actId="20577"/>
          <ac:spMkLst>
            <pc:docMk/>
            <pc:sldMk cId="189807394" sldId="344"/>
            <ac:spMk id="2" creationId="{7EECBA31-A3BD-05D6-47E5-B9410B5815E9}"/>
          </ac:spMkLst>
        </pc:spChg>
        <pc:spChg chg="add mod">
          <ac:chgData name="Bart van Eijkelenburg" userId="32564be6-3772-4f77-8099-aa7e4c72ca61" providerId="ADAL" clId="{D1803E4E-13EE-4477-8A89-13B067C6B17C}" dt="2025-06-10T13:05:05.655" v="1840" actId="1076"/>
          <ac:spMkLst>
            <pc:docMk/>
            <pc:sldMk cId="189807394" sldId="344"/>
            <ac:spMk id="3" creationId="{7504E4F8-5767-25F2-9A14-559BCBC9392F}"/>
          </ac:spMkLst>
        </pc:spChg>
        <pc:spChg chg="mod">
          <ac:chgData name="Bart van Eijkelenburg" userId="32564be6-3772-4f77-8099-aa7e4c72ca61" providerId="ADAL" clId="{D1803E4E-13EE-4477-8A89-13B067C6B17C}" dt="2025-06-10T13:03:41.118" v="1731"/>
          <ac:spMkLst>
            <pc:docMk/>
            <pc:sldMk cId="189807394" sldId="344"/>
            <ac:spMk id="6" creationId="{D5717FBC-6A7F-2471-BAC8-CE2AFDE596AE}"/>
          </ac:spMkLst>
        </pc:spChg>
        <pc:spChg chg="mod">
          <ac:chgData name="Bart van Eijkelenburg" userId="32564be6-3772-4f77-8099-aa7e4c72ca61" providerId="ADAL" clId="{D1803E4E-13EE-4477-8A89-13B067C6B17C}" dt="2025-06-10T13:03:41.118" v="1731"/>
          <ac:spMkLst>
            <pc:docMk/>
            <pc:sldMk cId="189807394" sldId="344"/>
            <ac:spMk id="7" creationId="{D271A987-823D-CE4E-73C4-0E16557DEAAE}"/>
          </ac:spMkLst>
        </pc:spChg>
        <pc:spChg chg="mod">
          <ac:chgData name="Bart van Eijkelenburg" userId="32564be6-3772-4f77-8099-aa7e4c72ca61" providerId="ADAL" clId="{D1803E4E-13EE-4477-8A89-13B067C6B17C}" dt="2025-06-10T13:05:37.700" v="1864" actId="20577"/>
          <ac:spMkLst>
            <pc:docMk/>
            <pc:sldMk cId="189807394" sldId="344"/>
            <ac:spMk id="45" creationId="{253EFCD3-5206-FB18-E330-406A13F54C63}"/>
          </ac:spMkLst>
        </pc:spChg>
        <pc:grpChg chg="add mod">
          <ac:chgData name="Bart van Eijkelenburg" userId="32564be6-3772-4f77-8099-aa7e4c72ca61" providerId="ADAL" clId="{D1803E4E-13EE-4477-8A89-13B067C6B17C}" dt="2025-06-10T13:05:10.132" v="1841" actId="1076"/>
          <ac:grpSpMkLst>
            <pc:docMk/>
            <pc:sldMk cId="189807394" sldId="344"/>
            <ac:grpSpMk id="5" creationId="{04B31AC9-88F9-1AD2-95AA-0B65FD4EEFE2}"/>
          </ac:grpSpMkLst>
        </pc:grpChg>
      </pc:sldChg>
      <pc:sldChg chg="addSp delSp modSp add mod delAnim modAnim">
        <pc:chgData name="Bart van Eijkelenburg" userId="32564be6-3772-4f77-8099-aa7e4c72ca61" providerId="ADAL" clId="{D1803E4E-13EE-4477-8A89-13B067C6B17C}" dt="2025-06-11T07:38:57.700" v="2831"/>
        <pc:sldMkLst>
          <pc:docMk/>
          <pc:sldMk cId="582621127" sldId="345"/>
        </pc:sldMkLst>
        <pc:spChg chg="mod">
          <ac:chgData name="Bart van Eijkelenburg" userId="32564be6-3772-4f77-8099-aa7e4c72ca61" providerId="ADAL" clId="{D1803E4E-13EE-4477-8A89-13B067C6B17C}" dt="2025-06-11T07:34:20.546" v="2798" actId="1076"/>
          <ac:spMkLst>
            <pc:docMk/>
            <pc:sldMk cId="582621127" sldId="345"/>
            <ac:spMk id="2" creationId="{AD0C82FB-BD82-FF5E-6EDD-9A662C06E248}"/>
          </ac:spMkLst>
        </pc:spChg>
        <pc:spChg chg="add mod">
          <ac:chgData name="Bart van Eijkelenburg" userId="32564be6-3772-4f77-8099-aa7e4c72ca61" providerId="ADAL" clId="{D1803E4E-13EE-4477-8A89-13B067C6B17C}" dt="2025-06-11T07:34:41.887" v="2800" actId="1076"/>
          <ac:spMkLst>
            <pc:docMk/>
            <pc:sldMk cId="582621127" sldId="345"/>
            <ac:spMk id="7" creationId="{F42612A6-2328-3F60-325F-65266B4BAC00}"/>
          </ac:spMkLst>
        </pc:spChg>
        <pc:spChg chg="add mod">
          <ac:chgData name="Bart van Eijkelenburg" userId="32564be6-3772-4f77-8099-aa7e4c72ca61" providerId="ADAL" clId="{D1803E4E-13EE-4477-8A89-13B067C6B17C}" dt="2025-06-11T07:34:41.887" v="2800" actId="1076"/>
          <ac:spMkLst>
            <pc:docMk/>
            <pc:sldMk cId="582621127" sldId="345"/>
            <ac:spMk id="10" creationId="{38D974A7-17FD-E90C-4C5E-2BEF4F3A143C}"/>
          </ac:spMkLst>
        </pc:spChg>
        <pc:spChg chg="add mod">
          <ac:chgData name="Bart van Eijkelenburg" userId="32564be6-3772-4f77-8099-aa7e4c72ca61" providerId="ADAL" clId="{D1803E4E-13EE-4477-8A89-13B067C6B17C}" dt="2025-06-11T07:37:59.557" v="2813" actId="1038"/>
          <ac:spMkLst>
            <pc:docMk/>
            <pc:sldMk cId="582621127" sldId="345"/>
            <ac:spMk id="11" creationId="{954F33A0-3848-3BC6-34D7-D2AEF418C684}"/>
          </ac:spMkLst>
        </pc:spChg>
        <pc:spChg chg="add mod">
          <ac:chgData name="Bart van Eijkelenburg" userId="32564be6-3772-4f77-8099-aa7e4c72ca61" providerId="ADAL" clId="{D1803E4E-13EE-4477-8A89-13B067C6B17C}" dt="2025-06-11T07:38:40.957" v="2830" actId="14100"/>
          <ac:spMkLst>
            <pc:docMk/>
            <pc:sldMk cId="582621127" sldId="345"/>
            <ac:spMk id="12" creationId="{B2DD39D6-85B0-B498-9185-E3AC786D7D4E}"/>
          </ac:spMkLst>
        </pc:spChg>
        <pc:spChg chg="mod">
          <ac:chgData name="Bart van Eijkelenburg" userId="32564be6-3772-4f77-8099-aa7e4c72ca61" providerId="ADAL" clId="{D1803E4E-13EE-4477-8A89-13B067C6B17C}" dt="2025-06-10T13:17:55.071" v="2271" actId="20577"/>
          <ac:spMkLst>
            <pc:docMk/>
            <pc:sldMk cId="582621127" sldId="345"/>
            <ac:spMk id="45" creationId="{F2C0F862-19A2-48FC-1FBE-CDEADE0CD845}"/>
          </ac:spMkLst>
        </pc:spChg>
        <pc:picChg chg="add mod">
          <ac:chgData name="Bart van Eijkelenburg" userId="32564be6-3772-4f77-8099-aa7e4c72ca61" providerId="ADAL" clId="{D1803E4E-13EE-4477-8A89-13B067C6B17C}" dt="2025-06-10T13:17:25.683" v="2244" actId="1076"/>
          <ac:picMkLst>
            <pc:docMk/>
            <pc:sldMk cId="582621127" sldId="345"/>
            <ac:picMk id="5" creationId="{FA264887-985B-61B9-18CB-48C086481A01}"/>
          </ac:picMkLst>
        </pc:picChg>
        <pc:cxnChg chg="add mod">
          <ac:chgData name="Bart van Eijkelenburg" userId="32564be6-3772-4f77-8099-aa7e4c72ca61" providerId="ADAL" clId="{D1803E4E-13EE-4477-8A89-13B067C6B17C}" dt="2025-06-11T07:34:41.887" v="2800" actId="1076"/>
          <ac:cxnSpMkLst>
            <pc:docMk/>
            <pc:sldMk cId="582621127" sldId="345"/>
            <ac:cxnSpMk id="9" creationId="{FA4DD56C-C942-9933-896F-727542FEF654}"/>
          </ac:cxnSpMkLst>
        </pc:cxnChg>
      </pc:sldChg>
      <pc:sldChg chg="addSp delSp modSp add mod delAnim modAnim">
        <pc:chgData name="Bart van Eijkelenburg" userId="32564be6-3772-4f77-8099-aa7e4c72ca61" providerId="ADAL" clId="{D1803E4E-13EE-4477-8A89-13B067C6B17C}" dt="2025-06-12T09:12:39.589" v="9311" actId="1038"/>
        <pc:sldMkLst>
          <pc:docMk/>
          <pc:sldMk cId="2893805273" sldId="346"/>
        </pc:sldMkLst>
        <pc:spChg chg="mod">
          <ac:chgData name="Bart van Eijkelenburg" userId="32564be6-3772-4f77-8099-aa7e4c72ca61" providerId="ADAL" clId="{D1803E4E-13EE-4477-8A89-13B067C6B17C}" dt="2025-06-11T07:46:43.451" v="3090" actId="1076"/>
          <ac:spMkLst>
            <pc:docMk/>
            <pc:sldMk cId="2893805273" sldId="346"/>
            <ac:spMk id="2" creationId="{825093C0-F992-6444-F24C-A956BA256758}"/>
          </ac:spMkLst>
        </pc:spChg>
        <pc:spChg chg="add mod">
          <ac:chgData name="Bart van Eijkelenburg" userId="32564be6-3772-4f77-8099-aa7e4c72ca61" providerId="ADAL" clId="{D1803E4E-13EE-4477-8A89-13B067C6B17C}" dt="2025-06-11T07:45:24.083" v="3078" actId="1076"/>
          <ac:spMkLst>
            <pc:docMk/>
            <pc:sldMk cId="2893805273" sldId="346"/>
            <ac:spMk id="3" creationId="{B1E01056-27C6-44F8-6FE2-E2781D5C8CF9}"/>
          </ac:spMkLst>
        </pc:spChg>
        <pc:spChg chg="add mod">
          <ac:chgData name="Bart van Eijkelenburg" userId="32564be6-3772-4f77-8099-aa7e4c72ca61" providerId="ADAL" clId="{D1803E4E-13EE-4477-8A89-13B067C6B17C}" dt="2025-06-11T07:45:29.331" v="3080" actId="1076"/>
          <ac:spMkLst>
            <pc:docMk/>
            <pc:sldMk cId="2893805273" sldId="346"/>
            <ac:spMk id="4" creationId="{B39573F6-9CDA-037E-EBF9-A5300AF6FF9A}"/>
          </ac:spMkLst>
        </pc:spChg>
        <pc:spChg chg="mod">
          <ac:chgData name="Bart van Eijkelenburg" userId="32564be6-3772-4f77-8099-aa7e4c72ca61" providerId="ADAL" clId="{D1803E4E-13EE-4477-8A89-13B067C6B17C}" dt="2025-06-11T07:45:56.997" v="3086" actId="1076"/>
          <ac:spMkLst>
            <pc:docMk/>
            <pc:sldMk cId="2893805273" sldId="346"/>
            <ac:spMk id="8" creationId="{6B60B744-95E3-AD97-2E6C-814FEDCEB766}"/>
          </ac:spMkLst>
        </pc:spChg>
        <pc:spChg chg="mod">
          <ac:chgData name="Bart van Eijkelenburg" userId="32564be6-3772-4f77-8099-aa7e4c72ca61" providerId="ADAL" clId="{D1803E4E-13EE-4477-8A89-13B067C6B17C}" dt="2025-06-11T07:45:49.120" v="3084"/>
          <ac:spMkLst>
            <pc:docMk/>
            <pc:sldMk cId="2893805273" sldId="346"/>
            <ac:spMk id="11" creationId="{B06C4595-AA6F-2AD6-9784-46EE2FA79CA1}"/>
          </ac:spMkLst>
        </pc:spChg>
        <pc:spChg chg="mod">
          <ac:chgData name="Bart van Eijkelenburg" userId="32564be6-3772-4f77-8099-aa7e4c72ca61" providerId="ADAL" clId="{D1803E4E-13EE-4477-8A89-13B067C6B17C}" dt="2025-06-11T07:46:18.180" v="3088"/>
          <ac:spMkLst>
            <pc:docMk/>
            <pc:sldMk cId="2893805273" sldId="346"/>
            <ac:spMk id="13" creationId="{301104A0-4E8D-F34C-EC5C-CF8D7E14CF3E}"/>
          </ac:spMkLst>
        </pc:spChg>
        <pc:spChg chg="mod">
          <ac:chgData name="Bart van Eijkelenburg" userId="32564be6-3772-4f77-8099-aa7e4c72ca61" providerId="ADAL" clId="{D1803E4E-13EE-4477-8A89-13B067C6B17C}" dt="2025-06-11T07:46:18.180" v="3088"/>
          <ac:spMkLst>
            <pc:docMk/>
            <pc:sldMk cId="2893805273" sldId="346"/>
            <ac:spMk id="14" creationId="{73E3419C-403D-2B56-7988-B209CF911DDF}"/>
          </ac:spMkLst>
        </pc:spChg>
        <pc:grpChg chg="add mod">
          <ac:chgData name="Bart van Eijkelenburg" userId="32564be6-3772-4f77-8099-aa7e4c72ca61" providerId="ADAL" clId="{D1803E4E-13EE-4477-8A89-13B067C6B17C}" dt="2025-06-11T07:46:03.330" v="3087" actId="1076"/>
          <ac:grpSpMkLst>
            <pc:docMk/>
            <pc:sldMk cId="2893805273" sldId="346"/>
            <ac:grpSpMk id="6" creationId="{6F5D1239-48D5-36F4-D250-0C62E4C407C3}"/>
          </ac:grpSpMkLst>
        </pc:grpChg>
        <pc:grpChg chg="add mod">
          <ac:chgData name="Bart van Eijkelenburg" userId="32564be6-3772-4f77-8099-aa7e4c72ca61" providerId="ADAL" clId="{D1803E4E-13EE-4477-8A89-13B067C6B17C}" dt="2025-06-12T09:12:39.589" v="9311" actId="1038"/>
          <ac:grpSpMkLst>
            <pc:docMk/>
            <pc:sldMk cId="2893805273" sldId="346"/>
            <ac:grpSpMk id="12" creationId="{219795B4-AC4D-A793-4DCB-C44430B6D69F}"/>
          </ac:grpSpMkLst>
        </pc:grpChg>
      </pc:sldChg>
      <pc:sldChg chg="modSp add mod ord">
        <pc:chgData name="Bart van Eijkelenburg" userId="32564be6-3772-4f77-8099-aa7e4c72ca61" providerId="ADAL" clId="{D1803E4E-13EE-4477-8A89-13B067C6B17C}" dt="2025-06-21T12:01:10.163" v="11911" actId="14100"/>
        <pc:sldMkLst>
          <pc:docMk/>
          <pc:sldMk cId="1695970084" sldId="347"/>
        </pc:sldMkLst>
        <pc:spChg chg="mod">
          <ac:chgData name="Bart van Eijkelenburg" userId="32564be6-3772-4f77-8099-aa7e4c72ca61" providerId="ADAL" clId="{D1803E4E-13EE-4477-8A89-13B067C6B17C}" dt="2025-06-21T12:01:10.163" v="11911" actId="14100"/>
          <ac:spMkLst>
            <pc:docMk/>
            <pc:sldMk cId="1695970084" sldId="347"/>
            <ac:spMk id="7" creationId="{C11E11B1-BE31-D1E2-E54C-BC6A730AC58C}"/>
          </ac:spMkLst>
        </pc:spChg>
      </pc:sldChg>
      <pc:sldChg chg="addSp delSp modSp add mod delAnim">
        <pc:chgData name="Bart van Eijkelenburg" userId="32564be6-3772-4f77-8099-aa7e4c72ca61" providerId="ADAL" clId="{D1803E4E-13EE-4477-8A89-13B067C6B17C}" dt="2025-06-11T10:08:37.713" v="7014" actId="478"/>
        <pc:sldMkLst>
          <pc:docMk/>
          <pc:sldMk cId="123387100" sldId="348"/>
        </pc:sldMkLst>
        <pc:spChg chg="mod">
          <ac:chgData name="Bart van Eijkelenburg" userId="32564be6-3772-4f77-8099-aa7e4c72ca61" providerId="ADAL" clId="{D1803E4E-13EE-4477-8A89-13B067C6B17C}" dt="2025-06-11T08:18:11.795" v="4685" actId="1076"/>
          <ac:spMkLst>
            <pc:docMk/>
            <pc:sldMk cId="123387100" sldId="348"/>
            <ac:spMk id="2" creationId="{D3136801-FE21-9639-FC8C-06B26C438FA8}"/>
          </ac:spMkLst>
        </pc:spChg>
        <pc:spChg chg="mod">
          <ac:chgData name="Bart van Eijkelenburg" userId="32564be6-3772-4f77-8099-aa7e4c72ca61" providerId="ADAL" clId="{D1803E4E-13EE-4477-8A89-13B067C6B17C}" dt="2025-06-11T08:17:35.355" v="4624" actId="20577"/>
          <ac:spMkLst>
            <pc:docMk/>
            <pc:sldMk cId="123387100" sldId="348"/>
            <ac:spMk id="45" creationId="{B4809EE8-14A9-ACC9-62A4-9C58C8A29E1B}"/>
          </ac:spMkLst>
        </pc:spChg>
        <pc:picChg chg="add mod">
          <ac:chgData name="Bart van Eijkelenburg" userId="32564be6-3772-4f77-8099-aa7e4c72ca61" providerId="ADAL" clId="{D1803E4E-13EE-4477-8A89-13B067C6B17C}" dt="2025-06-11T08:17:19.846" v="4603" actId="1076"/>
          <ac:picMkLst>
            <pc:docMk/>
            <pc:sldMk cId="123387100" sldId="348"/>
            <ac:picMk id="9" creationId="{78B8C0FD-3A8F-5C6E-5FE2-B0228FCA195B}"/>
          </ac:picMkLst>
        </pc:picChg>
      </pc:sldChg>
      <pc:sldChg chg="addSp delSp modSp add mod ord delAnim">
        <pc:chgData name="Bart van Eijkelenburg" userId="32564be6-3772-4f77-8099-aa7e4c72ca61" providerId="ADAL" clId="{D1803E4E-13EE-4477-8A89-13B067C6B17C}" dt="2025-06-11T09:49:48.112" v="6845" actId="207"/>
        <pc:sldMkLst>
          <pc:docMk/>
          <pc:sldMk cId="826018249" sldId="349"/>
        </pc:sldMkLst>
        <pc:spChg chg="mod">
          <ac:chgData name="Bart van Eijkelenburg" userId="32564be6-3772-4f77-8099-aa7e4c72ca61" providerId="ADAL" clId="{D1803E4E-13EE-4477-8A89-13B067C6B17C}" dt="2025-06-11T09:38:40.923" v="6269" actId="20577"/>
          <ac:spMkLst>
            <pc:docMk/>
            <pc:sldMk cId="826018249" sldId="349"/>
            <ac:spMk id="2" creationId="{6EFDB2A6-3CE0-7CE6-C14D-839073C0F2B5}"/>
          </ac:spMkLst>
        </pc:spChg>
        <pc:spChg chg="add mod">
          <ac:chgData name="Bart van Eijkelenburg" userId="32564be6-3772-4f77-8099-aa7e4c72ca61" providerId="ADAL" clId="{D1803E4E-13EE-4477-8A89-13B067C6B17C}" dt="2025-06-11T09:49:48.112" v="6845" actId="207"/>
          <ac:spMkLst>
            <pc:docMk/>
            <pc:sldMk cId="826018249" sldId="349"/>
            <ac:spMk id="7" creationId="{4C894FC1-2428-CD29-4540-2298BD7CBECE}"/>
          </ac:spMkLst>
        </pc:spChg>
        <pc:spChg chg="add mod">
          <ac:chgData name="Bart van Eijkelenburg" userId="32564be6-3772-4f77-8099-aa7e4c72ca61" providerId="ADAL" clId="{D1803E4E-13EE-4477-8A89-13B067C6B17C}" dt="2025-06-11T08:50:34.613" v="5033" actId="1076"/>
          <ac:spMkLst>
            <pc:docMk/>
            <pc:sldMk cId="826018249" sldId="349"/>
            <ac:spMk id="9" creationId="{FE6F9FAF-0287-6706-AFDA-8FED9A157698}"/>
          </ac:spMkLst>
        </pc:spChg>
        <pc:spChg chg="mod">
          <ac:chgData name="Bart van Eijkelenburg" userId="32564be6-3772-4f77-8099-aa7e4c72ca61" providerId="ADAL" clId="{D1803E4E-13EE-4477-8A89-13B067C6B17C}" dt="2025-06-11T08:28:07.658" v="4693" actId="20577"/>
          <ac:spMkLst>
            <pc:docMk/>
            <pc:sldMk cId="826018249" sldId="349"/>
            <ac:spMk id="45" creationId="{D9F23C11-25DB-DA2E-C42E-7DB78CCA850F}"/>
          </ac:spMkLst>
        </pc:spChg>
      </pc:sldChg>
      <pc:sldChg chg="addSp delSp modSp add del mod ord modAnim">
        <pc:chgData name="Bart van Eijkelenburg" userId="32564be6-3772-4f77-8099-aa7e4c72ca61" providerId="ADAL" clId="{D1803E4E-13EE-4477-8A89-13B067C6B17C}" dt="2025-06-11T10:11:32.844" v="7064" actId="2696"/>
        <pc:sldMkLst>
          <pc:docMk/>
          <pc:sldMk cId="2476763498" sldId="350"/>
        </pc:sldMkLst>
        <pc:spChg chg="add mod">
          <ac:chgData name="Bart van Eijkelenburg" userId="32564be6-3772-4f77-8099-aa7e4c72ca61" providerId="ADAL" clId="{D1803E4E-13EE-4477-8A89-13B067C6B17C}" dt="2025-06-11T09:26:10.593" v="5799" actId="1076"/>
          <ac:spMkLst>
            <pc:docMk/>
            <pc:sldMk cId="2476763498" sldId="350"/>
            <ac:spMk id="3" creationId="{816E3102-F92C-055B-9A83-571657CD8FD2}"/>
          </ac:spMkLst>
        </pc:spChg>
        <pc:spChg chg="mod">
          <ac:chgData name="Bart van Eijkelenburg" userId="32564be6-3772-4f77-8099-aa7e4c72ca61" providerId="ADAL" clId="{D1803E4E-13EE-4477-8A89-13B067C6B17C}" dt="2025-06-11T09:26:02.641" v="5798" actId="948"/>
          <ac:spMkLst>
            <pc:docMk/>
            <pc:sldMk cId="2476763498" sldId="350"/>
            <ac:spMk id="7" creationId="{1880B4A3-B9DA-E956-D2CD-F9AEE22C022B}"/>
          </ac:spMkLst>
        </pc:spChg>
      </pc:sldChg>
      <pc:sldChg chg="addSp delSp modSp add mod delAnim modAnim">
        <pc:chgData name="Bart van Eijkelenburg" userId="32564be6-3772-4f77-8099-aa7e4c72ca61" providerId="ADAL" clId="{D1803E4E-13EE-4477-8A89-13B067C6B17C}" dt="2025-06-11T10:04:27.194" v="7006" actId="20577"/>
        <pc:sldMkLst>
          <pc:docMk/>
          <pc:sldMk cId="2765688576" sldId="351"/>
        </pc:sldMkLst>
        <pc:spChg chg="add mod ord">
          <ac:chgData name="Bart van Eijkelenburg" userId="32564be6-3772-4f77-8099-aa7e4c72ca61" providerId="ADAL" clId="{D1803E4E-13EE-4477-8A89-13B067C6B17C}" dt="2025-06-11T10:03:39.582" v="6998" actId="1076"/>
          <ac:spMkLst>
            <pc:docMk/>
            <pc:sldMk cId="2765688576" sldId="351"/>
            <ac:spMk id="2" creationId="{F510125D-254F-2E30-308E-DE55E5648F50}"/>
          </ac:spMkLst>
        </pc:spChg>
        <pc:spChg chg="add mod ord">
          <ac:chgData name="Bart van Eijkelenburg" userId="32564be6-3772-4f77-8099-aa7e4c72ca61" providerId="ADAL" clId="{D1803E4E-13EE-4477-8A89-13B067C6B17C}" dt="2025-06-11T10:03:37.374" v="6997" actId="1076"/>
          <ac:spMkLst>
            <pc:docMk/>
            <pc:sldMk cId="2765688576" sldId="351"/>
            <ac:spMk id="5" creationId="{74DA95DB-F35E-ED25-DAFB-CD5F29E6F9F7}"/>
          </ac:spMkLst>
        </pc:spChg>
        <pc:spChg chg="add mod">
          <ac:chgData name="Bart van Eijkelenburg" userId="32564be6-3772-4f77-8099-aa7e4c72ca61" providerId="ADAL" clId="{D1803E4E-13EE-4477-8A89-13B067C6B17C}" dt="2025-06-11T10:04:27.194" v="7006" actId="20577"/>
          <ac:spMkLst>
            <pc:docMk/>
            <pc:sldMk cId="2765688576" sldId="351"/>
            <ac:spMk id="6" creationId="{F8495614-2FC3-76A1-AAEB-A6397B68EB66}"/>
          </ac:spMkLst>
        </pc:spChg>
        <pc:spChg chg="mod">
          <ac:chgData name="Bart van Eijkelenburg" userId="32564be6-3772-4f77-8099-aa7e4c72ca61" providerId="ADAL" clId="{D1803E4E-13EE-4477-8A89-13B067C6B17C}" dt="2025-06-11T09:44:39.530" v="6455" actId="1076"/>
          <ac:spMkLst>
            <pc:docMk/>
            <pc:sldMk cId="2765688576" sldId="351"/>
            <ac:spMk id="45" creationId="{3A3AFBA1-F6EA-8974-67C2-D637E50E2AA4}"/>
          </ac:spMkLst>
        </pc:spChg>
      </pc:sldChg>
      <pc:sldChg chg="addSp delSp modSp add mod ord">
        <pc:chgData name="Bart van Eijkelenburg" userId="32564be6-3772-4f77-8099-aa7e4c72ca61" providerId="ADAL" clId="{D1803E4E-13EE-4477-8A89-13B067C6B17C}" dt="2025-06-21T12:01:30.878" v="11912" actId="20577"/>
        <pc:sldMkLst>
          <pc:docMk/>
          <pc:sldMk cId="991841103" sldId="352"/>
        </pc:sldMkLst>
        <pc:spChg chg="add mod">
          <ac:chgData name="Bart van Eijkelenburg" userId="32564be6-3772-4f77-8099-aa7e4c72ca61" providerId="ADAL" clId="{D1803E4E-13EE-4477-8A89-13B067C6B17C}" dt="2025-06-11T09:40:44.861" v="6397" actId="1076"/>
          <ac:spMkLst>
            <pc:docMk/>
            <pc:sldMk cId="991841103" sldId="352"/>
            <ac:spMk id="3" creationId="{B3FCCCEF-0132-A1E1-C2DA-FBF5F73DB205}"/>
          </ac:spMkLst>
        </pc:spChg>
        <pc:spChg chg="add mod">
          <ac:chgData name="Bart van Eijkelenburg" userId="32564be6-3772-4f77-8099-aa7e4c72ca61" providerId="ADAL" clId="{D1803E4E-13EE-4477-8A89-13B067C6B17C}" dt="2025-06-21T12:01:30.878" v="11912" actId="20577"/>
          <ac:spMkLst>
            <pc:docMk/>
            <pc:sldMk cId="991841103" sldId="352"/>
            <ac:spMk id="5" creationId="{FB60CE76-0255-22EB-32CC-F3AD2E33B8EF}"/>
          </ac:spMkLst>
        </pc:spChg>
        <pc:spChg chg="mod">
          <ac:chgData name="Bart van Eijkelenburg" userId="32564be6-3772-4f77-8099-aa7e4c72ca61" providerId="ADAL" clId="{D1803E4E-13EE-4477-8A89-13B067C6B17C}" dt="2025-06-11T09:32:39.999" v="5835" actId="20577"/>
          <ac:spMkLst>
            <pc:docMk/>
            <pc:sldMk cId="991841103" sldId="352"/>
            <ac:spMk id="45" creationId="{91F12C68-8FEA-CEC2-33B9-ACC46DABC1C0}"/>
          </ac:spMkLst>
        </pc:spChg>
      </pc:sldChg>
      <pc:sldChg chg="addSp delSp modSp add mod ord delAnim">
        <pc:chgData name="Bart van Eijkelenburg" userId="32564be6-3772-4f77-8099-aa7e4c72ca61" providerId="ADAL" clId="{D1803E4E-13EE-4477-8A89-13B067C6B17C}" dt="2025-06-21T12:09:25.749" v="12157" actId="20577"/>
        <pc:sldMkLst>
          <pc:docMk/>
          <pc:sldMk cId="3460579474" sldId="353"/>
        </pc:sldMkLst>
        <pc:spChg chg="mod">
          <ac:chgData name="Bart van Eijkelenburg" userId="32564be6-3772-4f77-8099-aa7e4c72ca61" providerId="ADAL" clId="{D1803E4E-13EE-4477-8A89-13B067C6B17C}" dt="2025-06-21T12:09:25.749" v="12157" actId="20577"/>
          <ac:spMkLst>
            <pc:docMk/>
            <pc:sldMk cId="3460579474" sldId="353"/>
            <ac:spMk id="6" creationId="{F36D14DA-5739-2792-E4C3-75CFE7C21C5A}"/>
          </ac:spMkLst>
        </pc:spChg>
        <pc:spChg chg="add mod">
          <ac:chgData name="Bart van Eijkelenburg" userId="32564be6-3772-4f77-8099-aa7e4c72ca61" providerId="ADAL" clId="{D1803E4E-13EE-4477-8A89-13B067C6B17C}" dt="2025-06-21T12:05:48.738" v="11983" actId="1076"/>
          <ac:spMkLst>
            <pc:docMk/>
            <pc:sldMk cId="3460579474" sldId="353"/>
            <ac:spMk id="7" creationId="{931DAAA6-92C2-BF26-FB47-7CE0A9774ECE}"/>
          </ac:spMkLst>
        </pc:spChg>
        <pc:spChg chg="mod">
          <ac:chgData name="Bart van Eijkelenburg" userId="32564be6-3772-4f77-8099-aa7e4c72ca61" providerId="ADAL" clId="{D1803E4E-13EE-4477-8A89-13B067C6B17C}" dt="2025-06-11T10:22:40.474" v="7446" actId="20577"/>
          <ac:spMkLst>
            <pc:docMk/>
            <pc:sldMk cId="3460579474" sldId="353"/>
            <ac:spMk id="45" creationId="{F3A7BE31-9E28-8631-0DF4-5D0729D5F33F}"/>
          </ac:spMkLst>
        </pc:spChg>
        <pc:picChg chg="add mod ord">
          <ac:chgData name="Bart van Eijkelenburg" userId="32564be6-3772-4f77-8099-aa7e4c72ca61" providerId="ADAL" clId="{D1803E4E-13EE-4477-8A89-13B067C6B17C}" dt="2025-06-11T12:03:40.624" v="8506" actId="167"/>
          <ac:picMkLst>
            <pc:docMk/>
            <pc:sldMk cId="3460579474" sldId="353"/>
            <ac:picMk id="4" creationId="{E27C737B-B1C9-73E4-7A7A-FEA72BB641A0}"/>
          </ac:picMkLst>
        </pc:picChg>
      </pc:sldChg>
      <pc:sldChg chg="addSp delSp modSp add mod modAnim">
        <pc:chgData name="Bart van Eijkelenburg" userId="32564be6-3772-4f77-8099-aa7e4c72ca61" providerId="ADAL" clId="{D1803E4E-13EE-4477-8A89-13B067C6B17C}" dt="2025-06-21T12:20:50.216" v="12331" actId="20577"/>
        <pc:sldMkLst>
          <pc:docMk/>
          <pc:sldMk cId="2846415836" sldId="354"/>
        </pc:sldMkLst>
        <pc:spChg chg="add mod">
          <ac:chgData name="Bart van Eijkelenburg" userId="32564be6-3772-4f77-8099-aa7e4c72ca61" providerId="ADAL" clId="{D1803E4E-13EE-4477-8A89-13B067C6B17C}" dt="2025-06-21T12:05:59.881" v="11988"/>
          <ac:spMkLst>
            <pc:docMk/>
            <pc:sldMk cId="2846415836" sldId="354"/>
            <ac:spMk id="2" creationId="{1FFDF71F-A76E-E90C-C4E7-EB9DDB78CF31}"/>
          </ac:spMkLst>
        </pc:spChg>
        <pc:spChg chg="add mod">
          <ac:chgData name="Bart van Eijkelenburg" userId="32564be6-3772-4f77-8099-aa7e4c72ca61" providerId="ADAL" clId="{D1803E4E-13EE-4477-8A89-13B067C6B17C}" dt="2025-06-21T12:08:45.336" v="12142" actId="14100"/>
          <ac:spMkLst>
            <pc:docMk/>
            <pc:sldMk cId="2846415836" sldId="354"/>
            <ac:spMk id="3" creationId="{A910EA7A-1ECD-734B-8476-240703DE894B}"/>
          </ac:spMkLst>
        </pc:spChg>
        <pc:spChg chg="add mod">
          <ac:chgData name="Bart van Eijkelenburg" userId="32564be6-3772-4f77-8099-aa7e4c72ca61" providerId="ADAL" clId="{D1803E4E-13EE-4477-8A89-13B067C6B17C}" dt="2025-06-21T12:20:03.894" v="12326" actId="14100"/>
          <ac:spMkLst>
            <pc:docMk/>
            <pc:sldMk cId="2846415836" sldId="354"/>
            <ac:spMk id="5" creationId="{7190CA56-50EB-A30D-A6F0-D4DA44B67C46}"/>
          </ac:spMkLst>
        </pc:spChg>
        <pc:spChg chg="mod">
          <ac:chgData name="Bart van Eijkelenburg" userId="32564be6-3772-4f77-8099-aa7e4c72ca61" providerId="ADAL" clId="{D1803E4E-13EE-4477-8A89-13B067C6B17C}" dt="2025-06-21T12:20:50.216" v="12331" actId="20577"/>
          <ac:spMkLst>
            <pc:docMk/>
            <pc:sldMk cId="2846415836" sldId="354"/>
            <ac:spMk id="6" creationId="{3544624C-6573-992C-BF99-90A59E89EF31}"/>
          </ac:spMkLst>
        </pc:spChg>
        <pc:spChg chg="add mod">
          <ac:chgData name="Bart van Eijkelenburg" userId="32564be6-3772-4f77-8099-aa7e4c72ca61" providerId="ADAL" clId="{D1803E4E-13EE-4477-8A89-13B067C6B17C}" dt="2025-06-21T12:14:05.416" v="12275" actId="1076"/>
          <ac:spMkLst>
            <pc:docMk/>
            <pc:sldMk cId="2846415836" sldId="354"/>
            <ac:spMk id="8" creationId="{B104A0C0-644A-FB65-1530-BA6A470DD758}"/>
          </ac:spMkLst>
        </pc:spChg>
        <pc:spChg chg="mod topLvl">
          <ac:chgData name="Bart van Eijkelenburg" userId="32564be6-3772-4f77-8099-aa7e4c72ca61" providerId="ADAL" clId="{D1803E4E-13EE-4477-8A89-13B067C6B17C}" dt="2025-06-21T12:15:53.288" v="12307" actId="165"/>
          <ac:spMkLst>
            <pc:docMk/>
            <pc:sldMk cId="2846415836" sldId="354"/>
            <ac:spMk id="10" creationId="{201EF9EC-74E0-C33C-48BE-44BD9E91AE5B}"/>
          </ac:spMkLst>
        </pc:spChg>
        <pc:spChg chg="mod topLvl">
          <ac:chgData name="Bart van Eijkelenburg" userId="32564be6-3772-4f77-8099-aa7e4c72ca61" providerId="ADAL" clId="{D1803E4E-13EE-4477-8A89-13B067C6B17C}" dt="2025-06-21T12:15:53.288" v="12307" actId="165"/>
          <ac:spMkLst>
            <pc:docMk/>
            <pc:sldMk cId="2846415836" sldId="354"/>
            <ac:spMk id="11" creationId="{DA512F62-6AC7-3E1F-F3C3-60E3C5698FEB}"/>
          </ac:spMkLst>
        </pc:spChg>
        <pc:spChg chg="mod">
          <ac:chgData name="Bart van Eijkelenburg" userId="32564be6-3772-4f77-8099-aa7e4c72ca61" providerId="ADAL" clId="{D1803E4E-13EE-4477-8A89-13B067C6B17C}" dt="2025-06-11T10:45:36.674" v="7512" actId="20577"/>
          <ac:spMkLst>
            <pc:docMk/>
            <pc:sldMk cId="2846415836" sldId="354"/>
            <ac:spMk id="45" creationId="{9E644399-C23D-E950-F589-56297C47047B}"/>
          </ac:spMkLst>
        </pc:spChg>
        <pc:picChg chg="mod">
          <ac:chgData name="Bart van Eijkelenburg" userId="32564be6-3772-4f77-8099-aa7e4c72ca61" providerId="ADAL" clId="{D1803E4E-13EE-4477-8A89-13B067C6B17C}" dt="2025-06-11T10:48:42.234" v="7870" actId="1076"/>
          <ac:picMkLst>
            <pc:docMk/>
            <pc:sldMk cId="2846415836" sldId="354"/>
            <ac:picMk id="4" creationId="{156B9629-41E1-F125-0A6D-05F3487FC39D}"/>
          </ac:picMkLst>
        </pc:picChg>
      </pc:sldChg>
      <pc:sldChg chg="addSp delSp modSp add mod modAnim">
        <pc:chgData name="Bart van Eijkelenburg" userId="32564be6-3772-4f77-8099-aa7e4c72ca61" providerId="ADAL" clId="{D1803E4E-13EE-4477-8A89-13B067C6B17C}" dt="2025-06-21T12:24:44.654" v="12379" actId="1076"/>
        <pc:sldMkLst>
          <pc:docMk/>
          <pc:sldMk cId="1123256646" sldId="355"/>
        </pc:sldMkLst>
        <pc:spChg chg="add mod">
          <ac:chgData name="Bart van Eijkelenburg" userId="32564be6-3772-4f77-8099-aa7e4c72ca61" providerId="ADAL" clId="{D1803E4E-13EE-4477-8A89-13B067C6B17C}" dt="2025-06-21T12:23:17.007" v="12375" actId="1037"/>
          <ac:spMkLst>
            <pc:docMk/>
            <pc:sldMk cId="1123256646" sldId="355"/>
            <ac:spMk id="2" creationId="{A4D7AC6A-3988-6E3B-4D08-C6BA66C53A69}"/>
          </ac:spMkLst>
        </pc:spChg>
        <pc:spChg chg="add mod">
          <ac:chgData name="Bart van Eijkelenburg" userId="32564be6-3772-4f77-8099-aa7e4c72ca61" providerId="ADAL" clId="{D1803E4E-13EE-4477-8A89-13B067C6B17C}" dt="2025-06-12T10:34:08.277" v="9788" actId="1076"/>
          <ac:spMkLst>
            <pc:docMk/>
            <pc:sldMk cId="1123256646" sldId="355"/>
            <ac:spMk id="3" creationId="{426E7A1E-074A-9173-EEB0-51C7FEA32673}"/>
          </ac:spMkLst>
        </pc:spChg>
        <pc:spChg chg="add mod">
          <ac:chgData name="Bart van Eijkelenburg" userId="32564be6-3772-4f77-8099-aa7e4c72ca61" providerId="ADAL" clId="{D1803E4E-13EE-4477-8A89-13B067C6B17C}" dt="2025-06-21T12:24:44.654" v="12379" actId="1076"/>
          <ac:spMkLst>
            <pc:docMk/>
            <pc:sldMk cId="1123256646" sldId="355"/>
            <ac:spMk id="5" creationId="{4D1DB17E-9724-7489-BE22-86DBB0E3044C}"/>
          </ac:spMkLst>
        </pc:spChg>
        <pc:spChg chg="mod">
          <ac:chgData name="Bart van Eijkelenburg" userId="32564be6-3772-4f77-8099-aa7e4c72ca61" providerId="ADAL" clId="{D1803E4E-13EE-4477-8A89-13B067C6B17C}" dt="2025-06-12T10:33:55.978" v="9786" actId="1076"/>
          <ac:spMkLst>
            <pc:docMk/>
            <pc:sldMk cId="1123256646" sldId="355"/>
            <ac:spMk id="6" creationId="{355FD4CE-9BB6-FC8C-F554-2BF032A5F548}"/>
          </ac:spMkLst>
        </pc:spChg>
        <pc:spChg chg="mod">
          <ac:chgData name="Bart van Eijkelenburg" userId="32564be6-3772-4f77-8099-aa7e4c72ca61" providerId="ADAL" clId="{D1803E4E-13EE-4477-8A89-13B067C6B17C}" dt="2025-06-12T09:14:38.261" v="9318" actId="14100"/>
          <ac:spMkLst>
            <pc:docMk/>
            <pc:sldMk cId="1123256646" sldId="355"/>
            <ac:spMk id="12" creationId="{7E84A077-1C1C-18ED-7E97-E54F039ABB06}"/>
          </ac:spMkLst>
        </pc:spChg>
        <pc:spChg chg="mod">
          <ac:chgData name="Bart van Eijkelenburg" userId="32564be6-3772-4f77-8099-aa7e4c72ca61" providerId="ADAL" clId="{D1803E4E-13EE-4477-8A89-13B067C6B17C}" dt="2025-06-12T09:14:22.744" v="9316"/>
          <ac:spMkLst>
            <pc:docMk/>
            <pc:sldMk cId="1123256646" sldId="355"/>
            <ac:spMk id="13" creationId="{CB7E521C-5CA0-FBDC-1F01-B9E2201237A2}"/>
          </ac:spMkLst>
        </pc:spChg>
        <pc:spChg chg="mod">
          <ac:chgData name="Bart van Eijkelenburg" userId="32564be6-3772-4f77-8099-aa7e4c72ca61" providerId="ADAL" clId="{D1803E4E-13EE-4477-8A89-13B067C6B17C}" dt="2025-06-11T12:12:09.861" v="8755" actId="20577"/>
          <ac:spMkLst>
            <pc:docMk/>
            <pc:sldMk cId="1123256646" sldId="355"/>
            <ac:spMk id="45" creationId="{7671A5BD-F375-0ECD-5225-0C81AA01D7A5}"/>
          </ac:spMkLst>
        </pc:spChg>
        <pc:grpChg chg="add mod">
          <ac:chgData name="Bart van Eijkelenburg" userId="32564be6-3772-4f77-8099-aa7e4c72ca61" providerId="ADAL" clId="{D1803E4E-13EE-4477-8A89-13B067C6B17C}" dt="2025-06-21T12:23:17.007" v="12375" actId="1037"/>
          <ac:grpSpMkLst>
            <pc:docMk/>
            <pc:sldMk cId="1123256646" sldId="355"/>
            <ac:grpSpMk id="11" creationId="{58502201-D638-5019-74D6-8D5D5476989F}"/>
          </ac:grpSpMkLst>
        </pc:grpChg>
      </pc:sldChg>
      <pc:sldChg chg="addSp delSp modSp add mod delAnim modAnim">
        <pc:chgData name="Bart van Eijkelenburg" userId="32564be6-3772-4f77-8099-aa7e4c72ca61" providerId="ADAL" clId="{D1803E4E-13EE-4477-8A89-13B067C6B17C}" dt="2025-06-21T12:29:55.332" v="12517" actId="20577"/>
        <pc:sldMkLst>
          <pc:docMk/>
          <pc:sldMk cId="1699391319" sldId="356"/>
        </pc:sldMkLst>
        <pc:spChg chg="add mod">
          <ac:chgData name="Bart van Eijkelenburg" userId="32564be6-3772-4f77-8099-aa7e4c72ca61" providerId="ADAL" clId="{D1803E4E-13EE-4477-8A89-13B067C6B17C}" dt="2025-06-21T12:28:41.752" v="12496" actId="1036"/>
          <ac:spMkLst>
            <pc:docMk/>
            <pc:sldMk cId="1699391319" sldId="356"/>
            <ac:spMk id="7" creationId="{32D13F3D-BB33-A7F3-340D-1544860DA53B}"/>
          </ac:spMkLst>
        </pc:spChg>
        <pc:spChg chg="add mod">
          <ac:chgData name="Bart van Eijkelenburg" userId="32564be6-3772-4f77-8099-aa7e4c72ca61" providerId="ADAL" clId="{D1803E4E-13EE-4477-8A89-13B067C6B17C}" dt="2025-06-21T12:28:41.752" v="12496" actId="1036"/>
          <ac:spMkLst>
            <pc:docMk/>
            <pc:sldMk cId="1699391319" sldId="356"/>
            <ac:spMk id="8" creationId="{9A9B35FD-8E3B-88B1-F0E9-20F4D0D626F7}"/>
          </ac:spMkLst>
        </pc:spChg>
        <pc:spChg chg="add mod">
          <ac:chgData name="Bart van Eijkelenburg" userId="32564be6-3772-4f77-8099-aa7e4c72ca61" providerId="ADAL" clId="{D1803E4E-13EE-4477-8A89-13B067C6B17C}" dt="2025-06-21T12:29:23.814" v="12504" actId="20577"/>
          <ac:spMkLst>
            <pc:docMk/>
            <pc:sldMk cId="1699391319" sldId="356"/>
            <ac:spMk id="9" creationId="{4BB9BAF0-F0A0-1896-D3E8-8009E1C68C73}"/>
          </ac:spMkLst>
        </pc:spChg>
        <pc:spChg chg="add mod">
          <ac:chgData name="Bart van Eijkelenburg" userId="32564be6-3772-4f77-8099-aa7e4c72ca61" providerId="ADAL" clId="{D1803E4E-13EE-4477-8A89-13B067C6B17C}" dt="2025-06-21T12:28:41.752" v="12496" actId="1036"/>
          <ac:spMkLst>
            <pc:docMk/>
            <pc:sldMk cId="1699391319" sldId="356"/>
            <ac:spMk id="10" creationId="{43C838AA-01C7-2083-FD86-82DB8D857ACF}"/>
          </ac:spMkLst>
        </pc:spChg>
        <pc:spChg chg="add mod">
          <ac:chgData name="Bart van Eijkelenburg" userId="32564be6-3772-4f77-8099-aa7e4c72ca61" providerId="ADAL" clId="{D1803E4E-13EE-4477-8A89-13B067C6B17C}" dt="2025-06-21T12:28:41.752" v="12496" actId="1036"/>
          <ac:spMkLst>
            <pc:docMk/>
            <pc:sldMk cId="1699391319" sldId="356"/>
            <ac:spMk id="11" creationId="{807EE734-B13E-CFC7-319A-EA2632C71875}"/>
          </ac:spMkLst>
        </pc:spChg>
        <pc:spChg chg="add mod">
          <ac:chgData name="Bart van Eijkelenburg" userId="32564be6-3772-4f77-8099-aa7e4c72ca61" providerId="ADAL" clId="{D1803E4E-13EE-4477-8A89-13B067C6B17C}" dt="2025-06-21T12:28:41.752" v="12496" actId="1036"/>
          <ac:spMkLst>
            <pc:docMk/>
            <pc:sldMk cId="1699391319" sldId="356"/>
            <ac:spMk id="12" creationId="{5E11741B-4018-77A9-DDE5-6CDD47EE1673}"/>
          </ac:spMkLst>
        </pc:spChg>
        <pc:spChg chg="add mod">
          <ac:chgData name="Bart van Eijkelenburg" userId="32564be6-3772-4f77-8099-aa7e4c72ca61" providerId="ADAL" clId="{D1803E4E-13EE-4477-8A89-13B067C6B17C}" dt="2025-06-21T12:29:55.332" v="12517" actId="20577"/>
          <ac:spMkLst>
            <pc:docMk/>
            <pc:sldMk cId="1699391319" sldId="356"/>
            <ac:spMk id="13" creationId="{41AD8E09-9CC7-73EF-811D-B795091D2ACE}"/>
          </ac:spMkLst>
        </pc:spChg>
        <pc:spChg chg="add mod">
          <ac:chgData name="Bart van Eijkelenburg" userId="32564be6-3772-4f77-8099-aa7e4c72ca61" providerId="ADAL" clId="{D1803E4E-13EE-4477-8A89-13B067C6B17C}" dt="2025-06-21T12:28:41.752" v="12496" actId="1036"/>
          <ac:spMkLst>
            <pc:docMk/>
            <pc:sldMk cId="1699391319" sldId="356"/>
            <ac:spMk id="14" creationId="{2F69C55F-A1B0-995B-4A2C-6EC7A55B86F4}"/>
          </ac:spMkLst>
        </pc:spChg>
        <pc:spChg chg="mod">
          <ac:chgData name="Bart van Eijkelenburg" userId="32564be6-3772-4f77-8099-aa7e4c72ca61" providerId="ADAL" clId="{D1803E4E-13EE-4477-8A89-13B067C6B17C}" dt="2025-06-12T10:25:53.833" v="9562" actId="20577"/>
          <ac:spMkLst>
            <pc:docMk/>
            <pc:sldMk cId="1699391319" sldId="356"/>
            <ac:spMk id="45" creationId="{BE7F3C93-8247-1C3F-52C1-FD417F65E584}"/>
          </ac:spMkLst>
        </pc:spChg>
      </pc:sldChg>
      <pc:sldChg chg="addSp delSp modSp add del mod">
        <pc:chgData name="Bart van Eijkelenburg" userId="32564be6-3772-4f77-8099-aa7e4c72ca61" providerId="ADAL" clId="{D1803E4E-13EE-4477-8A89-13B067C6B17C}" dt="2025-06-12T11:00:18.004" v="9802" actId="2696"/>
        <pc:sldMkLst>
          <pc:docMk/>
          <pc:sldMk cId="4279427257" sldId="357"/>
        </pc:sldMkLst>
      </pc:sldChg>
      <pc:sldChg chg="modSp add del mod">
        <pc:chgData name="Bart van Eijkelenburg" userId="32564be6-3772-4f77-8099-aa7e4c72ca61" providerId="ADAL" clId="{D1803E4E-13EE-4477-8A89-13B067C6B17C}" dt="2025-06-12T11:00:20.617" v="9803" actId="2696"/>
        <pc:sldMkLst>
          <pc:docMk/>
          <pc:sldMk cId="1882309245" sldId="358"/>
        </pc:sldMkLst>
      </pc:sldChg>
      <pc:sldChg chg="addSp delSp modSp add mod ord delAnim modAnim">
        <pc:chgData name="Bart van Eijkelenburg" userId="32564be6-3772-4f77-8099-aa7e4c72ca61" providerId="ADAL" clId="{D1803E4E-13EE-4477-8A89-13B067C6B17C}" dt="2025-06-12T11:59:35.766" v="11310"/>
        <pc:sldMkLst>
          <pc:docMk/>
          <pc:sldMk cId="1316609780" sldId="359"/>
        </pc:sldMkLst>
        <pc:spChg chg="mod">
          <ac:chgData name="Bart van Eijkelenburg" userId="32564be6-3772-4f77-8099-aa7e4c72ca61" providerId="ADAL" clId="{D1803E4E-13EE-4477-8A89-13B067C6B17C}" dt="2025-06-12T11:48:23.858" v="10733" actId="1076"/>
          <ac:spMkLst>
            <pc:docMk/>
            <pc:sldMk cId="1316609780" sldId="359"/>
            <ac:spMk id="7" creationId="{A96AF86D-CBBE-00AE-B2E9-ADBE7E013CFC}"/>
          </ac:spMkLst>
        </pc:spChg>
      </pc:sldChg>
      <pc:sldChg chg="addSp delSp modSp add mod addAnim delAnim modAnim">
        <pc:chgData name="Bart van Eijkelenburg" userId="32564be6-3772-4f77-8099-aa7e4c72ca61" providerId="ADAL" clId="{D1803E4E-13EE-4477-8A89-13B067C6B17C}" dt="2025-06-12T11:46:30.157" v="10668" actId="20577"/>
        <pc:sldMkLst>
          <pc:docMk/>
          <pc:sldMk cId="4176590985" sldId="360"/>
        </pc:sldMkLst>
        <pc:spChg chg="add del mod">
          <ac:chgData name="Bart van Eijkelenburg" userId="32564be6-3772-4f77-8099-aa7e4c72ca61" providerId="ADAL" clId="{D1803E4E-13EE-4477-8A89-13B067C6B17C}" dt="2025-06-12T11:46:30.157" v="10668" actId="20577"/>
          <ac:spMkLst>
            <pc:docMk/>
            <pc:sldMk cId="4176590985" sldId="360"/>
            <ac:spMk id="6" creationId="{282BDCD5-0E6B-F4E3-23C1-48D46F4C1464}"/>
          </ac:spMkLst>
        </pc:spChg>
        <pc:spChg chg="mod">
          <ac:chgData name="Bart van Eijkelenburg" userId="32564be6-3772-4f77-8099-aa7e4c72ca61" providerId="ADAL" clId="{D1803E4E-13EE-4477-8A89-13B067C6B17C}" dt="2025-06-12T11:08:55.968" v="10195" actId="20577"/>
          <ac:spMkLst>
            <pc:docMk/>
            <pc:sldMk cId="4176590985" sldId="360"/>
            <ac:spMk id="45" creationId="{D85AE232-0E94-11F2-8685-BE6FA848DDFD}"/>
          </ac:spMkLst>
        </pc:spChg>
        <pc:graphicFrameChg chg="add mod modGraphic">
          <ac:chgData name="Bart van Eijkelenburg" userId="32564be6-3772-4f77-8099-aa7e4c72ca61" providerId="ADAL" clId="{D1803E4E-13EE-4477-8A89-13B067C6B17C}" dt="2025-06-12T11:44:02.490" v="10649" actId="1076"/>
          <ac:graphicFrameMkLst>
            <pc:docMk/>
            <pc:sldMk cId="4176590985" sldId="360"/>
            <ac:graphicFrameMk id="3" creationId="{B2B10EF6-6D9D-E5B5-F0EF-B8B68C6F194F}"/>
          </ac:graphicFrameMkLst>
        </pc:graphicFrameChg>
      </pc:sldChg>
      <pc:sldChg chg="add del">
        <pc:chgData name="Bart van Eijkelenburg" userId="32564be6-3772-4f77-8099-aa7e4c72ca61" providerId="ADAL" clId="{D1803E4E-13EE-4477-8A89-13B067C6B17C}" dt="2025-06-12T11:09:04.165" v="10199" actId="2890"/>
        <pc:sldMkLst>
          <pc:docMk/>
          <pc:sldMk cId="463575980" sldId="361"/>
        </pc:sldMkLst>
      </pc:sldChg>
      <pc:sldChg chg="addSp delSp modSp add mod modAnim">
        <pc:chgData name="Bart van Eijkelenburg" userId="32564be6-3772-4f77-8099-aa7e4c72ca61" providerId="ADAL" clId="{D1803E4E-13EE-4477-8A89-13B067C6B17C}" dt="2025-06-21T12:32:53.832" v="12633" actId="20577"/>
        <pc:sldMkLst>
          <pc:docMk/>
          <pc:sldMk cId="1035140180" sldId="361"/>
        </pc:sldMkLst>
        <pc:spChg chg="mod">
          <ac:chgData name="Bart van Eijkelenburg" userId="32564be6-3772-4f77-8099-aa7e4c72ca61" providerId="ADAL" clId="{D1803E4E-13EE-4477-8A89-13B067C6B17C}" dt="2025-06-21T12:31:48.189" v="12583" actId="790"/>
          <ac:spMkLst>
            <pc:docMk/>
            <pc:sldMk cId="1035140180" sldId="361"/>
            <ac:spMk id="5" creationId="{9D65F588-A6E1-4BA7-66F2-5A5AC41841E1}"/>
          </ac:spMkLst>
        </pc:spChg>
        <pc:spChg chg="mod">
          <ac:chgData name="Bart van Eijkelenburg" userId="32564be6-3772-4f77-8099-aa7e4c72ca61" providerId="ADAL" clId="{D1803E4E-13EE-4477-8A89-13B067C6B17C}" dt="2025-06-21T12:31:48.189" v="12583" actId="790"/>
          <ac:spMkLst>
            <pc:docMk/>
            <pc:sldMk cId="1035140180" sldId="361"/>
            <ac:spMk id="7" creationId="{A7163877-513F-114E-CD6B-8D506EECF70A}"/>
          </ac:spMkLst>
        </pc:spChg>
        <pc:spChg chg="mod">
          <ac:chgData name="Bart van Eijkelenburg" userId="32564be6-3772-4f77-8099-aa7e4c72ca61" providerId="ADAL" clId="{D1803E4E-13EE-4477-8A89-13B067C6B17C}" dt="2025-06-21T12:31:48.189" v="12583" actId="790"/>
          <ac:spMkLst>
            <pc:docMk/>
            <pc:sldMk cId="1035140180" sldId="361"/>
            <ac:spMk id="8" creationId="{C2510639-158B-F670-8049-676278ACF5B0}"/>
          </ac:spMkLst>
        </pc:spChg>
        <pc:spChg chg="mod">
          <ac:chgData name="Bart van Eijkelenburg" userId="32564be6-3772-4f77-8099-aa7e4c72ca61" providerId="ADAL" clId="{D1803E4E-13EE-4477-8A89-13B067C6B17C}" dt="2025-06-21T12:32:53.832" v="12633" actId="20577"/>
          <ac:spMkLst>
            <pc:docMk/>
            <pc:sldMk cId="1035140180" sldId="361"/>
            <ac:spMk id="9" creationId="{9342B748-AC08-7331-43FC-6D1BC812C7FD}"/>
          </ac:spMkLst>
        </pc:spChg>
        <pc:spChg chg="mod">
          <ac:chgData name="Bart van Eijkelenburg" userId="32564be6-3772-4f77-8099-aa7e4c72ca61" providerId="ADAL" clId="{D1803E4E-13EE-4477-8A89-13B067C6B17C}" dt="2025-06-21T12:31:48.189" v="12583" actId="790"/>
          <ac:spMkLst>
            <pc:docMk/>
            <pc:sldMk cId="1035140180" sldId="361"/>
            <ac:spMk id="10" creationId="{A1856FF3-183E-7C7B-1443-CCCDEE7D715D}"/>
          </ac:spMkLst>
        </pc:spChg>
        <pc:spChg chg="mod">
          <ac:chgData name="Bart van Eijkelenburg" userId="32564be6-3772-4f77-8099-aa7e4c72ca61" providerId="ADAL" clId="{D1803E4E-13EE-4477-8A89-13B067C6B17C}" dt="2025-06-21T12:31:48.189" v="12583" actId="790"/>
          <ac:spMkLst>
            <pc:docMk/>
            <pc:sldMk cId="1035140180" sldId="361"/>
            <ac:spMk id="12" creationId="{72F08496-E60B-3F24-4063-E4EECD9BDC11}"/>
          </ac:spMkLst>
        </pc:spChg>
        <pc:spChg chg="mod">
          <ac:chgData name="Bart van Eijkelenburg" userId="32564be6-3772-4f77-8099-aa7e4c72ca61" providerId="ADAL" clId="{D1803E4E-13EE-4477-8A89-13B067C6B17C}" dt="2025-06-21T12:31:48.189" v="12583" actId="790"/>
          <ac:spMkLst>
            <pc:docMk/>
            <pc:sldMk cId="1035140180" sldId="361"/>
            <ac:spMk id="13" creationId="{FBEA4E34-B763-D9FC-66F2-14221FF77CFF}"/>
          </ac:spMkLst>
        </pc:spChg>
        <pc:spChg chg="mod">
          <ac:chgData name="Bart van Eijkelenburg" userId="32564be6-3772-4f77-8099-aa7e4c72ca61" providerId="ADAL" clId="{D1803E4E-13EE-4477-8A89-13B067C6B17C}" dt="2025-06-21T12:31:48.189" v="12583" actId="790"/>
          <ac:spMkLst>
            <pc:docMk/>
            <pc:sldMk cId="1035140180" sldId="361"/>
            <ac:spMk id="15" creationId="{0D8160B9-6AC9-BD0D-6719-D3CA18E513A5}"/>
          </ac:spMkLst>
        </pc:spChg>
        <pc:spChg chg="mod">
          <ac:chgData name="Bart van Eijkelenburg" userId="32564be6-3772-4f77-8099-aa7e4c72ca61" providerId="ADAL" clId="{D1803E4E-13EE-4477-8A89-13B067C6B17C}" dt="2025-06-21T12:31:48.189" v="12583" actId="790"/>
          <ac:spMkLst>
            <pc:docMk/>
            <pc:sldMk cId="1035140180" sldId="361"/>
            <ac:spMk id="45" creationId="{68C4A948-3A33-2882-724B-1B60966E50D0}"/>
          </ac:spMkLst>
        </pc:spChg>
        <pc:grpChg chg="add mod">
          <ac:chgData name="Bart van Eijkelenburg" userId="32564be6-3772-4f77-8099-aa7e4c72ca61" providerId="ADAL" clId="{D1803E4E-13EE-4477-8A89-13B067C6B17C}" dt="2025-06-12T11:45:42.402" v="10665" actId="1076"/>
          <ac:grpSpMkLst>
            <pc:docMk/>
            <pc:sldMk cId="1035140180" sldId="361"/>
            <ac:grpSpMk id="2" creationId="{8AC5095C-676E-6A8A-C8FC-F8445B24AEBD}"/>
          </ac:grpSpMkLst>
        </pc:grpChg>
        <pc:grpChg chg="add mod">
          <ac:chgData name="Bart van Eijkelenburg" userId="32564be6-3772-4f77-8099-aa7e4c72ca61" providerId="ADAL" clId="{D1803E4E-13EE-4477-8A89-13B067C6B17C}" dt="2025-06-12T11:45:48.594" v="10666" actId="1076"/>
          <ac:grpSpMkLst>
            <pc:docMk/>
            <pc:sldMk cId="1035140180" sldId="361"/>
            <ac:grpSpMk id="11" creationId="{2CC9DBFA-AE03-5B97-FBFE-F290C1713E25}"/>
          </ac:grpSpMkLst>
        </pc:grpChg>
      </pc:sldChg>
      <pc:sldChg chg="modSp add mod ord">
        <pc:chgData name="Bart van Eijkelenburg" userId="32564be6-3772-4f77-8099-aa7e4c72ca61" providerId="ADAL" clId="{D1803E4E-13EE-4477-8A89-13B067C6B17C}" dt="2025-06-12T12:06:02.965" v="11728" actId="20578"/>
        <pc:sldMkLst>
          <pc:docMk/>
          <pc:sldMk cId="2930632736" sldId="362"/>
        </pc:sldMkLst>
        <pc:spChg chg="mod">
          <ac:chgData name="Bart van Eijkelenburg" userId="32564be6-3772-4f77-8099-aa7e4c72ca61" providerId="ADAL" clId="{D1803E4E-13EE-4477-8A89-13B067C6B17C}" dt="2025-06-12T12:06:01.835" v="11727" actId="1076"/>
          <ac:spMkLst>
            <pc:docMk/>
            <pc:sldMk cId="2930632736" sldId="362"/>
            <ac:spMk id="7" creationId="{8637D4F9-6689-BF38-3590-AECBC531908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283BE7-92A4-4458-84EA-596A085535DD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4A7BA2-DDEF-4020-96C0-4875ACF0298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1518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xxxxxxxxxxxxxxx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CB25D9F-7D8D-456C-91A9-1382892C551D}" type="datetime1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7/1/2025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xxxxxxxxxxxxx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1DEAA8-51BB-47B8-A5B8-9D39CF4D22EF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425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B7F450-AC81-4C84-B9E6-A884E86365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C4F5FF4-D570-4CD7-A833-B94317B09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F77E3B7-CABE-4816-AECF-A2D63E6A2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D19DA43-874A-443F-87E7-D4A9FF9D1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C0094BA-D30B-4339-A237-082CC700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5859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908CE3-DC75-48D8-B3E3-13AFF52B4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672060F-275B-42E6-A43A-3FF41BC0C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3B4C8A4-3CAA-4D63-B2DE-AA8F85B32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3C40D97-305F-46F3-9E4A-674E57227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F27B445-53AF-4A9B-A246-947A6534F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5647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69DC4F-DB9A-48DA-92AA-F61EB43D1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1CF184D-33FD-4F0E-B7C1-045177866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95445AD-FFC9-4FD2-9578-0B0000F54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FC2C741-2D3E-4329-96DD-164DDBC8E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1BA0355-48F6-475F-8D6E-436E6C22E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1426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BA0394-0C7D-45AC-A32A-136FFDAA5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8B5BD9F-F723-44AE-919F-C22831DE75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2CE737-A6E2-47CF-A44A-8699CC6C2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24E094B-7D43-46A7-8EC7-1F6B2A25D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A129B9E-DFDA-4098-ACB8-F8593E662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4BD0950-04FB-438A-9792-CBEF6F568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08989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B13853-D9B4-4DFD-9DD7-F781B3A5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F451003-1D78-4688-A78A-921D6AF73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D43E80A-FF7F-4F79-B4DE-2D38B52F7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295B345-D795-401B-AB16-6F559AAB3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79907FB-C42B-4F6A-835D-B7549D9291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FA266C68-C591-4C3B-88E3-39706C89B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DB80758-0951-45C2-A1FB-40F674A14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354916D6-10C6-4FD9-8C27-E33C0F693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4618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964229-D8C9-4C81-AB2F-3F822788E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FD2A007-AB97-4F07-8FF2-41C6DAB56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00E051F-E5F2-4581-8261-19CFE18D2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70414FF-DB76-41AE-9AA6-6D24E9FB7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6085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7F4A352-3D2E-4EDE-991D-0A14757A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43A9CE6-E0AB-4EC6-BFD7-461420F7E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0F631D1-FE5F-4539-A4E8-717E6F479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92286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310B23-0349-4B68-9FEB-856B92E1A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A87FA2-D884-41E3-8390-739C87EEF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5EB6E41-848B-453C-BBB5-37030D728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3B05947-B640-4E8D-A2A0-066CE94BB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6944E21-6924-445B-ADDB-38E43F2B7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AA5ECC6-273E-4C02-962A-47F6A6559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1162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008AC-CC9F-40CC-903E-37DF25FD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4F88E401-3DC6-4C20-B44C-D75A1FEEE8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E6EEC04-54B0-4735-A1DB-B70A75720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CF9CB47-6C2B-4BD6-9D32-02F0D3E33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209EFD-6CA1-4E4F-B889-353D2F5E7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811322B-5BEF-47D5-831F-E179CD17D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38416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5FF61C-72EF-47B4-AD71-04363B927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108B11A-5548-470F-816F-E73F0D8AA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2E6088D-72DE-4016-B62B-26CC6B0F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C01E2C1-4C7C-4697-A111-630FB650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14E62E3-F742-469F-B272-A0AFADF4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2042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8E57E111-3879-4C12-A971-A737BC1BB6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858A825-B558-4BFA-8F0C-B3783B587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D2E1C34-E517-486C-BFE0-848AE6554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198F0A6-EC5D-4534-8C59-1300FB316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F30F668-AA13-4136-B775-25569F80E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234264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B7F450-AC81-4C84-B9E6-A884E86365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C4F5FF4-D570-4CD7-A833-B94317B09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F77E3B7-CABE-4816-AECF-A2D63E6A2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D19DA43-874A-443F-87E7-D4A9FF9D1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C0094BA-D30B-4339-A237-082CC7006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208210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908CE3-DC75-48D8-B3E3-13AFF52B4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672060F-275B-42E6-A43A-3FF41BC0C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3B4C8A4-3CAA-4D63-B2DE-AA8F85B32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3C40D97-305F-46F3-9E4A-674E57227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F27B445-53AF-4A9B-A246-947A6534F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53435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69DC4F-DB9A-48DA-92AA-F61EB43D1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1CF184D-33FD-4F0E-B7C1-045177866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95445AD-FFC9-4FD2-9578-0B0000F54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FC2C741-2D3E-4329-96DD-164DDBC8E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1BA0355-48F6-475F-8D6E-436E6C22E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24119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BA0394-0C7D-45AC-A32A-136FFDAA5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8B5BD9F-F723-44AE-919F-C22831DE75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2CE737-A6E2-47CF-A44A-8699CC6C2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24E094B-7D43-46A7-8EC7-1F6B2A25D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A129B9E-DFDA-4098-ACB8-F8593E662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4BD0950-04FB-438A-9792-CBEF6F568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62625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B13853-D9B4-4DFD-9DD7-F781B3A5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F451003-1D78-4688-A78A-921D6AF73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7D43E80A-FF7F-4F79-B4DE-2D38B52F7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295B345-D795-401B-AB16-6F559AAB3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79907FB-C42B-4F6A-835D-B7549D9291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FA266C68-C591-4C3B-88E3-39706C89B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DDB80758-0951-45C2-A1FB-40F674A14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354916D6-10C6-4FD9-8C27-E33C0F693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96905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964229-D8C9-4C81-AB2F-3F822788E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5FD2A007-AB97-4F07-8FF2-41C6DAB56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00E051F-E5F2-4581-8261-19CFE18D2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70414FF-DB76-41AE-9AA6-6D24E9FB7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943813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7F4A352-3D2E-4EDE-991D-0A14757A1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43A9CE6-E0AB-4EC6-BFD7-461420F7E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0F631D1-FE5F-4539-A4E8-717E6F479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9578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310B23-0349-4B68-9FEB-856B92E1A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A87FA2-D884-41E3-8390-739C87EEF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5EB6E41-848B-453C-BBB5-37030D728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3B05947-B640-4E8D-A2A0-066CE94BB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6944E21-6924-445B-ADDB-38E43F2B7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AA5ECC6-273E-4C02-962A-47F6A6559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68493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1008AC-CC9F-40CC-903E-37DF25FD1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4F88E401-3DC6-4C20-B44C-D75A1FEEE8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E6EEC04-54B0-4735-A1DB-B70A757207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CF9CB47-6C2B-4BD6-9D32-02F0D3E33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F4209EFD-6CA1-4E4F-B889-353D2F5E7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811322B-5BEF-47D5-831F-E179CD17D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525720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5FF61C-72EF-47B4-AD71-04363B927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C108B11A-5548-470F-816F-E73F0D8AA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2E6088D-72DE-4016-B62B-26CC6B0F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C01E2C1-4C7C-4697-A111-630FB650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14E62E3-F742-469F-B272-A0AFADF4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590726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8E57E111-3879-4C12-A971-A737BC1BB6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6858A825-B558-4BFA-8F0C-B3783B587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D2E1C34-E517-486C-BFE0-848AE6554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198F0A6-EC5D-4534-8C59-1300FB316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F30F668-AA13-4136-B775-25569F80E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0049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5000" t="-3000" r="-2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9E1E8895-B03C-430E-86B7-32C68E003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1416EFC-54EB-4F9B-BFD3-EC960BA3C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0EF286D-2615-4174-A0EB-5685AF0D0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31C6DD8-898E-47EC-A896-D5F204AFA2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171EFB7-BE71-4405-A358-7BFDD61F7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8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14000" r="24000" b="-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9E1E8895-B03C-430E-86B7-32C68E003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1416EFC-54EB-4F9B-BFD3-EC960BA3C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0EF286D-2615-4174-A0EB-5685AF0D0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21804-69CB-4B8D-8A42-01B8E72982D2}" type="datetimeFigureOut">
              <a:rPr lang="nl-NL" smtClean="0"/>
              <a:t>1-7-2025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31C6DD8-898E-47EC-A896-D5F204AFA2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171EFB7-BE71-4405-A358-7BFDD61F7F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C08EC-A057-471D-BCD0-05D47594F03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27833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creativecommons.org/licenses/by-nd/2.0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lickr.com/photos/hikingartist/" TargetMode="External"/><Relationship Id="rId5" Type="http://schemas.openxmlformats.org/officeDocument/2006/relationships/hyperlink" Target="https://www.flickr.com/photos/hikingartist/5727278512/in/photolist-9J6Nnf-6v4Xhz-9rESs-87NA7G-8GJvbJ-qBne5u-8SRJFm-87KfnD-paxfD8-9h2Dio-nxbANX-paxh9n-87KoSM-8w3jZT-651mrd-8GFm3n-4yj7N1-nZZvut-pMSq4Q-ab1Z5h-8BY6Ub-7v2CGM-8KVkvz-bV1L4r-n35vqE-bV1L5v-98HAv9-a" TargetMode="External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u.testvision.nl/online/kandidate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forms.gle/UByyqQD3HF6b8Dxv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r="2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Shape 171">
            <a:extLst>
              <a:ext uri="{FF2B5EF4-FFF2-40B4-BE49-F238E27FC236}">
                <a16:creationId xmlns:a16="http://schemas.microsoft.com/office/drawing/2014/main" id="{241AB350-70F0-495B-93B0-B5A5BD07D4BA}"/>
              </a:ext>
            </a:extLst>
          </p:cNvPr>
          <p:cNvGrpSpPr/>
          <p:nvPr/>
        </p:nvGrpSpPr>
        <p:grpSpPr>
          <a:xfrm>
            <a:off x="71593" y="4244662"/>
            <a:ext cx="8964612" cy="2189518"/>
            <a:chOff x="179388" y="4668482"/>
            <a:chExt cx="8713786" cy="2029179"/>
          </a:xfrm>
        </p:grpSpPr>
        <p:sp>
          <p:nvSpPr>
            <p:cNvPr id="32" name="Shape 172">
              <a:extLst>
                <a:ext uri="{FF2B5EF4-FFF2-40B4-BE49-F238E27FC236}">
                  <a16:creationId xmlns:a16="http://schemas.microsoft.com/office/drawing/2014/main" id="{F8E8B79E-E997-4749-BAC6-E2A70D98D5B7}"/>
                </a:ext>
              </a:extLst>
            </p:cNvPr>
            <p:cNvSpPr/>
            <p:nvPr/>
          </p:nvSpPr>
          <p:spPr>
            <a:xfrm>
              <a:off x="179388" y="4668482"/>
              <a:ext cx="8713786" cy="2029179"/>
            </a:xfrm>
            <a:prstGeom prst="rect">
              <a:avLst/>
            </a:prstGeom>
            <a:solidFill>
              <a:sysClr val="window" lastClr="FFFFFF"/>
            </a:solidFill>
            <a:ln w="9525" cap="flat">
              <a:solidFill>
                <a:srgbClr val="3399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91425" tIns="45700" rIns="91425" bIns="45700" anchor="ctr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33" name="Shape 173">
              <a:extLst>
                <a:ext uri="{FF2B5EF4-FFF2-40B4-BE49-F238E27FC236}">
                  <a16:creationId xmlns:a16="http://schemas.microsoft.com/office/drawing/2014/main" id="{3FC1DA87-66B1-4AE5-BB42-C07DB23BF3D5}"/>
                </a:ext>
              </a:extLst>
            </p:cNvPr>
            <p:cNvSpPr/>
            <p:nvPr/>
          </p:nvSpPr>
          <p:spPr>
            <a:xfrm>
              <a:off x="323850" y="4780525"/>
              <a:ext cx="8424862" cy="869011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34" name="Shape 174">
              <a:extLst>
                <a:ext uri="{FF2B5EF4-FFF2-40B4-BE49-F238E27FC236}">
                  <a16:creationId xmlns:a16="http://schemas.microsoft.com/office/drawing/2014/main" id="{9BB55EC6-A072-40A0-9333-899B55B8B8B5}"/>
                </a:ext>
              </a:extLst>
            </p:cNvPr>
            <p:cNvSpPr txBox="1"/>
            <p:nvPr/>
          </p:nvSpPr>
          <p:spPr>
            <a:xfrm>
              <a:off x="509587" y="4889500"/>
              <a:ext cx="8043745" cy="584776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nl-NL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  <a:rtl val="0"/>
                </a:rPr>
                <a:t>Les 3: Controle Structuren</a:t>
              </a:r>
            </a:p>
          </p:txBody>
        </p:sp>
        <p:pic>
          <p:nvPicPr>
            <p:cNvPr id="35" name="Shape 175">
              <a:extLst>
                <a:ext uri="{FF2B5EF4-FFF2-40B4-BE49-F238E27FC236}">
                  <a16:creationId xmlns:a16="http://schemas.microsoft.com/office/drawing/2014/main" id="{FDD9E18E-C569-4CBC-B7A0-BFF8EF21F45F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b="14706"/>
            <a:stretch/>
          </p:blipFill>
          <p:spPr>
            <a:xfrm>
              <a:off x="5867398" y="5667342"/>
              <a:ext cx="2881312" cy="9058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" name="Shape 176">
              <a:extLst>
                <a:ext uri="{FF2B5EF4-FFF2-40B4-BE49-F238E27FC236}">
                  <a16:creationId xmlns:a16="http://schemas.microsoft.com/office/drawing/2014/main" id="{9EAE36E1-082B-46F8-BEB9-0284B8CB22EB}"/>
                </a:ext>
              </a:extLst>
            </p:cNvPr>
            <p:cNvSpPr/>
            <p:nvPr/>
          </p:nvSpPr>
          <p:spPr>
            <a:xfrm>
              <a:off x="323850" y="5733673"/>
              <a:ext cx="5441949" cy="839788"/>
            </a:xfrm>
            <a:prstGeom prst="rect">
              <a:avLst/>
            </a:prstGeom>
            <a:solidFill>
              <a:srgbClr val="3399FF"/>
            </a:solidFill>
            <a:ln>
              <a:noFill/>
            </a:ln>
          </p:spPr>
          <p:txBody>
            <a:bodyPr lIns="91425" tIns="45700" rIns="91425" bIns="45700" anchor="ctr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37" name="Shape 177">
              <a:extLst>
                <a:ext uri="{FF2B5EF4-FFF2-40B4-BE49-F238E27FC236}">
                  <a16:creationId xmlns:a16="http://schemas.microsoft.com/office/drawing/2014/main" id="{668E02A3-0F3C-4AB3-863D-A5279D836655}"/>
                </a:ext>
              </a:extLst>
            </p:cNvPr>
            <p:cNvSpPr txBox="1"/>
            <p:nvPr/>
          </p:nvSpPr>
          <p:spPr>
            <a:xfrm>
              <a:off x="323850" y="5797173"/>
              <a:ext cx="5213349" cy="646331"/>
            </a:xfrm>
            <a:prstGeom prst="rect">
              <a:avLst/>
            </a:prstGeom>
            <a:noFill/>
            <a:ln>
              <a:noFill/>
            </a:ln>
          </p:spPr>
          <p:txBody>
            <a:bodyPr lIns="91425" tIns="45700" rIns="91425" bIns="45700" anchor="t" anchorCtr="0">
              <a:no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rtl val="0"/>
                </a:defRPr>
              </a:lvl9pPr>
            </a:lstStyle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nl-NL" sz="1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Programming (onderdeel van </a:t>
              </a:r>
              <a:r>
                <a:rPr lang="nl-NL" sz="1800" b="1" kern="0" dirty="0">
                  <a:solidFill>
                    <a:schemeClr val="bg1"/>
                  </a:solidFill>
                </a:rPr>
                <a:t>TICT-V1SE1-24</a:t>
              </a:r>
              <a:r>
                <a:rPr kumimoji="0" lang="nl-NL" sz="1800" b="1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/>
                  <a:cs typeface="Arial"/>
                  <a:sym typeface="Arial"/>
                </a:rPr>
                <a:t>)</a:t>
              </a:r>
            </a:p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Pct val="25000"/>
                <a:buFontTx/>
                <a:buNone/>
                <a:tabLst/>
                <a:defRPr/>
              </a:pPr>
              <a:r>
                <a:rPr kumimoji="0" lang="nl-NL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/>
                  <a:cs typeface="Arial"/>
                  <a:sym typeface="Arial"/>
                  <a:rtl val="0"/>
                </a:rPr>
                <a:t>HBO-ICT propedeuse blok 1</a:t>
              </a:r>
            </a:p>
          </p:txBody>
        </p:sp>
      </p:grpSp>
      <p:pic>
        <p:nvPicPr>
          <p:cNvPr id="38" name="Afbeelding 37" descr="evolution_man_pc.jpg">
            <a:extLst>
              <a:ext uri="{FF2B5EF4-FFF2-40B4-BE49-F238E27FC236}">
                <a16:creationId xmlns:a16="http://schemas.microsoft.com/office/drawing/2014/main" id="{06FEFDD3-52AB-414C-A8EC-4FBB50E416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261" y="1632778"/>
            <a:ext cx="5855624" cy="2213426"/>
          </a:xfrm>
          <a:prstGeom prst="rect">
            <a:avLst/>
          </a:prstGeom>
        </p:spPr>
      </p:pic>
      <p:sp>
        <p:nvSpPr>
          <p:cNvPr id="39" name="Rechthoek 38">
            <a:extLst>
              <a:ext uri="{FF2B5EF4-FFF2-40B4-BE49-F238E27FC236}">
                <a16:creationId xmlns:a16="http://schemas.microsoft.com/office/drawing/2014/main" id="{EDD89FAB-5A6A-4B1B-87F9-3E613169558B}"/>
              </a:ext>
            </a:extLst>
          </p:cNvPr>
          <p:cNvSpPr/>
          <p:nvPr/>
        </p:nvSpPr>
        <p:spPr>
          <a:xfrm>
            <a:off x="4001717" y="3809133"/>
            <a:ext cx="3596182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5pPr>
            <a:lvl6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6pPr>
            <a:lvl7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7pPr>
            <a:lvl8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8pPr>
            <a:lvl9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 baseline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rtl val="0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5"/>
                <a:rtl val="0"/>
              </a:rPr>
              <a:t>Man Chain </a:t>
            </a:r>
            <a:r>
              <a:rPr kumimoji="0" lang="nl-NL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5"/>
                <a:rtl val="0"/>
              </a:rPr>
              <a:t>illustration</a:t>
            </a: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 </a:t>
            </a:r>
            <a:r>
              <a:rPr kumimoji="0" lang="nl-NL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by</a:t>
            </a: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 </a:t>
            </a: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6"/>
                <a:rtl val="0"/>
              </a:rPr>
              <a:t>Frits </a:t>
            </a:r>
            <a:r>
              <a:rPr kumimoji="0" lang="nl-NL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6"/>
                <a:rtl val="0"/>
              </a:rPr>
              <a:t>Ahlefeldt-Laurvig</a:t>
            </a: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rtl val="0"/>
              </a:rPr>
              <a:t> | </a:t>
            </a:r>
            <a:r>
              <a:rPr kumimoji="0" lang="nl-NL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  <a:hlinkClick r:id="rId7"/>
                <a:rtl val="0"/>
              </a:rPr>
              <a:t>CC BY-ND</a:t>
            </a:r>
            <a:endParaRPr kumimoji="0" lang="nl-NL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  <a:rtl val="0"/>
            </a:endParaRPr>
          </a:p>
        </p:txBody>
      </p:sp>
    </p:spTree>
    <p:extLst>
      <p:ext uri="{BB962C8B-B14F-4D97-AF65-F5344CB8AC3E}">
        <p14:creationId xmlns:p14="http://schemas.microsoft.com/office/powerpoint/2010/main" val="1476033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686551"/>
            <a:ext cx="11094396" cy="4054717"/>
          </a:xfrm>
        </p:spPr>
        <p:txBody>
          <a:bodyPr>
            <a:normAutofit/>
          </a:bodyPr>
          <a:lstStyle/>
          <a:p>
            <a:r>
              <a:rPr lang="nl-NL" sz="1800" kern="0" dirty="0">
                <a:solidFill>
                  <a:srgbClr val="294171"/>
                </a:solidFill>
              </a:rPr>
              <a:t>Laptop aan de stroom!</a:t>
            </a:r>
          </a:p>
          <a:p>
            <a:r>
              <a:rPr lang="nl-NL" sz="1800" kern="0" dirty="0">
                <a:solidFill>
                  <a:srgbClr val="294171"/>
                </a:solidFill>
              </a:rPr>
              <a:t>Telefoons, smartwatches etc. in de broekzak of tas</a:t>
            </a:r>
          </a:p>
          <a:p>
            <a:r>
              <a:rPr lang="nl-NL" sz="1800" kern="0" dirty="0">
                <a:solidFill>
                  <a:srgbClr val="294171"/>
                </a:solidFill>
              </a:rPr>
              <a:t>ID op tafel klaarleggen voor controle</a:t>
            </a:r>
          </a:p>
          <a:p>
            <a:r>
              <a:rPr lang="en-US" sz="1800" kern="0" dirty="0" err="1">
                <a:solidFill>
                  <a:srgbClr val="294171"/>
                </a:solidFill>
              </a:rPr>
              <a:t>Tijdslimiet</a:t>
            </a:r>
            <a:r>
              <a:rPr lang="en-US" sz="1800" kern="0" dirty="0">
                <a:solidFill>
                  <a:srgbClr val="294171"/>
                </a:solidFill>
              </a:rPr>
              <a:t>: 45 </a:t>
            </a:r>
            <a:r>
              <a:rPr lang="en-US" sz="1800" kern="0" dirty="0" err="1">
                <a:solidFill>
                  <a:srgbClr val="294171"/>
                </a:solidFill>
              </a:rPr>
              <a:t>minuten</a:t>
            </a:r>
            <a:r>
              <a:rPr lang="en-US" sz="1800" kern="0" dirty="0">
                <a:solidFill>
                  <a:srgbClr val="294171"/>
                </a:solidFill>
              </a:rPr>
              <a:t> + 15 </a:t>
            </a:r>
            <a:r>
              <a:rPr lang="en-US" sz="1800" kern="0" dirty="0" err="1">
                <a:solidFill>
                  <a:srgbClr val="294171"/>
                </a:solidFill>
              </a:rPr>
              <a:t>minuten</a:t>
            </a:r>
            <a:r>
              <a:rPr lang="en-US" sz="1800" kern="0" dirty="0">
                <a:solidFill>
                  <a:srgbClr val="294171"/>
                </a:solidFill>
              </a:rPr>
              <a:t> extra </a:t>
            </a:r>
            <a:r>
              <a:rPr lang="en-US" sz="1800" kern="0" dirty="0" err="1">
                <a:solidFill>
                  <a:srgbClr val="294171"/>
                </a:solidFill>
              </a:rPr>
              <a:t>tijd</a:t>
            </a:r>
            <a:endParaRPr lang="nl-NL" sz="1800" kern="0" dirty="0">
              <a:solidFill>
                <a:srgbClr val="294171"/>
              </a:solidFill>
            </a:endParaRPr>
          </a:p>
          <a:p>
            <a:r>
              <a:rPr lang="en-US" sz="1800" kern="0" dirty="0" err="1">
                <a:solidFill>
                  <a:srgbClr val="294171"/>
                </a:solidFill>
              </a:rPr>
              <a:t>Formatief</a:t>
            </a:r>
            <a:r>
              <a:rPr lang="en-US" sz="1800" kern="0" dirty="0">
                <a:solidFill>
                  <a:srgbClr val="294171"/>
                </a:solidFill>
              </a:rPr>
              <a:t> == </a:t>
            </a:r>
            <a:r>
              <a:rPr lang="en-US" sz="1800" kern="0" dirty="0" err="1">
                <a:solidFill>
                  <a:srgbClr val="294171"/>
                </a:solidFill>
              </a:rPr>
              <a:t>telt</a:t>
            </a:r>
            <a:r>
              <a:rPr lang="en-US" sz="1800" kern="0" dirty="0">
                <a:solidFill>
                  <a:srgbClr val="294171"/>
                </a:solidFill>
              </a:rPr>
              <a:t> </a:t>
            </a:r>
            <a:r>
              <a:rPr lang="en-US" sz="1800" kern="0" dirty="0" err="1">
                <a:solidFill>
                  <a:srgbClr val="294171"/>
                </a:solidFill>
              </a:rPr>
              <a:t>niet</a:t>
            </a:r>
            <a:r>
              <a:rPr lang="en-US" sz="1800" kern="0" dirty="0">
                <a:solidFill>
                  <a:srgbClr val="294171"/>
                </a:solidFill>
              </a:rPr>
              <a:t> mee </a:t>
            </a:r>
            <a:r>
              <a:rPr lang="en-US" sz="1800" kern="0" dirty="0" err="1">
                <a:solidFill>
                  <a:srgbClr val="294171"/>
                </a:solidFill>
              </a:rPr>
              <a:t>voor</a:t>
            </a:r>
            <a:r>
              <a:rPr lang="en-US" sz="1800" kern="0" dirty="0">
                <a:solidFill>
                  <a:srgbClr val="294171"/>
                </a:solidFill>
              </a:rPr>
              <a:t> je </a:t>
            </a:r>
            <a:r>
              <a:rPr lang="en-US" sz="1800" kern="0" dirty="0" err="1">
                <a:solidFill>
                  <a:srgbClr val="294171"/>
                </a:solidFill>
              </a:rPr>
              <a:t>eindresultaat</a:t>
            </a:r>
            <a:r>
              <a:rPr lang="en-US" sz="1800" kern="0" dirty="0">
                <a:solidFill>
                  <a:srgbClr val="294171"/>
                </a:solidFill>
              </a:rPr>
              <a:t>. </a:t>
            </a:r>
            <a:r>
              <a:rPr lang="en-US" sz="1800" kern="0" dirty="0" err="1">
                <a:solidFill>
                  <a:srgbClr val="294171"/>
                </a:solidFill>
              </a:rPr>
              <a:t>Toetst</a:t>
            </a:r>
            <a:r>
              <a:rPr lang="en-US" sz="1800" kern="0" dirty="0">
                <a:solidFill>
                  <a:srgbClr val="294171"/>
                </a:solidFill>
              </a:rPr>
              <a:t> </a:t>
            </a:r>
            <a:r>
              <a:rPr lang="en-US" sz="1800" kern="0" dirty="0" err="1">
                <a:solidFill>
                  <a:srgbClr val="294171"/>
                </a:solidFill>
              </a:rPr>
              <a:t>stof</a:t>
            </a:r>
            <a:r>
              <a:rPr lang="en-US" sz="1800" kern="0" dirty="0">
                <a:solidFill>
                  <a:srgbClr val="294171"/>
                </a:solidFill>
              </a:rPr>
              <a:t> van les 1 &amp; 2, </a:t>
            </a:r>
            <a:r>
              <a:rPr lang="en-US" sz="1800" kern="0" dirty="0" err="1">
                <a:solidFill>
                  <a:srgbClr val="294171"/>
                </a:solidFill>
              </a:rPr>
              <a:t>geeft</a:t>
            </a:r>
            <a:r>
              <a:rPr lang="en-US" sz="1800" kern="0" dirty="0">
                <a:solidFill>
                  <a:srgbClr val="294171"/>
                </a:solidFill>
              </a:rPr>
              <a:t> </a:t>
            </a:r>
            <a:r>
              <a:rPr lang="en-US" sz="1800" kern="0" dirty="0" err="1">
                <a:solidFill>
                  <a:srgbClr val="294171"/>
                </a:solidFill>
              </a:rPr>
              <a:t>indicatie</a:t>
            </a:r>
            <a:r>
              <a:rPr lang="en-US" sz="1800" kern="0" dirty="0">
                <a:solidFill>
                  <a:srgbClr val="294171"/>
                </a:solidFill>
              </a:rPr>
              <a:t> van je begrip van de </a:t>
            </a:r>
            <a:r>
              <a:rPr lang="en-US" sz="1800" kern="0" dirty="0" err="1">
                <a:solidFill>
                  <a:srgbClr val="294171"/>
                </a:solidFill>
              </a:rPr>
              <a:t>stof</a:t>
            </a:r>
            <a:endParaRPr lang="nl-NL" sz="1800" kern="0" dirty="0">
              <a:solidFill>
                <a:srgbClr val="294171"/>
              </a:solidFill>
            </a:endParaRPr>
          </a:p>
          <a:p>
            <a:r>
              <a:rPr lang="nl-NL" sz="1800" kern="0" dirty="0">
                <a:solidFill>
                  <a:srgbClr val="294171"/>
                </a:solidFill>
              </a:rPr>
              <a:t>Starten toets:</a:t>
            </a:r>
          </a:p>
          <a:p>
            <a:pPr lvl="1"/>
            <a:r>
              <a:rPr lang="nl-NL" sz="1800" kern="0" dirty="0">
                <a:solidFill>
                  <a:srgbClr val="294171"/>
                </a:solidFill>
              </a:rPr>
              <a:t>browser: Chrome, Firefox of </a:t>
            </a:r>
            <a:r>
              <a:rPr lang="nl-NL" sz="1800" kern="0" dirty="0" err="1">
                <a:solidFill>
                  <a:srgbClr val="294171"/>
                </a:solidFill>
              </a:rPr>
              <a:t>Edge</a:t>
            </a:r>
            <a:endParaRPr lang="nl-NL" sz="1800" kern="0" dirty="0">
              <a:solidFill>
                <a:srgbClr val="294171"/>
              </a:solidFill>
            </a:endParaRPr>
          </a:p>
          <a:p>
            <a:pPr lvl="1"/>
            <a:r>
              <a:rPr lang="nl-NL" sz="1800" kern="0" dirty="0">
                <a:solidFill>
                  <a:srgbClr val="294171"/>
                </a:solidFill>
              </a:rPr>
              <a:t>URL: </a:t>
            </a:r>
            <a:r>
              <a:rPr lang="nl-NL" sz="1800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hu.testvision.nl/online/kandidaten</a:t>
            </a:r>
            <a:endParaRPr lang="nl-NL" sz="1800" dirty="0">
              <a:solidFill>
                <a:schemeClr val="accent1"/>
              </a:solidFill>
            </a:endParaRPr>
          </a:p>
          <a:p>
            <a:pPr lvl="1"/>
            <a:r>
              <a:rPr lang="nl-NL" sz="1800" kern="0" dirty="0">
                <a:solidFill>
                  <a:srgbClr val="294171"/>
                </a:solidFill>
              </a:rPr>
              <a:t>inloggen met je HU account</a:t>
            </a:r>
          </a:p>
          <a:p>
            <a:pPr lvl="1"/>
            <a:r>
              <a:rPr lang="nl-NL" sz="1800" kern="0" dirty="0">
                <a:solidFill>
                  <a:srgbClr val="294171"/>
                </a:solidFill>
              </a:rPr>
              <a:t>Kiezen voor ‘Toets maken’</a:t>
            </a:r>
            <a:br>
              <a:rPr lang="nl-NL" sz="1800" kern="0" dirty="0">
                <a:solidFill>
                  <a:srgbClr val="294171"/>
                </a:solidFill>
              </a:rPr>
            </a:br>
            <a:r>
              <a:rPr lang="nl-NL" sz="1800" kern="0" dirty="0">
                <a:solidFill>
                  <a:srgbClr val="294171"/>
                </a:solidFill>
              </a:rPr>
              <a:t>Niet eerst </a:t>
            </a:r>
            <a:r>
              <a:rPr lang="nl-NL" sz="1800" kern="0" dirty="0" err="1">
                <a:solidFill>
                  <a:srgbClr val="294171"/>
                </a:solidFill>
              </a:rPr>
              <a:t>schoolyear</a:t>
            </a:r>
            <a:r>
              <a:rPr lang="nl-NL" sz="1800" kern="0" dirty="0">
                <a:solidFill>
                  <a:srgbClr val="294171"/>
                </a:solidFill>
              </a:rPr>
              <a:t> zoeken ofzo</a:t>
            </a:r>
            <a:endParaRPr lang="en-US" sz="1800" kern="0" dirty="0">
              <a:solidFill>
                <a:srgbClr val="29417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CC0B204-3AAD-86EB-CBB3-09E36551590D}"/>
              </a:ext>
            </a:extLst>
          </p:cNvPr>
          <p:cNvSpPr txBox="1">
            <a:spLocks/>
          </p:cNvSpPr>
          <p:nvPr/>
        </p:nvSpPr>
        <p:spPr bwMode="auto">
          <a:xfrm>
            <a:off x="685800" y="1216526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Toets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regels tips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268698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B56C3-2252-D9D9-B8F6-0AD7D7DF9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686552"/>
            <a:ext cx="9586608" cy="3694794"/>
          </a:xfrm>
        </p:spPr>
        <p:txBody>
          <a:bodyPr>
            <a:normAutofit/>
          </a:bodyPr>
          <a:lstStyle/>
          <a:p>
            <a:r>
              <a:rPr lang="en-US" sz="1800" kern="0" dirty="0">
                <a:solidFill>
                  <a:srgbClr val="294171"/>
                </a:solidFill>
              </a:rPr>
              <a:t>Soms is in </a:t>
            </a:r>
            <a:r>
              <a:rPr lang="en-US" sz="1800" kern="0" dirty="0" err="1">
                <a:solidFill>
                  <a:srgbClr val="294171"/>
                </a:solidFill>
              </a:rPr>
              <a:t>TestVision</a:t>
            </a:r>
            <a:r>
              <a:rPr lang="en-US" sz="1800" kern="0" dirty="0">
                <a:solidFill>
                  <a:srgbClr val="294171"/>
                </a:solidFill>
              </a:rPr>
              <a:t> </a:t>
            </a:r>
            <a:r>
              <a:rPr lang="en-US" sz="1800" kern="0" dirty="0" err="1">
                <a:solidFill>
                  <a:srgbClr val="294171"/>
                </a:solidFill>
              </a:rPr>
              <a:t>een</a:t>
            </a:r>
            <a:r>
              <a:rPr lang="en-US" sz="1800" kern="0" dirty="0">
                <a:solidFill>
                  <a:srgbClr val="294171"/>
                </a:solidFill>
              </a:rPr>
              <a:t> link </a:t>
            </a:r>
            <a:r>
              <a:rPr lang="en-US" sz="1800" kern="0" dirty="0" err="1">
                <a:solidFill>
                  <a:srgbClr val="294171"/>
                </a:solidFill>
              </a:rPr>
              <a:t>naar</a:t>
            </a:r>
            <a:r>
              <a:rPr lang="en-US" sz="1800" kern="0" dirty="0">
                <a:solidFill>
                  <a:srgbClr val="294171"/>
                </a:solidFill>
              </a:rPr>
              <a:t> </a:t>
            </a:r>
            <a:r>
              <a:rPr lang="en-US" sz="1800" kern="0" dirty="0" err="1">
                <a:solidFill>
                  <a:srgbClr val="294171"/>
                </a:solidFill>
              </a:rPr>
              <a:t>een</a:t>
            </a:r>
            <a:r>
              <a:rPr lang="en-US" sz="1800" kern="0" dirty="0">
                <a:solidFill>
                  <a:srgbClr val="294171"/>
                </a:solidFill>
              </a:rPr>
              <a:t> </a:t>
            </a:r>
            <a:r>
              <a:rPr lang="en-US" sz="1800" kern="0" dirty="0" err="1">
                <a:solidFill>
                  <a:srgbClr val="294171"/>
                </a:solidFill>
              </a:rPr>
              <a:t>referentie</a:t>
            </a:r>
            <a:r>
              <a:rPr lang="en-US" sz="1800" kern="0" dirty="0">
                <a:solidFill>
                  <a:srgbClr val="294171"/>
                </a:solidFill>
              </a:rPr>
              <a:t> document </a:t>
            </a:r>
            <a:r>
              <a:rPr lang="en-US" sz="1800" kern="0" dirty="0" err="1">
                <a:solidFill>
                  <a:srgbClr val="294171"/>
                </a:solidFill>
              </a:rPr>
              <a:t>toegevoegd</a:t>
            </a:r>
            <a:r>
              <a:rPr lang="en-US" sz="1800" kern="0" dirty="0">
                <a:solidFill>
                  <a:srgbClr val="294171"/>
                </a:solidFill>
              </a:rPr>
              <a:t> die je mag </a:t>
            </a:r>
            <a:r>
              <a:rPr lang="en-US" sz="1800" kern="0" dirty="0" err="1">
                <a:solidFill>
                  <a:srgbClr val="294171"/>
                </a:solidFill>
              </a:rPr>
              <a:t>gebruiken</a:t>
            </a:r>
            <a:r>
              <a:rPr lang="en-US" sz="1800" kern="0" dirty="0">
                <a:solidFill>
                  <a:srgbClr val="294171"/>
                </a:solidFill>
              </a:rPr>
              <a:t> om </a:t>
            </a:r>
            <a:r>
              <a:rPr lang="en-US" sz="1800" kern="0" dirty="0" err="1">
                <a:solidFill>
                  <a:srgbClr val="294171"/>
                </a:solidFill>
              </a:rPr>
              <a:t>dingen</a:t>
            </a:r>
            <a:r>
              <a:rPr lang="en-US" sz="1800" kern="0" dirty="0">
                <a:solidFill>
                  <a:srgbClr val="294171"/>
                </a:solidFill>
              </a:rPr>
              <a:t> op </a:t>
            </a:r>
            <a:r>
              <a:rPr lang="en-US" sz="1800" kern="0" dirty="0" err="1">
                <a:solidFill>
                  <a:srgbClr val="294171"/>
                </a:solidFill>
              </a:rPr>
              <a:t>te</a:t>
            </a:r>
            <a:r>
              <a:rPr lang="en-US" sz="1800" kern="0" dirty="0">
                <a:solidFill>
                  <a:srgbClr val="294171"/>
                </a:solidFill>
              </a:rPr>
              <a:t> </a:t>
            </a:r>
            <a:r>
              <a:rPr lang="en-US" sz="1800" kern="0" dirty="0" err="1">
                <a:solidFill>
                  <a:srgbClr val="294171"/>
                </a:solidFill>
              </a:rPr>
              <a:t>zoeken</a:t>
            </a:r>
            <a:r>
              <a:rPr lang="en-US" sz="1800" kern="0" dirty="0">
                <a:solidFill>
                  <a:srgbClr val="294171"/>
                </a:solidFill>
              </a:rPr>
              <a:t> </a:t>
            </a:r>
            <a:r>
              <a:rPr lang="en-US" sz="1800" kern="0" dirty="0" err="1">
                <a:solidFill>
                  <a:srgbClr val="294171"/>
                </a:solidFill>
              </a:rPr>
              <a:t>tijdens</a:t>
            </a:r>
            <a:r>
              <a:rPr lang="en-US" sz="1800" kern="0" dirty="0">
                <a:solidFill>
                  <a:srgbClr val="294171"/>
                </a:solidFill>
              </a:rPr>
              <a:t> de </a:t>
            </a:r>
            <a:r>
              <a:rPr lang="en-US" sz="1800" kern="0" dirty="0" err="1">
                <a:solidFill>
                  <a:srgbClr val="294171"/>
                </a:solidFill>
              </a:rPr>
              <a:t>toets</a:t>
            </a:r>
            <a:r>
              <a:rPr lang="en-US" sz="1800" kern="0" dirty="0">
                <a:solidFill>
                  <a:srgbClr val="294171"/>
                </a:solidFill>
              </a:rPr>
              <a:t>. Maar </a:t>
            </a:r>
            <a:r>
              <a:rPr lang="en-US" sz="1800" kern="0" dirty="0" err="1">
                <a:solidFill>
                  <a:srgbClr val="294171"/>
                </a:solidFill>
              </a:rPr>
              <a:t>als</a:t>
            </a:r>
            <a:r>
              <a:rPr lang="en-US" sz="1800" kern="0" dirty="0">
                <a:solidFill>
                  <a:srgbClr val="294171"/>
                </a:solidFill>
              </a:rPr>
              <a:t> je op het </a:t>
            </a:r>
            <a:r>
              <a:rPr lang="en-US" sz="1800" kern="0" dirty="0" err="1">
                <a:solidFill>
                  <a:srgbClr val="294171"/>
                </a:solidFill>
              </a:rPr>
              <a:t>linkje</a:t>
            </a:r>
            <a:r>
              <a:rPr lang="en-US" sz="1800" kern="0" dirty="0">
                <a:solidFill>
                  <a:srgbClr val="294171"/>
                </a:solidFill>
              </a:rPr>
              <a:t> </a:t>
            </a:r>
            <a:r>
              <a:rPr lang="en-US" sz="1800" kern="0" dirty="0" err="1">
                <a:solidFill>
                  <a:srgbClr val="294171"/>
                </a:solidFill>
              </a:rPr>
              <a:t>klikt</a:t>
            </a:r>
            <a:r>
              <a:rPr lang="en-US" sz="1800" kern="0" dirty="0">
                <a:solidFill>
                  <a:srgbClr val="294171"/>
                </a:solidFill>
              </a:rPr>
              <a:t> </a:t>
            </a:r>
            <a:r>
              <a:rPr lang="en-US" sz="1800" kern="0" dirty="0" err="1">
                <a:solidFill>
                  <a:srgbClr val="294171"/>
                </a:solidFill>
              </a:rPr>
              <a:t>krijg</a:t>
            </a:r>
            <a:r>
              <a:rPr lang="en-US" sz="1800" kern="0" dirty="0">
                <a:solidFill>
                  <a:srgbClr val="294171"/>
                </a:solidFill>
              </a:rPr>
              <a:t> je </a:t>
            </a:r>
            <a:r>
              <a:rPr lang="en-US" sz="1800" kern="0" dirty="0" err="1">
                <a:solidFill>
                  <a:srgbClr val="294171"/>
                </a:solidFill>
              </a:rPr>
              <a:t>een</a:t>
            </a:r>
            <a:r>
              <a:rPr lang="en-US" sz="1800" kern="0" dirty="0">
                <a:solidFill>
                  <a:srgbClr val="294171"/>
                </a:solidFill>
              </a:rPr>
              <a:t> </a:t>
            </a:r>
            <a:r>
              <a:rPr lang="en-US" sz="1800" kern="0" dirty="0" err="1">
                <a:solidFill>
                  <a:srgbClr val="294171"/>
                </a:solidFill>
              </a:rPr>
              <a:t>lege</a:t>
            </a:r>
            <a:r>
              <a:rPr lang="en-US" sz="1800" kern="0" dirty="0">
                <a:solidFill>
                  <a:srgbClr val="294171"/>
                </a:solidFill>
              </a:rPr>
              <a:t> popup:</a:t>
            </a:r>
          </a:p>
          <a:p>
            <a:endParaRPr lang="en-US" sz="1800" kern="0" dirty="0">
              <a:solidFill>
                <a:srgbClr val="294171"/>
              </a:solidFill>
            </a:endParaRPr>
          </a:p>
          <a:p>
            <a:endParaRPr lang="nl-NL" sz="1800" kern="0" dirty="0">
              <a:solidFill>
                <a:srgbClr val="294171"/>
              </a:solidFill>
            </a:endParaRPr>
          </a:p>
          <a:p>
            <a:endParaRPr lang="nl-NL" sz="1800" kern="0" dirty="0">
              <a:solidFill>
                <a:srgbClr val="294171"/>
              </a:solidFill>
            </a:endParaRPr>
          </a:p>
          <a:p>
            <a:endParaRPr lang="nl-NL" sz="1800" kern="0" dirty="0">
              <a:solidFill>
                <a:srgbClr val="294171"/>
              </a:solidFill>
            </a:endParaRPr>
          </a:p>
          <a:p>
            <a:endParaRPr lang="nl-NL" sz="1800" kern="0" dirty="0">
              <a:solidFill>
                <a:srgbClr val="294171"/>
              </a:solidFill>
            </a:endParaRPr>
          </a:p>
          <a:p>
            <a:r>
              <a:rPr lang="nl-NL" sz="1800" kern="0" dirty="0">
                <a:solidFill>
                  <a:srgbClr val="294171"/>
                </a:solidFill>
              </a:rPr>
              <a:t>Klik op ‘Open in eigen tabblad’ en het document verschijnt in je browser waar je het steeds kunt raadplegen</a:t>
            </a:r>
          </a:p>
        </p:txBody>
      </p:sp>
      <p:pic>
        <p:nvPicPr>
          <p:cNvPr id="11" name="Picture 10" descr="A white background with black lines&#10;&#10;Description automatically generated">
            <a:extLst>
              <a:ext uri="{FF2B5EF4-FFF2-40B4-BE49-F238E27FC236}">
                <a16:creationId xmlns:a16="http://schemas.microsoft.com/office/drawing/2014/main" id="{1603059F-93EA-748C-48E6-9729A951CA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970"/>
          <a:stretch/>
        </p:blipFill>
        <p:spPr>
          <a:xfrm>
            <a:off x="1685618" y="3429000"/>
            <a:ext cx="7097115" cy="147002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27F93AE-E473-0ACB-6178-A17627184827}"/>
              </a:ext>
            </a:extLst>
          </p:cNvPr>
          <p:cNvSpPr txBox="1">
            <a:spLocks/>
          </p:cNvSpPr>
          <p:nvPr/>
        </p:nvSpPr>
        <p:spPr bwMode="auto">
          <a:xfrm>
            <a:off x="685800" y="1216526"/>
            <a:ext cx="8730574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kern="0" dirty="0">
                <a:solidFill>
                  <a:prstClr val="black"/>
                </a:solidFill>
              </a:rPr>
              <a:t>Link </a:t>
            </a:r>
            <a:r>
              <a:rPr lang="en-US" sz="3600" b="1" kern="0" dirty="0" err="1">
                <a:solidFill>
                  <a:prstClr val="black"/>
                </a:solidFill>
              </a:rPr>
              <a:t>naar</a:t>
            </a:r>
            <a:r>
              <a:rPr lang="en-US" sz="3600" b="1" kern="0" dirty="0">
                <a:solidFill>
                  <a:prstClr val="black"/>
                </a:solidFill>
              </a:rPr>
              <a:t> </a:t>
            </a:r>
            <a:r>
              <a:rPr lang="en-US" sz="3600" b="1" kern="0" dirty="0" err="1">
                <a:solidFill>
                  <a:prstClr val="black"/>
                </a:solidFill>
              </a:rPr>
              <a:t>referentie</a:t>
            </a:r>
            <a:r>
              <a:rPr lang="en-US" sz="3600" b="1" kern="0" dirty="0">
                <a:solidFill>
                  <a:prstClr val="black"/>
                </a:solidFill>
              </a:rPr>
              <a:t> document </a:t>
            </a:r>
            <a:r>
              <a:rPr lang="en-US" sz="3600" b="1" kern="0" dirty="0" err="1">
                <a:solidFill>
                  <a:prstClr val="black"/>
                </a:solidFill>
              </a:rPr>
              <a:t>blijft</a:t>
            </a:r>
            <a:r>
              <a:rPr lang="en-US" sz="3600" b="1" kern="0" dirty="0">
                <a:solidFill>
                  <a:prstClr val="black"/>
                </a:solidFill>
              </a:rPr>
              <a:t> </a:t>
            </a:r>
            <a:r>
              <a:rPr lang="en-US" sz="3600" b="1" kern="0" dirty="0" err="1">
                <a:solidFill>
                  <a:prstClr val="black"/>
                </a:solidFill>
              </a:rPr>
              <a:t>leeg</a:t>
            </a:r>
            <a:endParaRPr lang="en-US" sz="3600" b="1" kern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728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A9F54-E070-A228-1B91-D1337F0307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64335"/>
            <a:ext cx="10440521" cy="4157478"/>
          </a:xfrm>
        </p:spPr>
        <p:txBody>
          <a:bodyPr>
            <a:normAutofit/>
          </a:bodyPr>
          <a:lstStyle/>
          <a:p>
            <a:r>
              <a:rPr lang="nl-NL" sz="1800" kern="0" dirty="0">
                <a:solidFill>
                  <a:srgbClr val="294171"/>
                </a:solidFill>
              </a:rPr>
              <a:t>Klaar?</a:t>
            </a:r>
          </a:p>
          <a:p>
            <a:pPr lvl="1"/>
            <a:r>
              <a:rPr lang="nl-NL" sz="1800" kern="0" dirty="0">
                <a:solidFill>
                  <a:srgbClr val="294171"/>
                </a:solidFill>
              </a:rPr>
              <a:t>(bij open vraag): antwoordblad omgekeerd op je tafel</a:t>
            </a:r>
          </a:p>
          <a:p>
            <a:pPr lvl="1"/>
            <a:r>
              <a:rPr lang="nl-NL" sz="1800" kern="0" dirty="0">
                <a:solidFill>
                  <a:srgbClr val="294171"/>
                </a:solidFill>
              </a:rPr>
              <a:t>De toets afsluiten:</a:t>
            </a:r>
          </a:p>
          <a:p>
            <a:pPr lvl="1"/>
            <a:endParaRPr lang="nl-NL" sz="1800" kern="0" dirty="0">
              <a:solidFill>
                <a:srgbClr val="294171"/>
              </a:solidFill>
            </a:endParaRPr>
          </a:p>
          <a:p>
            <a:pPr lvl="1"/>
            <a:endParaRPr lang="nl-NL" sz="1800" kern="0" dirty="0">
              <a:solidFill>
                <a:srgbClr val="294171"/>
              </a:solidFill>
            </a:endParaRPr>
          </a:p>
          <a:p>
            <a:pPr lvl="1"/>
            <a:endParaRPr lang="nl-NL" sz="1800" kern="0" dirty="0">
              <a:solidFill>
                <a:srgbClr val="294171"/>
              </a:solidFill>
            </a:endParaRPr>
          </a:p>
          <a:p>
            <a:pPr lvl="1"/>
            <a:endParaRPr lang="nl-NL" sz="1800" kern="0" dirty="0">
              <a:solidFill>
                <a:srgbClr val="294171"/>
              </a:solidFill>
            </a:endParaRPr>
          </a:p>
          <a:p>
            <a:pPr lvl="1"/>
            <a:endParaRPr lang="nl-NL" sz="1800" kern="0" dirty="0">
              <a:solidFill>
                <a:srgbClr val="294171"/>
              </a:solidFill>
            </a:endParaRPr>
          </a:p>
          <a:p>
            <a:pPr lvl="1"/>
            <a:endParaRPr lang="nl-NL" sz="1800" kern="0" dirty="0">
              <a:solidFill>
                <a:srgbClr val="294171"/>
              </a:solidFill>
            </a:endParaRPr>
          </a:p>
          <a:p>
            <a:pPr lvl="1"/>
            <a:r>
              <a:rPr lang="nl-NL" sz="1800" kern="0" dirty="0">
                <a:solidFill>
                  <a:srgbClr val="294171"/>
                </a:solidFill>
              </a:rPr>
              <a:t>En daarna in de </a:t>
            </a:r>
            <a:r>
              <a:rPr lang="nl-NL" sz="1800" kern="0" dirty="0" err="1">
                <a:solidFill>
                  <a:srgbClr val="294171"/>
                </a:solidFill>
              </a:rPr>
              <a:t>popup</a:t>
            </a:r>
            <a:r>
              <a:rPr lang="nl-NL" sz="1800" kern="0" dirty="0">
                <a:solidFill>
                  <a:srgbClr val="294171"/>
                </a:solidFill>
              </a:rPr>
              <a:t> wel op Exit klikken </a:t>
            </a:r>
            <a:r>
              <a:rPr lang="nl-NL" sz="1800" kern="0" dirty="0">
                <a:solidFill>
                  <a:srgbClr val="294171"/>
                </a:solidFill>
                <a:sym typeface="Wingdings" panose="05000000000000000000" pitchFamily="2" charset="2"/>
              </a:rPr>
              <a:t></a:t>
            </a:r>
            <a:endParaRPr lang="nl-NL" sz="1800" kern="0" dirty="0">
              <a:solidFill>
                <a:srgbClr val="294171"/>
              </a:solidFill>
            </a:endParaRPr>
          </a:p>
          <a:p>
            <a:pPr lvl="1"/>
            <a:r>
              <a:rPr lang="nl-NL" sz="1800" kern="0" dirty="0">
                <a:solidFill>
                  <a:srgbClr val="294171"/>
                </a:solidFill>
              </a:rPr>
              <a:t>Alles laten staan (tas, laptop), zachtjes weggaan</a:t>
            </a:r>
          </a:p>
          <a:p>
            <a:pPr lvl="1"/>
            <a:r>
              <a:rPr lang="nl-NL" sz="1800" kern="0" dirty="0">
                <a:solidFill>
                  <a:srgbClr val="294171"/>
                </a:solidFill>
              </a:rPr>
              <a:t>Na de toets weer terug voor de rest van de les </a:t>
            </a:r>
          </a:p>
          <a:p>
            <a:endParaRPr lang="nl-NL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BDD2E5A-53AF-93EC-1130-1EB07DFC74CF}"/>
              </a:ext>
            </a:extLst>
          </p:cNvPr>
          <p:cNvSpPr txBox="1">
            <a:spLocks/>
          </p:cNvSpPr>
          <p:nvPr/>
        </p:nvSpPr>
        <p:spPr bwMode="auto">
          <a:xfrm>
            <a:off x="685800" y="1216526"/>
            <a:ext cx="8730574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kern="0" dirty="0" err="1">
                <a:solidFill>
                  <a:prstClr val="black"/>
                </a:solidFill>
              </a:rPr>
              <a:t>Toets</a:t>
            </a:r>
            <a:r>
              <a:rPr lang="en-US" sz="3600" b="1" kern="0" dirty="0">
                <a:solidFill>
                  <a:prstClr val="black"/>
                </a:solidFill>
              </a:rPr>
              <a:t> </a:t>
            </a:r>
            <a:r>
              <a:rPr lang="en-US" sz="3600" b="1" kern="0" dirty="0" err="1">
                <a:solidFill>
                  <a:prstClr val="black"/>
                </a:solidFill>
              </a:rPr>
              <a:t>afsluiten</a:t>
            </a:r>
            <a:endParaRPr lang="en-US" sz="3600" b="1" kern="0" dirty="0">
              <a:solidFill>
                <a:prstClr val="black"/>
              </a:solidFill>
            </a:endParaRPr>
          </a:p>
        </p:txBody>
      </p:sp>
      <p:grpSp>
        <p:nvGrpSpPr>
          <p:cNvPr id="2" name="Groep 1">
            <a:extLst>
              <a:ext uri="{FF2B5EF4-FFF2-40B4-BE49-F238E27FC236}">
                <a16:creationId xmlns:a16="http://schemas.microsoft.com/office/drawing/2014/main" id="{70C7B80A-E20C-C4FE-B3B6-6875EC6CD445}"/>
              </a:ext>
            </a:extLst>
          </p:cNvPr>
          <p:cNvGrpSpPr/>
          <p:nvPr/>
        </p:nvGrpSpPr>
        <p:grpSpPr>
          <a:xfrm>
            <a:off x="3119120" y="3352800"/>
            <a:ext cx="7691120" cy="1858132"/>
            <a:chOff x="1310141" y="1882586"/>
            <a:chExt cx="9018783" cy="2070851"/>
          </a:xfrm>
        </p:grpSpPr>
        <p:pic>
          <p:nvPicPr>
            <p:cNvPr id="5" name="Picture 4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DFD815B1-34E2-9CBE-50D5-1341E946C0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0141" y="2095636"/>
              <a:ext cx="9018783" cy="1857801"/>
            </a:xfrm>
            <a:prstGeom prst="rect">
              <a:avLst/>
            </a:prstGeom>
          </p:spPr>
        </p:pic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F7FDDB1E-0E47-7BE2-D411-0E799AEEFCD6}"/>
                </a:ext>
              </a:extLst>
            </p:cNvPr>
            <p:cNvSpPr txBox="1"/>
            <p:nvPr/>
          </p:nvSpPr>
          <p:spPr>
            <a:xfrm>
              <a:off x="4105836" y="1882586"/>
              <a:ext cx="5547020" cy="400110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accent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Op ‘</a:t>
              </a:r>
              <a:r>
                <a:rPr lang="en-US" sz="2000" b="1" dirty="0" err="1">
                  <a:solidFill>
                    <a:srgbClr val="FF0000"/>
                  </a:solidFill>
                </a:rPr>
                <a:t>Toets</a:t>
              </a:r>
              <a:r>
                <a:rPr lang="en-US" sz="2000" b="1" dirty="0">
                  <a:solidFill>
                    <a:srgbClr val="FF0000"/>
                  </a:solidFill>
                </a:rPr>
                <a:t> Be</a:t>
              </a:r>
              <a:r>
                <a:rPr lang="nl-NL" sz="2000" b="1" dirty="0">
                  <a:solidFill>
                    <a:srgbClr val="FF0000"/>
                  </a:solidFill>
                </a:rPr>
                <a:t>ë</a:t>
              </a:r>
              <a:r>
                <a:rPr lang="en-US" sz="2000" b="1" dirty="0">
                  <a:solidFill>
                    <a:srgbClr val="FF0000"/>
                  </a:solidFill>
                </a:rPr>
                <a:t>indigen’</a:t>
              </a:r>
              <a:r>
                <a:rPr lang="en-US" sz="2000" dirty="0">
                  <a:solidFill>
                    <a:srgbClr val="FF0000"/>
                  </a:solidFill>
                </a:rPr>
                <a:t> </a:t>
              </a:r>
              <a:r>
                <a:rPr lang="en-US" sz="2000" dirty="0" err="1">
                  <a:solidFill>
                    <a:srgbClr val="FF0000"/>
                  </a:solidFill>
                </a:rPr>
                <a:t>klikken</a:t>
              </a:r>
              <a:r>
                <a:rPr lang="en-US" sz="2000" dirty="0">
                  <a:solidFill>
                    <a:srgbClr val="FF0000"/>
                  </a:solidFill>
                </a:rPr>
                <a:t>,</a:t>
              </a:r>
              <a:r>
                <a:rPr lang="en-US" sz="2000" b="1" dirty="0">
                  <a:solidFill>
                    <a:srgbClr val="FF0000"/>
                  </a:solidFill>
                </a:rPr>
                <a:t> </a:t>
              </a:r>
              <a:r>
                <a:rPr lang="en-US" sz="2000" b="1" dirty="0" err="1">
                  <a:solidFill>
                    <a:srgbClr val="FF0000"/>
                  </a:solidFill>
                </a:rPr>
                <a:t>Niet</a:t>
              </a:r>
              <a:r>
                <a:rPr lang="en-US" sz="2000" dirty="0">
                  <a:solidFill>
                    <a:srgbClr val="FF0000"/>
                  </a:solidFill>
                </a:rPr>
                <a:t> op Exit</a:t>
              </a:r>
              <a:r>
                <a:rPr lang="en-US" dirty="0">
                  <a:solidFill>
                    <a:srgbClr val="FF0000"/>
                  </a:solidFill>
                </a:rPr>
                <a:t> </a:t>
              </a:r>
              <a:endParaRPr lang="nl-NL" dirty="0">
                <a:solidFill>
                  <a:srgbClr val="FF0000"/>
                </a:solidFill>
              </a:endParaRPr>
            </a:p>
          </p:txBody>
        </p:sp>
        <p:sp>
          <p:nvSpPr>
            <p:cNvPr id="7" name="Oval 5">
              <a:extLst>
                <a:ext uri="{FF2B5EF4-FFF2-40B4-BE49-F238E27FC236}">
                  <a16:creationId xmlns:a16="http://schemas.microsoft.com/office/drawing/2014/main" id="{99B0F6B4-77AA-9B0D-BDD0-949ACAE034D7}"/>
                </a:ext>
              </a:extLst>
            </p:cNvPr>
            <p:cNvSpPr/>
            <p:nvPr/>
          </p:nvSpPr>
          <p:spPr bwMode="auto">
            <a:xfrm>
              <a:off x="5540188" y="2698376"/>
              <a:ext cx="1975599" cy="439271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nl-NL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0892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861992C-CAE6-46A3-8702-F9105BF49459}"/>
              </a:ext>
            </a:extLst>
          </p:cNvPr>
          <p:cNvSpPr txBox="1">
            <a:spLocks/>
          </p:cNvSpPr>
          <p:nvPr/>
        </p:nvSpPr>
        <p:spPr bwMode="auto">
          <a:xfrm>
            <a:off x="685800" y="1216526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Controle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Structuren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42C854-254B-448B-A6A4-9EC05CC758E5}"/>
              </a:ext>
            </a:extLst>
          </p:cNvPr>
          <p:cNvSpPr txBox="1"/>
          <p:nvPr/>
        </p:nvSpPr>
        <p:spPr>
          <a:xfrm>
            <a:off x="685800" y="3006152"/>
            <a:ext cx="8117732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4488" marR="0" lvl="0" indent="-344488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800000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Conditionele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(if-)</a:t>
            </a:r>
            <a:r>
              <a:rPr lang="en-US" sz="2400" kern="0" dirty="0">
                <a:solidFill>
                  <a:srgbClr val="294171"/>
                </a:solidFill>
              </a:rPr>
              <a:t>statements				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			§6.2</a:t>
            </a:r>
          </a:p>
          <a:p>
            <a:pPr marL="344488" marR="0" lvl="0" indent="-344488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FF00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Loops												§7.2</a:t>
            </a:r>
          </a:p>
          <a:p>
            <a:pPr marL="344488" indent="-344488" defTabSz="457200">
              <a:spcAft>
                <a:spcPts val="600"/>
              </a:spcAft>
              <a:buClr>
                <a:srgbClr val="0070C0"/>
              </a:buClr>
              <a:buFont typeface="Wingdings" charset="2"/>
              <a:buChar char="§"/>
              <a:defRPr/>
            </a:pPr>
            <a:r>
              <a:rPr lang="en-US" sz="2400" kern="0" dirty="0">
                <a:solidFill>
                  <a:srgbClr val="294171"/>
                </a:solidFill>
              </a:rPr>
              <a:t>Het break-statement								 	§7.3.2</a:t>
            </a:r>
          </a:p>
        </p:txBody>
      </p:sp>
    </p:spTree>
    <p:extLst>
      <p:ext uri="{BB962C8B-B14F-4D97-AF65-F5344CB8AC3E}">
        <p14:creationId xmlns:p14="http://schemas.microsoft.com/office/powerpoint/2010/main" val="1903873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8166DE27-BC18-42BE-950D-0F6249739010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kern="0" dirty="0" err="1">
                <a:solidFill>
                  <a:prstClr val="black"/>
                </a:solidFill>
              </a:rPr>
              <a:t>Conditionele</a:t>
            </a:r>
            <a:r>
              <a:rPr lang="en-US" sz="3600" b="1" kern="0" dirty="0">
                <a:solidFill>
                  <a:prstClr val="black"/>
                </a:solidFill>
              </a:rPr>
              <a:t> (if-)statements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lang="en-US" sz="2000" b="1" kern="0" dirty="0">
                <a:solidFill>
                  <a:prstClr val="black"/>
                </a:solidFill>
              </a:rPr>
              <a:t>(§6.2)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83474354-5EAF-B172-D237-CA0926041BC2}"/>
              </a:ext>
            </a:extLst>
          </p:cNvPr>
          <p:cNvSpPr txBox="1"/>
          <p:nvPr/>
        </p:nvSpPr>
        <p:spPr bwMode="auto">
          <a:xfrm>
            <a:off x="869437" y="1371196"/>
            <a:ext cx="10492038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Soms moet code alleen uitgevoerd worden </a:t>
            </a:r>
            <a:r>
              <a:rPr kumimoji="0" lang="nl-NL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onde</a:t>
            </a:r>
            <a:r>
              <a:rPr lang="nl-NL" sz="2000" kern="0" dirty="0">
                <a:solidFill>
                  <a:srgbClr val="294171"/>
                </a:solidFill>
              </a:rPr>
              <a:t>r een bepaalde voorwaarde (conditie)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Het </a:t>
            </a:r>
            <a:r>
              <a:rPr lang="nl-NL" sz="2000" kern="0" dirty="0" err="1">
                <a:solidFill>
                  <a:srgbClr val="294171"/>
                </a:solidFill>
              </a:rPr>
              <a:t>if</a:t>
            </a:r>
            <a:r>
              <a:rPr lang="nl-NL" sz="2000" kern="0" dirty="0">
                <a:solidFill>
                  <a:srgbClr val="294171"/>
                </a:solidFill>
              </a:rPr>
              <a:t>-statement voert alleen code uit als de booleaanse conditie True is:		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Let op de verplichte dubbele punt (:) achter de booleaanse expressie!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C3E31B4-EEC2-3E03-3F9B-8EC4E1858A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0246" y="2869880"/>
            <a:ext cx="3519363" cy="1294072"/>
          </a:xfrm>
          <a:prstGeom prst="rect">
            <a:avLst/>
          </a:prstGeom>
          <a:solidFill>
            <a:srgbClr val="1E1F22">
              <a:alpha val="10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5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==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"x is 5"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55FE35B5-B5F9-07C6-515B-DB18101F10A6}"/>
              </a:ext>
            </a:extLst>
          </p:cNvPr>
          <p:cNvSpPr txBox="1"/>
          <p:nvPr/>
        </p:nvSpPr>
        <p:spPr>
          <a:xfrm>
            <a:off x="1704771" y="3283903"/>
            <a:ext cx="4893065" cy="880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l-NL" dirty="0" err="1">
                <a:latin typeface="Consolas" panose="020B0609020204030204" pitchFamily="49" charset="0"/>
              </a:rPr>
              <a:t>if</a:t>
            </a:r>
            <a:r>
              <a:rPr lang="nl-NL" dirty="0">
                <a:latin typeface="Consolas" panose="020B0609020204030204" pitchFamily="49" charset="0"/>
              </a:rPr>
              <a:t> &lt;</a:t>
            </a:r>
            <a:r>
              <a:rPr lang="nl-NL" dirty="0" err="1">
                <a:latin typeface="Consolas" panose="020B0609020204030204" pitchFamily="49" charset="0"/>
              </a:rPr>
              <a:t>boolean</a:t>
            </a:r>
            <a:r>
              <a:rPr lang="nl-NL" dirty="0">
                <a:latin typeface="Consolas" panose="020B0609020204030204" pitchFamily="49" charset="0"/>
              </a:rPr>
              <a:t> expressie&gt;:</a:t>
            </a:r>
          </a:p>
          <a:p>
            <a:pPr>
              <a:lnSpc>
                <a:spcPct val="150000"/>
              </a:lnSpc>
            </a:pPr>
            <a:r>
              <a:rPr lang="nl-NL" dirty="0">
                <a:latin typeface="Consolas" panose="020B0609020204030204" pitchFamily="49" charset="0"/>
              </a:rPr>
              <a:t>    &lt;acties&gt;</a:t>
            </a:r>
            <a:r>
              <a:rPr lang="nl-NL" dirty="0"/>
              <a:t> </a:t>
            </a:r>
          </a:p>
        </p:txBody>
      </p:sp>
      <p:sp>
        <p:nvSpPr>
          <p:cNvPr id="7" name="Vierkante haak links 6">
            <a:extLst>
              <a:ext uri="{FF2B5EF4-FFF2-40B4-BE49-F238E27FC236}">
                <a16:creationId xmlns:a16="http://schemas.microsoft.com/office/drawing/2014/main" id="{FE41A685-B61C-8427-E7E9-8D327191872C}"/>
              </a:ext>
            </a:extLst>
          </p:cNvPr>
          <p:cNvSpPr/>
          <p:nvPr/>
        </p:nvSpPr>
        <p:spPr>
          <a:xfrm rot="16200000">
            <a:off x="1955341" y="3891252"/>
            <a:ext cx="76522" cy="487032"/>
          </a:xfrm>
          <a:prstGeom prst="leftBracket">
            <a:avLst>
              <a:gd name="adj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Bijschrift: lijn 8">
            <a:extLst>
              <a:ext uri="{FF2B5EF4-FFF2-40B4-BE49-F238E27FC236}">
                <a16:creationId xmlns:a16="http://schemas.microsoft.com/office/drawing/2014/main" id="{6735177A-6D3D-C766-799B-1B09667EE1EE}"/>
              </a:ext>
            </a:extLst>
          </p:cNvPr>
          <p:cNvSpPr/>
          <p:nvPr/>
        </p:nvSpPr>
        <p:spPr>
          <a:xfrm>
            <a:off x="927802" y="4845540"/>
            <a:ext cx="3010386" cy="338554"/>
          </a:xfrm>
          <a:prstGeom prst="borderCallout1">
            <a:avLst>
              <a:gd name="adj1" fmla="val -3686"/>
              <a:gd name="adj2" fmla="val 41032"/>
              <a:gd name="adj3" fmla="val -165699"/>
              <a:gd name="adj4" fmla="val 36271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>
                <a:solidFill>
                  <a:srgbClr val="294171"/>
                </a:solidFill>
              </a:rPr>
              <a:t>Inspringen (</a:t>
            </a:r>
            <a:r>
              <a:rPr lang="nl-NL" sz="1600" b="1" kern="0" dirty="0" err="1">
                <a:solidFill>
                  <a:srgbClr val="294171"/>
                </a:solidFill>
              </a:rPr>
              <a:t>indentatie</a:t>
            </a:r>
            <a:r>
              <a:rPr lang="nl-NL" sz="1600" b="1" kern="0" dirty="0">
                <a:solidFill>
                  <a:srgbClr val="294171"/>
                </a:solidFill>
              </a:rPr>
              <a:t>) verplicht!</a:t>
            </a:r>
          </a:p>
        </p:txBody>
      </p:sp>
    </p:spTree>
    <p:extLst>
      <p:ext uri="{BB962C8B-B14F-4D97-AF65-F5344CB8AC3E}">
        <p14:creationId xmlns:p14="http://schemas.microsoft.com/office/powerpoint/2010/main" val="273312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A2C32-59FC-CCF6-B36F-F01C7CA35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6CB99197-33C9-3EB9-DCD0-6BE0C470B622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kern="0" dirty="0" err="1">
                <a:solidFill>
                  <a:prstClr val="black"/>
                </a:solidFill>
              </a:rPr>
              <a:t>Blokken</a:t>
            </a:r>
            <a:r>
              <a:rPr lang="en-US" sz="3600" b="1" kern="0" dirty="0">
                <a:solidFill>
                  <a:prstClr val="black"/>
                </a:solidFill>
              </a:rPr>
              <a:t> code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lang="en-US" sz="2000" b="1" kern="0" dirty="0">
                <a:solidFill>
                  <a:prstClr val="black"/>
                </a:solidFill>
              </a:rPr>
              <a:t>(§6.2.1)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184C8D22-BB92-535C-AD54-80F3210F00D6}"/>
              </a:ext>
            </a:extLst>
          </p:cNvPr>
          <p:cNvSpPr txBox="1"/>
          <p:nvPr/>
        </p:nvSpPr>
        <p:spPr bwMode="auto">
          <a:xfrm>
            <a:off x="849981" y="1821394"/>
            <a:ext cx="104920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Statements die elkaar opvolgen met hetzelfde niveau van </a:t>
            </a:r>
            <a:r>
              <a:rPr lang="nl-NL" sz="2000" kern="0" dirty="0" err="1">
                <a:solidFill>
                  <a:srgbClr val="294171"/>
                </a:solidFill>
              </a:rPr>
              <a:t>inspringing</a:t>
            </a:r>
            <a:r>
              <a:rPr lang="nl-NL" sz="2000" kern="0" dirty="0">
                <a:solidFill>
                  <a:srgbClr val="294171"/>
                </a:solidFill>
              </a:rPr>
              <a:t> gelden als één blok code: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C93248-BEDD-70C1-7F52-51E41523AE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7868" y="2785365"/>
            <a:ext cx="7656263" cy="2125325"/>
          </a:xfrm>
          <a:prstGeom prst="rect">
            <a:avLst/>
          </a:prstGeom>
          <a:solidFill>
            <a:srgbClr val="1E1F22">
              <a:alpha val="10000"/>
            </a:srgb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7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&lt;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"Deze regel wordt alleen uitgevoerd als x &lt; 10."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"En dat geldt ook voor deze regel."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"Deze regel wordt echter altijd uitgevoerd."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9358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EA601-5E2C-FA20-28EF-1782AE720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253EFCD3-5206-FB18-E330-406A13F54C63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kern="0" dirty="0" err="1">
                <a:solidFill>
                  <a:prstClr val="black"/>
                </a:solidFill>
              </a:rPr>
              <a:t>Meerdere</a:t>
            </a:r>
            <a:r>
              <a:rPr lang="en-US" sz="3600" b="1" kern="0" dirty="0">
                <a:solidFill>
                  <a:prstClr val="black"/>
                </a:solidFill>
              </a:rPr>
              <a:t> if-statements </a:t>
            </a:r>
            <a:r>
              <a:rPr lang="en-US" sz="2000" b="1" kern="0" dirty="0">
                <a:solidFill>
                  <a:prstClr val="black"/>
                </a:solidFill>
              </a:rPr>
              <a:t>(§6.2.1)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7EECBA31-A3BD-05D6-47E5-B9410B5815E9}"/>
              </a:ext>
            </a:extLst>
          </p:cNvPr>
          <p:cNvSpPr txBox="1"/>
          <p:nvPr/>
        </p:nvSpPr>
        <p:spPr bwMode="auto">
          <a:xfrm>
            <a:off x="849981" y="1821394"/>
            <a:ext cx="104920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Je mag zoveel </a:t>
            </a:r>
            <a:r>
              <a:rPr lang="nl-NL" sz="2000" kern="0" dirty="0" err="1">
                <a:solidFill>
                  <a:srgbClr val="294171"/>
                </a:solidFill>
              </a:rPr>
              <a:t>if</a:t>
            </a:r>
            <a:r>
              <a:rPr lang="nl-NL" sz="2000" kern="0" dirty="0">
                <a:solidFill>
                  <a:srgbClr val="294171"/>
                </a:solidFill>
              </a:rPr>
              <a:t>-statements gebruiken als je wilt: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504E4F8-5767-25F2-9A14-559BCBC93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8212" y="2647964"/>
            <a:ext cx="6303067" cy="3693319"/>
          </a:xfrm>
          <a:prstGeom prst="rect">
            <a:avLst/>
          </a:prstGeom>
          <a:solidFill>
            <a:srgbClr val="1E1F22">
              <a:alpha val="10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5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==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"x is 5"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&gt;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"x is groter dan 4"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&gt;=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"x is groter dan of gelijk aan 5"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&lt;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"x is kleiner dan 6"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&lt;=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"x is kleiner dan of gelijk aan 5"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!=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"x is niet 6"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04B31AC9-88F9-1AD2-95AA-0B65FD4EEFE2}"/>
              </a:ext>
            </a:extLst>
          </p:cNvPr>
          <p:cNvGrpSpPr/>
          <p:nvPr/>
        </p:nvGrpSpPr>
        <p:grpSpPr>
          <a:xfrm>
            <a:off x="8085633" y="4322622"/>
            <a:ext cx="3256386" cy="1997293"/>
            <a:chOff x="6222079" y="5499300"/>
            <a:chExt cx="2933052" cy="2452288"/>
          </a:xfrm>
        </p:grpSpPr>
        <p:sp>
          <p:nvSpPr>
            <p:cNvPr id="6" name="Tekstvak 5">
              <a:extLst>
                <a:ext uri="{FF2B5EF4-FFF2-40B4-BE49-F238E27FC236}">
                  <a16:creationId xmlns:a16="http://schemas.microsoft.com/office/drawing/2014/main" id="{D5717FBC-6A7F-2471-BAC8-CE2AFDE596AE}"/>
                </a:ext>
              </a:extLst>
            </p:cNvPr>
            <p:cNvSpPr txBox="1"/>
            <p:nvPr/>
          </p:nvSpPr>
          <p:spPr>
            <a:xfrm>
              <a:off x="6222079" y="5643187"/>
              <a:ext cx="2933052" cy="23084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nl-NL" dirty="0"/>
                <a:t>x is 5</a:t>
              </a:r>
            </a:p>
            <a:p>
              <a:r>
                <a:rPr lang="nl-NL" dirty="0"/>
                <a:t>x is groter dan 4</a:t>
              </a:r>
            </a:p>
            <a:p>
              <a:r>
                <a:rPr lang="nl-NL" dirty="0"/>
                <a:t>x is groter dan of gelijk aan 5</a:t>
              </a:r>
            </a:p>
            <a:p>
              <a:r>
                <a:rPr lang="nl-NL" dirty="0"/>
                <a:t>x is kleiner dan 6</a:t>
              </a:r>
            </a:p>
            <a:p>
              <a:r>
                <a:rPr lang="nl-NL" dirty="0"/>
                <a:t>x is kleiner dan of gelijk aan 5</a:t>
              </a:r>
            </a:p>
            <a:p>
              <a:r>
                <a:rPr lang="nl-NL" dirty="0"/>
                <a:t>x is niet 6</a:t>
              </a:r>
            </a:p>
          </p:txBody>
        </p:sp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D271A987-823D-CE4E-73C4-0E16557DEAAE}"/>
                </a:ext>
              </a:extLst>
            </p:cNvPr>
            <p:cNvSpPr txBox="1"/>
            <p:nvPr/>
          </p:nvSpPr>
          <p:spPr>
            <a:xfrm>
              <a:off x="6401395" y="5499300"/>
              <a:ext cx="584791" cy="2645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807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0773A-CDF9-A5E0-E0D3-074C65BCE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9660565D-70AA-AD82-3733-A680DE668B4E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Inspringen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lang="en-US" sz="2000" b="1" kern="0" dirty="0">
                <a:solidFill>
                  <a:prstClr val="black"/>
                </a:solidFill>
              </a:rPr>
              <a:t>(§6.2.2)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1BA00D25-078D-3E33-B2B8-0096B72FD2AB}"/>
              </a:ext>
            </a:extLst>
          </p:cNvPr>
          <p:cNvSpPr txBox="1"/>
          <p:nvPr/>
        </p:nvSpPr>
        <p:spPr bwMode="auto">
          <a:xfrm>
            <a:off x="709358" y="1779575"/>
            <a:ext cx="10492038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Zonder correct inspringen kan Python niet zien welke regels bij elkaar horen!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nl-NL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Inspringen met </a:t>
            </a:r>
            <a:r>
              <a:rPr lang="nl-NL" sz="2000" kern="0" dirty="0">
                <a:solidFill>
                  <a:srgbClr val="294171"/>
                </a:solidFill>
              </a:rPr>
              <a:t>T</a:t>
            </a:r>
            <a:r>
              <a:rPr kumimoji="0" lang="nl-NL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ab</a:t>
            </a:r>
            <a:r>
              <a:rPr kumimoji="0" lang="nl-NL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of spaties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Gebruikelijk is inspringen met 4 spaties tegelijk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 err="1">
                <a:solidFill>
                  <a:srgbClr val="294171"/>
                </a:solidFill>
              </a:rPr>
              <a:t>PyCharm</a:t>
            </a:r>
            <a:r>
              <a:rPr lang="nl-NL" sz="2000" kern="0" dirty="0">
                <a:solidFill>
                  <a:srgbClr val="294171"/>
                </a:solidFill>
              </a:rPr>
              <a:t> zet (default) een Tab om in 4 spaties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Verbeter de code hiernaast: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A030594-5568-1942-EA1F-C598794269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3470" y="2747795"/>
            <a:ext cx="4618016" cy="3970318"/>
          </a:xfrm>
          <a:prstGeom prst="rect">
            <a:avLst/>
          </a:prstGeom>
          <a:solidFill>
            <a:srgbClr val="1E1F22">
              <a:alpha val="10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3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y 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==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3 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y ==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"x is 3"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"y is 4"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&gt;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y &lt;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"x &gt; 2"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"y &lt; 5"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&lt;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4 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y &gt;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"x &lt; 4"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"y &gt; 3"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5026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EF267-4882-B7D3-5384-6AC8116C1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5E12AA3-BCB0-7EC9-03D1-CF7118A7E79A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9206802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Oefenin</a:t>
            </a:r>
            <a:r>
              <a:rPr lang="en-US" sz="3600" b="1" kern="0" dirty="0">
                <a:solidFill>
                  <a:prstClr val="black"/>
                </a:solidFill>
              </a:rPr>
              <a:t>g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" name="TextBox 22">
            <a:extLst>
              <a:ext uri="{FF2B5EF4-FFF2-40B4-BE49-F238E27FC236}">
                <a16:creationId xmlns:a16="http://schemas.microsoft.com/office/drawing/2014/main" id="{27E123B4-2802-DFDC-A070-734C36E7BC22}"/>
              </a:ext>
            </a:extLst>
          </p:cNvPr>
          <p:cNvSpPr txBox="1"/>
          <p:nvPr/>
        </p:nvSpPr>
        <p:spPr bwMode="auto">
          <a:xfrm>
            <a:off x="709358" y="1797785"/>
            <a:ext cx="10492038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r>
              <a:rPr lang="nl-NL" sz="2000" dirty="0"/>
              <a:t>Laat de gebruiker een getal invoeren. Als het getal positief is, print je ‘Dit is getal is positief’.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endParaRPr lang="nl-NL" sz="2000" dirty="0"/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r>
              <a:rPr lang="nl-NL" sz="2000" dirty="0"/>
              <a:t>Vraag de leeftijd van de gebruiker. Als deze 18 jaar of ouder is, print dan: ‘Je bent volwassen’!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endParaRPr lang="nl-NL" sz="2000" dirty="0"/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r>
              <a:rPr lang="nl-NL" sz="2000" dirty="0"/>
              <a:t>Laat de gebruiker een zin invoeren. Print ‘Deze zin bevat de letter “a”!’ als dat zo is.</a:t>
            </a:r>
          </a:p>
        </p:txBody>
      </p:sp>
    </p:spTree>
    <p:extLst>
      <p:ext uri="{BB962C8B-B14F-4D97-AF65-F5344CB8AC3E}">
        <p14:creationId xmlns:p14="http://schemas.microsoft.com/office/powerpoint/2010/main" val="2819403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A5D4A-566A-110C-4564-440D60569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F2C0F862-19A2-48FC-1FBE-CDEADE0CD845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Twee-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weg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beslissing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lang="en-US" sz="2000" b="1" kern="0" dirty="0">
                <a:solidFill>
                  <a:prstClr val="black"/>
                </a:solidFill>
              </a:rPr>
              <a:t>(§6.2.3)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AD0C82FB-BD82-FF5E-6EDD-9A662C06E248}"/>
              </a:ext>
            </a:extLst>
          </p:cNvPr>
          <p:cNvSpPr txBox="1"/>
          <p:nvPr/>
        </p:nvSpPr>
        <p:spPr bwMode="auto">
          <a:xfrm>
            <a:off x="709358" y="1468800"/>
            <a:ext cx="10492038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Als</a:t>
            </a:r>
            <a:r>
              <a:rPr kumimoji="0" lang="nl-NL" sz="2000" b="0" i="0" u="none" strike="noStrike" kern="0" cap="none" spc="0" normalizeH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er na een beslissing twee mogelijkheden zijn, voeg je een </a:t>
            </a:r>
            <a:r>
              <a:rPr kumimoji="0" lang="nl-NL" sz="2000" b="0" i="0" u="none" strike="noStrike" kern="0" cap="none" spc="0" normalizeH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else</a:t>
            </a:r>
            <a:r>
              <a:rPr kumimoji="0" lang="nl-NL" sz="2000" b="0" i="0" u="none" strike="noStrike" kern="0" cap="none" spc="0" normalizeH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-blok toe:</a:t>
            </a: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lvl="1" fontAlgn="base">
              <a:spcBef>
                <a:spcPct val="0"/>
              </a:spcBef>
              <a:spcAft>
                <a:spcPct val="0"/>
              </a:spcAft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Booleaanse expressie </a:t>
            </a:r>
            <a:r>
              <a:rPr lang="nl-NL" sz="2000" kern="0" dirty="0" err="1">
                <a:solidFill>
                  <a:srgbClr val="294171"/>
                </a:solidFill>
              </a:rPr>
              <a:t>False</a:t>
            </a:r>
            <a:r>
              <a:rPr lang="nl-NL" sz="2000" kern="0" dirty="0">
                <a:solidFill>
                  <a:srgbClr val="294171"/>
                </a:solidFill>
              </a:rPr>
              <a:t>?  -&gt;  acties onder ‘</a:t>
            </a:r>
            <a:r>
              <a:rPr lang="nl-NL" sz="2000" kern="0" dirty="0" err="1">
                <a:solidFill>
                  <a:srgbClr val="294171"/>
                </a:solidFill>
              </a:rPr>
              <a:t>else</a:t>
            </a:r>
            <a:r>
              <a:rPr lang="nl-NL" sz="2000" kern="0" dirty="0">
                <a:solidFill>
                  <a:srgbClr val="294171"/>
                </a:solidFill>
              </a:rPr>
              <a:t>’ uitvoeren!</a:t>
            </a:r>
          </a:p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Let op de verplichte dubbele punt (:) achter ‘</a:t>
            </a:r>
            <a:r>
              <a:rPr lang="nl-NL" sz="2000" kern="0" dirty="0" err="1">
                <a:solidFill>
                  <a:srgbClr val="294171"/>
                </a:solidFill>
              </a:rPr>
              <a:t>else</a:t>
            </a:r>
            <a:r>
              <a:rPr lang="nl-NL" sz="2000" kern="0" dirty="0">
                <a:solidFill>
                  <a:srgbClr val="294171"/>
                </a:solidFill>
              </a:rPr>
              <a:t>’!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FA264887-985B-61B9-18CB-48C086481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1195" y="96236"/>
            <a:ext cx="3282538" cy="3055904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F42612A6-2328-3F60-325F-65266B4BAC00}"/>
              </a:ext>
            </a:extLst>
          </p:cNvPr>
          <p:cNvSpPr txBox="1"/>
          <p:nvPr/>
        </p:nvSpPr>
        <p:spPr>
          <a:xfrm>
            <a:off x="2940561" y="2573317"/>
            <a:ext cx="4893065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l-NL" dirty="0" err="1">
                <a:latin typeface="Consolas" panose="020B0609020204030204" pitchFamily="49" charset="0"/>
              </a:rPr>
              <a:t>if</a:t>
            </a:r>
            <a:r>
              <a:rPr lang="nl-NL" dirty="0">
                <a:latin typeface="Consolas" panose="020B0609020204030204" pitchFamily="49" charset="0"/>
              </a:rPr>
              <a:t> &lt;</a:t>
            </a:r>
            <a:r>
              <a:rPr lang="nl-NL" dirty="0" err="1">
                <a:latin typeface="Consolas" panose="020B0609020204030204" pitchFamily="49" charset="0"/>
              </a:rPr>
              <a:t>boolean</a:t>
            </a:r>
            <a:r>
              <a:rPr lang="nl-NL" dirty="0">
                <a:latin typeface="Consolas" panose="020B0609020204030204" pitchFamily="49" charset="0"/>
              </a:rPr>
              <a:t> expressie&gt;:</a:t>
            </a:r>
          </a:p>
          <a:p>
            <a:pPr>
              <a:lnSpc>
                <a:spcPct val="150000"/>
              </a:lnSpc>
            </a:pPr>
            <a:r>
              <a:rPr lang="nl-NL" dirty="0">
                <a:latin typeface="Consolas" panose="020B0609020204030204" pitchFamily="49" charset="0"/>
              </a:rPr>
              <a:t>    &lt;acties&gt; </a:t>
            </a:r>
          </a:p>
          <a:p>
            <a:pPr>
              <a:lnSpc>
                <a:spcPct val="150000"/>
              </a:lnSpc>
            </a:pPr>
            <a:r>
              <a:rPr lang="nl-NL" dirty="0" err="1">
                <a:latin typeface="Consolas" panose="020B0609020204030204" pitchFamily="49" charset="0"/>
              </a:rPr>
              <a:t>else</a:t>
            </a:r>
            <a:r>
              <a:rPr lang="nl-NL" dirty="0"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nl-NL" dirty="0">
                <a:latin typeface="Consolas" panose="020B0609020204030204" pitchFamily="49" charset="0"/>
              </a:rPr>
              <a:t>    &lt;acties&gt;</a:t>
            </a:r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FA4DD56C-C942-9933-896F-727542FEF654}"/>
              </a:ext>
            </a:extLst>
          </p:cNvPr>
          <p:cNvCxnSpPr/>
          <p:nvPr/>
        </p:nvCxnSpPr>
        <p:spPr>
          <a:xfrm>
            <a:off x="2958029" y="2539495"/>
            <a:ext cx="0" cy="143954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Bijschrift: lijn 9">
            <a:extLst>
              <a:ext uri="{FF2B5EF4-FFF2-40B4-BE49-F238E27FC236}">
                <a16:creationId xmlns:a16="http://schemas.microsoft.com/office/drawing/2014/main" id="{38D974A7-17FD-E90C-4C5E-2BEF4F3A143C}"/>
              </a:ext>
            </a:extLst>
          </p:cNvPr>
          <p:cNvSpPr/>
          <p:nvPr/>
        </p:nvSpPr>
        <p:spPr>
          <a:xfrm>
            <a:off x="1706927" y="4009150"/>
            <a:ext cx="929874" cy="830997"/>
          </a:xfrm>
          <a:prstGeom prst="borderCallout1">
            <a:avLst>
              <a:gd name="adj1" fmla="val -3686"/>
              <a:gd name="adj2" fmla="val 41032"/>
              <a:gd name="adj3" fmla="val -71878"/>
              <a:gd name="adj4" fmla="val 131502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>
                <a:solidFill>
                  <a:srgbClr val="294171"/>
                </a:solidFill>
              </a:rPr>
              <a:t>De ‘</a:t>
            </a:r>
            <a:r>
              <a:rPr lang="nl-NL" sz="1600" b="1" kern="0" dirty="0" err="1">
                <a:solidFill>
                  <a:srgbClr val="294171"/>
                </a:solidFill>
              </a:rPr>
              <a:t>else</a:t>
            </a:r>
            <a:r>
              <a:rPr lang="nl-NL" sz="1600" b="1" kern="0" dirty="0">
                <a:solidFill>
                  <a:srgbClr val="294171"/>
                </a:solidFill>
              </a:rPr>
              <a:t>’ precies onder </a:t>
            </a:r>
            <a:r>
              <a:rPr lang="nl-NL" sz="1600" b="1" kern="0" dirty="0" err="1">
                <a:solidFill>
                  <a:srgbClr val="294171"/>
                </a:solidFill>
              </a:rPr>
              <a:t>if</a:t>
            </a:r>
            <a:r>
              <a:rPr lang="nl-NL" sz="1600" b="1" kern="0" dirty="0">
                <a:solidFill>
                  <a:srgbClr val="294171"/>
                </a:solidFill>
              </a:rPr>
              <a:t>!</a:t>
            </a:r>
          </a:p>
        </p:txBody>
      </p:sp>
      <p:sp>
        <p:nvSpPr>
          <p:cNvPr id="11" name="Vierkante haak links 10">
            <a:extLst>
              <a:ext uri="{FF2B5EF4-FFF2-40B4-BE49-F238E27FC236}">
                <a16:creationId xmlns:a16="http://schemas.microsoft.com/office/drawing/2014/main" id="{954F33A0-3848-3BC6-34D7-D2AEF418C684}"/>
              </a:ext>
            </a:extLst>
          </p:cNvPr>
          <p:cNvSpPr/>
          <p:nvPr/>
        </p:nvSpPr>
        <p:spPr>
          <a:xfrm rot="16200000">
            <a:off x="3211580" y="3926171"/>
            <a:ext cx="76522" cy="487032"/>
          </a:xfrm>
          <a:prstGeom prst="leftBracket">
            <a:avLst>
              <a:gd name="adj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Bijschrift: lijn 11">
            <a:extLst>
              <a:ext uri="{FF2B5EF4-FFF2-40B4-BE49-F238E27FC236}">
                <a16:creationId xmlns:a16="http://schemas.microsoft.com/office/drawing/2014/main" id="{B2DD39D6-85B0-B498-9185-E3AC786D7D4E}"/>
              </a:ext>
            </a:extLst>
          </p:cNvPr>
          <p:cNvSpPr/>
          <p:nvPr/>
        </p:nvSpPr>
        <p:spPr>
          <a:xfrm>
            <a:off x="6096000" y="4445937"/>
            <a:ext cx="2188464" cy="584775"/>
          </a:xfrm>
          <a:prstGeom prst="borderCallout1">
            <a:avLst>
              <a:gd name="adj1" fmla="val 69238"/>
              <a:gd name="adj2" fmla="val -581"/>
              <a:gd name="adj3" fmla="val -34919"/>
              <a:gd name="adj4" fmla="val -124234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>
                <a:solidFill>
                  <a:srgbClr val="294171"/>
                </a:solidFill>
              </a:rPr>
              <a:t>Inspringen (</a:t>
            </a:r>
            <a:r>
              <a:rPr lang="nl-NL" sz="1600" b="1" kern="0" dirty="0" err="1">
                <a:solidFill>
                  <a:srgbClr val="294171"/>
                </a:solidFill>
              </a:rPr>
              <a:t>indentatie</a:t>
            </a:r>
            <a:r>
              <a:rPr lang="nl-NL" sz="1600" b="1" kern="0" dirty="0">
                <a:solidFill>
                  <a:srgbClr val="294171"/>
                </a:solidFill>
              </a:rPr>
              <a:t>) ook hier verplicht!</a:t>
            </a:r>
          </a:p>
        </p:txBody>
      </p:sp>
    </p:spTree>
    <p:extLst>
      <p:ext uri="{BB962C8B-B14F-4D97-AF65-F5344CB8AC3E}">
        <p14:creationId xmlns:p14="http://schemas.microsoft.com/office/powerpoint/2010/main" val="58262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56CF9-A842-E79E-DE23-4D4A3B4B4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B2C7708D-9A53-655D-8C3F-A9062CE679A6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Twee-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weg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beslissing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lang="en-US" sz="2000" b="1" kern="0" dirty="0">
                <a:solidFill>
                  <a:prstClr val="black"/>
                </a:solidFill>
              </a:rPr>
              <a:t>(§6.2.3)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825093C0-F992-6444-F24C-A956BA256758}"/>
              </a:ext>
            </a:extLst>
          </p:cNvPr>
          <p:cNvSpPr txBox="1"/>
          <p:nvPr/>
        </p:nvSpPr>
        <p:spPr bwMode="auto">
          <a:xfrm>
            <a:off x="709358" y="2115491"/>
            <a:ext cx="1049203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Bij een </a:t>
            </a:r>
            <a:r>
              <a:rPr kumimoji="0" lang="nl-NL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if-else</a:t>
            </a:r>
            <a:r>
              <a:rPr kumimoji="0" lang="nl-NL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wordt altijd precies één blok ‘&lt;acties&gt;’ uitgevoerd:</a:t>
            </a:r>
            <a:endParaRPr lang="nl-NL" sz="2000" kern="0" dirty="0">
              <a:solidFill>
                <a:srgbClr val="294171"/>
              </a:solidFill>
            </a:endParaRP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239BD795-9EA1-07E3-12A5-900339E60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1195" y="96236"/>
            <a:ext cx="3282538" cy="305590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B1E01056-27C6-44F8-6FE2-E2781D5C8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22" y="3562403"/>
            <a:ext cx="5234125" cy="1323439"/>
          </a:xfrm>
          <a:prstGeom prst="rect">
            <a:avLst/>
          </a:prstGeom>
          <a:solidFill>
            <a:srgbClr val="1E1F22">
              <a:alpha val="10000"/>
            </a:srgb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&gt;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"x is groter dan 2"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"x is kleiner dan of gelijk aan 2"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39573F6-9CDA-037E-EBF9-A5300AF6FF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753" y="3562403"/>
            <a:ext cx="5234125" cy="1323439"/>
          </a:xfrm>
          <a:prstGeom prst="rect">
            <a:avLst/>
          </a:prstGeom>
          <a:solidFill>
            <a:srgbClr val="1E1F22">
              <a:alpha val="10000"/>
            </a:srgb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&gt;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"x is groter dan 2"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"x is kleiner dan of gelijk aan 2"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6" name="Groep 5">
            <a:extLst>
              <a:ext uri="{FF2B5EF4-FFF2-40B4-BE49-F238E27FC236}">
                <a16:creationId xmlns:a16="http://schemas.microsoft.com/office/drawing/2014/main" id="{6F5D1239-48D5-36F4-D250-0C62E4C407C3}"/>
              </a:ext>
            </a:extLst>
          </p:cNvPr>
          <p:cNvGrpSpPr/>
          <p:nvPr/>
        </p:nvGrpSpPr>
        <p:grpSpPr>
          <a:xfrm>
            <a:off x="8416492" y="5101284"/>
            <a:ext cx="3256386" cy="612298"/>
            <a:chOff x="6222079" y="5499300"/>
            <a:chExt cx="2933052" cy="751783"/>
          </a:xfrm>
        </p:grpSpPr>
        <p:sp>
          <p:nvSpPr>
            <p:cNvPr id="8" name="Tekstvak 7">
              <a:extLst>
                <a:ext uri="{FF2B5EF4-FFF2-40B4-BE49-F238E27FC236}">
                  <a16:creationId xmlns:a16="http://schemas.microsoft.com/office/drawing/2014/main" id="{6B60B744-95E3-AD97-2E6C-814FEDCEB766}"/>
                </a:ext>
              </a:extLst>
            </p:cNvPr>
            <p:cNvSpPr txBox="1"/>
            <p:nvPr/>
          </p:nvSpPr>
          <p:spPr>
            <a:xfrm>
              <a:off x="6222079" y="5643187"/>
              <a:ext cx="2933052" cy="6078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nl-NL" dirty="0"/>
                <a:t>x is kleiner dan of gelijk aan 2</a:t>
              </a:r>
            </a:p>
          </p:txBody>
        </p:sp>
        <p:sp>
          <p:nvSpPr>
            <p:cNvPr id="11" name="Tekstvak 10">
              <a:extLst>
                <a:ext uri="{FF2B5EF4-FFF2-40B4-BE49-F238E27FC236}">
                  <a16:creationId xmlns:a16="http://schemas.microsoft.com/office/drawing/2014/main" id="{B06C4595-AA6F-2AD6-9784-46EE2FA79CA1}"/>
                </a:ext>
              </a:extLst>
            </p:cNvPr>
            <p:cNvSpPr txBox="1"/>
            <p:nvPr/>
          </p:nvSpPr>
          <p:spPr>
            <a:xfrm>
              <a:off x="6401395" y="5499300"/>
              <a:ext cx="584791" cy="2645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  <p:grpSp>
        <p:nvGrpSpPr>
          <p:cNvPr id="12" name="Groep 11">
            <a:extLst>
              <a:ext uri="{FF2B5EF4-FFF2-40B4-BE49-F238E27FC236}">
                <a16:creationId xmlns:a16="http://schemas.microsoft.com/office/drawing/2014/main" id="{219795B4-AC4D-A793-4DCB-C44430B6D69F}"/>
              </a:ext>
            </a:extLst>
          </p:cNvPr>
          <p:cNvGrpSpPr/>
          <p:nvPr/>
        </p:nvGrpSpPr>
        <p:grpSpPr>
          <a:xfrm>
            <a:off x="519122" y="5101284"/>
            <a:ext cx="3256386" cy="612298"/>
            <a:chOff x="6222079" y="5499300"/>
            <a:chExt cx="2933052" cy="751783"/>
          </a:xfrm>
        </p:grpSpPr>
        <p:sp>
          <p:nvSpPr>
            <p:cNvPr id="13" name="Tekstvak 12">
              <a:extLst>
                <a:ext uri="{FF2B5EF4-FFF2-40B4-BE49-F238E27FC236}">
                  <a16:creationId xmlns:a16="http://schemas.microsoft.com/office/drawing/2014/main" id="{301104A0-4E8D-F34C-EC5C-CF8D7E14CF3E}"/>
                </a:ext>
              </a:extLst>
            </p:cNvPr>
            <p:cNvSpPr txBox="1"/>
            <p:nvPr/>
          </p:nvSpPr>
          <p:spPr>
            <a:xfrm>
              <a:off x="6222079" y="5643187"/>
              <a:ext cx="2933052" cy="6078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nl-NL" dirty="0"/>
                <a:t>x is groter dan 2</a:t>
              </a:r>
            </a:p>
          </p:txBody>
        </p:sp>
        <p:sp>
          <p:nvSpPr>
            <p:cNvPr id="14" name="Tekstvak 13">
              <a:extLst>
                <a:ext uri="{FF2B5EF4-FFF2-40B4-BE49-F238E27FC236}">
                  <a16:creationId xmlns:a16="http://schemas.microsoft.com/office/drawing/2014/main" id="{73E3419C-403D-2B56-7988-B209CF911DDF}"/>
                </a:ext>
              </a:extLst>
            </p:cNvPr>
            <p:cNvSpPr txBox="1"/>
            <p:nvPr/>
          </p:nvSpPr>
          <p:spPr>
            <a:xfrm>
              <a:off x="6401395" y="5499300"/>
              <a:ext cx="584791" cy="2645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380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C6339-A7A3-33DF-621A-A4108936B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B4809EE8-14A9-ACC9-62A4-9C58C8A29E1B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Stroomdiagrammen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lang="en-US" sz="2000" b="1" kern="0" dirty="0">
                <a:solidFill>
                  <a:prstClr val="black"/>
                </a:solidFill>
              </a:rPr>
              <a:t>(§6.2.4)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D3136801-FE21-9639-FC8C-06B26C438FA8}"/>
              </a:ext>
            </a:extLst>
          </p:cNvPr>
          <p:cNvSpPr txBox="1"/>
          <p:nvPr/>
        </p:nvSpPr>
        <p:spPr bwMode="auto">
          <a:xfrm>
            <a:off x="377090" y="1951978"/>
            <a:ext cx="5518187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2000" kern="0" dirty="0">
                <a:solidFill>
                  <a:srgbClr val="294171"/>
                </a:solidFill>
              </a:rPr>
              <a:t>Een stroomdiagram kan helpen om (beter) begrip te krijgen van de werking van deze code: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DF503A5-56EE-5719-4E09-B6FEF8C61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122" y="3562403"/>
            <a:ext cx="5234125" cy="1323439"/>
          </a:xfrm>
          <a:prstGeom prst="rect">
            <a:avLst/>
          </a:prstGeom>
          <a:solidFill>
            <a:srgbClr val="1E1F22">
              <a:alpha val="10000"/>
            </a:srgb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&gt;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"x is groter dan 2"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"x is kleiner dan of gelijk aan 2"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78B8C0FD-3A8F-5C6E-5FE2-B0228FCA1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566" y="1468800"/>
            <a:ext cx="5734850" cy="504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871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AA00F-3D5C-85AE-6CD2-1A1B4756B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85647C32-92D4-D184-A269-EF7D9A8E818C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9206802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Oefenin</a:t>
            </a:r>
            <a:r>
              <a:rPr lang="en-US" sz="3600" b="1" kern="0" dirty="0">
                <a:solidFill>
                  <a:prstClr val="black"/>
                </a:solidFill>
              </a:rPr>
              <a:t>g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" name="TextBox 22">
            <a:extLst>
              <a:ext uri="{FF2B5EF4-FFF2-40B4-BE49-F238E27FC236}">
                <a16:creationId xmlns:a16="http://schemas.microsoft.com/office/drawing/2014/main" id="{C11E11B1-BE31-D1E2-E54C-BC6A730AC58C}"/>
              </a:ext>
            </a:extLst>
          </p:cNvPr>
          <p:cNvSpPr txBox="1"/>
          <p:nvPr/>
        </p:nvSpPr>
        <p:spPr bwMode="auto">
          <a:xfrm>
            <a:off x="709358" y="1470029"/>
            <a:ext cx="10846148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  <a:defRPr/>
            </a:pPr>
            <a:r>
              <a:rPr lang="nl-NL" sz="2000" dirty="0"/>
              <a:t>Vraag de gebruik het woord ‘Python’ in te voeren. Print of de ingevoerde tekst wel / niet correct is.</a:t>
            </a:r>
          </a:p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  <a:defRPr/>
            </a:pPr>
            <a:endParaRPr lang="nl-NL" sz="2000" dirty="0"/>
          </a:p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  <a:defRPr/>
            </a:pPr>
            <a:r>
              <a:rPr lang="nl-NL" sz="2000" dirty="0"/>
              <a:t>Vraag de leeftijd van de gebruiker. Print of deze wel / niet mag stemmen!</a:t>
            </a:r>
          </a:p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  <a:defRPr/>
            </a:pPr>
            <a:endParaRPr lang="nl-NL" sz="2000" dirty="0"/>
          </a:p>
          <a:p>
            <a:pPr marL="457200" marR="0" lvl="0" indent="-4572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  <a:defRPr/>
            </a:pPr>
            <a:r>
              <a:rPr lang="nl-NL" sz="2000" dirty="0"/>
              <a:t>Bedenk een gebruikersnaam en wachtwoord, en sla deze op in twee variabelen.</a:t>
            </a:r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r>
              <a:rPr lang="nl-NL" sz="2000" dirty="0"/>
              <a:t>Laat de gebruiker een gebruikersnaam en wachtwoord invoeren, </a:t>
            </a:r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r>
              <a:rPr lang="nl-NL" sz="2000" dirty="0"/>
              <a:t>Controleer of de ingevoerde gegevens overeenkomen met de gemaakte variabelen.</a:t>
            </a:r>
          </a:p>
          <a:p>
            <a:pPr marL="914400" lvl="1" indent="-457200" fontAlgn="base">
              <a:spcBef>
                <a:spcPct val="0"/>
              </a:spcBef>
              <a:spcAft>
                <a:spcPct val="0"/>
              </a:spcAft>
              <a:buAutoNum type="arabicPeriod"/>
              <a:defRPr/>
            </a:pPr>
            <a:r>
              <a:rPr lang="nl-NL" sz="2000" dirty="0"/>
              <a:t>Print of de gebruiker wel / niet is ingelogd.</a:t>
            </a:r>
          </a:p>
        </p:txBody>
      </p:sp>
    </p:spTree>
    <p:extLst>
      <p:ext uri="{BB962C8B-B14F-4D97-AF65-F5344CB8AC3E}">
        <p14:creationId xmlns:p14="http://schemas.microsoft.com/office/powerpoint/2010/main" val="1695970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FF74-EED0-8EA1-857B-7FDC88C77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91F12C68-8FEA-CEC2-33B9-ACC46DABC1C0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Geneste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condities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lang="en-US" sz="2000" b="1" kern="0" dirty="0">
                <a:solidFill>
                  <a:prstClr val="black"/>
                </a:solidFill>
              </a:rPr>
              <a:t>(§6.2.6)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FCCCEF-0132-A1E1-C2DA-FBF5F73DB2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824" y="2429698"/>
            <a:ext cx="7276351" cy="3970318"/>
          </a:xfrm>
          <a:prstGeom prst="rect">
            <a:avLst/>
          </a:prstGeom>
          <a:solidFill>
            <a:srgbClr val="1E1F22">
              <a:alpha val="10000"/>
            </a:srgb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leeftijd 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21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leeftijd &lt;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"Je bent een kind!"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leeftijd &lt;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"Je bent een teenager!"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leeftijd &lt;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"Je bent nog jong!"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leeftijd &lt;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        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"Beginnen grijze haren te komen?"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        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        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"Wegen de jaren zwaar?"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FB60CE76-0255-22EB-32CC-F3AD2E33B8EF}"/>
              </a:ext>
            </a:extLst>
          </p:cNvPr>
          <p:cNvSpPr txBox="1"/>
          <p:nvPr/>
        </p:nvSpPr>
        <p:spPr bwMode="auto">
          <a:xfrm>
            <a:off x="526477" y="1595306"/>
            <a:ext cx="9185413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2000" kern="0" dirty="0">
                <a:solidFill>
                  <a:srgbClr val="294171"/>
                </a:solidFill>
              </a:rPr>
              <a:t>Als er meer dan twee mogelijkheden zijn, mag je in een </a:t>
            </a:r>
            <a:r>
              <a:rPr lang="nl-NL" sz="2000" kern="0" dirty="0" err="1">
                <a:solidFill>
                  <a:srgbClr val="294171"/>
                </a:solidFill>
              </a:rPr>
              <a:t>if</a:t>
            </a:r>
            <a:r>
              <a:rPr lang="nl-NL" sz="2000" kern="0" dirty="0">
                <a:solidFill>
                  <a:srgbClr val="294171"/>
                </a:solidFill>
              </a:rPr>
              <a:t>-statement ook weer een ander </a:t>
            </a:r>
            <a:r>
              <a:rPr lang="nl-NL" sz="2000" kern="0" dirty="0" err="1">
                <a:solidFill>
                  <a:srgbClr val="294171"/>
                </a:solidFill>
              </a:rPr>
              <a:t>if</a:t>
            </a:r>
            <a:r>
              <a:rPr lang="nl-NL" sz="2000" kern="0" dirty="0">
                <a:solidFill>
                  <a:srgbClr val="294171"/>
                </a:solidFill>
              </a:rPr>
              <a:t>-statement opnemen (‘nesten’):</a:t>
            </a:r>
          </a:p>
        </p:txBody>
      </p:sp>
    </p:spTree>
    <p:extLst>
      <p:ext uri="{BB962C8B-B14F-4D97-AF65-F5344CB8AC3E}">
        <p14:creationId xmlns:p14="http://schemas.microsoft.com/office/powerpoint/2010/main" val="991841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3FD0C-B76E-98B3-8B62-007A80C3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D9F23C11-25DB-DA2E-C42E-7DB78CCA850F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Meer-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weg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beslissing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lang="en-US" sz="2000" b="1" kern="0" dirty="0">
                <a:solidFill>
                  <a:prstClr val="black"/>
                </a:solidFill>
              </a:rPr>
              <a:t>(§6.2.5)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" name="TextBox 22">
            <a:extLst>
              <a:ext uri="{FF2B5EF4-FFF2-40B4-BE49-F238E27FC236}">
                <a16:creationId xmlns:a16="http://schemas.microsoft.com/office/drawing/2014/main" id="{6EFDB2A6-3CE0-7CE6-C14D-839073C0F2B5}"/>
              </a:ext>
            </a:extLst>
          </p:cNvPr>
          <p:cNvSpPr txBox="1"/>
          <p:nvPr/>
        </p:nvSpPr>
        <p:spPr bwMode="auto">
          <a:xfrm>
            <a:off x="709358" y="1663569"/>
            <a:ext cx="4488284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nl-NL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Het voorbeeld op de vorige slide kan leesbaarder met een </a:t>
            </a:r>
            <a:r>
              <a:rPr kumimoji="0" lang="nl-NL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elif</a:t>
            </a:r>
            <a:r>
              <a:rPr kumimoji="0" lang="nl-NL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: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2000" kern="0" dirty="0">
                <a:solidFill>
                  <a:srgbClr val="294171"/>
                </a:solidFill>
              </a:rPr>
              <a:t>Let op: nu ook meer dan één booleaanse expressie!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C894FC1-2428-CD29-4540-2298BD7CB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468800"/>
            <a:ext cx="5756704" cy="5033814"/>
          </a:xfrm>
          <a:prstGeom prst="rect">
            <a:avLst/>
          </a:prstGeom>
          <a:solidFill>
            <a:srgbClr val="1E1F22">
              <a:alpha val="10000"/>
            </a:srgb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leeftijd 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21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leeftijd &lt;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"Je bent een kind!"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leeftijd &lt;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"Je bent een teenager!"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leeftijd &lt;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"Je bent nog jong!"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leeftijd &lt;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"Beginnen grijze haren te komen?"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"Wegen de jaren zwaar?"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FE6F9FAF-0287-6706-AFDA-8FED9A157698}"/>
              </a:ext>
            </a:extLst>
          </p:cNvPr>
          <p:cNvSpPr txBox="1"/>
          <p:nvPr/>
        </p:nvSpPr>
        <p:spPr>
          <a:xfrm>
            <a:off x="1048691" y="3855314"/>
            <a:ext cx="3546867" cy="2540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l-NL" dirty="0" err="1">
                <a:latin typeface="Consolas" panose="020B0609020204030204" pitchFamily="49" charset="0"/>
              </a:rPr>
              <a:t>if</a:t>
            </a:r>
            <a:r>
              <a:rPr lang="nl-NL" dirty="0">
                <a:latin typeface="Consolas" panose="020B0609020204030204" pitchFamily="49" charset="0"/>
              </a:rPr>
              <a:t> &lt;</a:t>
            </a:r>
            <a:r>
              <a:rPr lang="nl-NL" dirty="0" err="1">
                <a:latin typeface="Consolas" panose="020B0609020204030204" pitchFamily="49" charset="0"/>
              </a:rPr>
              <a:t>boolean</a:t>
            </a:r>
            <a:r>
              <a:rPr lang="nl-NL" dirty="0">
                <a:latin typeface="Consolas" panose="020B0609020204030204" pitchFamily="49" charset="0"/>
              </a:rPr>
              <a:t> expressie&gt;:</a:t>
            </a:r>
          </a:p>
          <a:p>
            <a:pPr>
              <a:lnSpc>
                <a:spcPct val="150000"/>
              </a:lnSpc>
            </a:pPr>
            <a:r>
              <a:rPr lang="nl-NL" dirty="0">
                <a:latin typeface="Consolas" panose="020B0609020204030204" pitchFamily="49" charset="0"/>
              </a:rPr>
              <a:t>    &lt;acties&gt; </a:t>
            </a:r>
          </a:p>
          <a:p>
            <a:pPr>
              <a:lnSpc>
                <a:spcPct val="150000"/>
              </a:lnSpc>
            </a:pPr>
            <a:r>
              <a:rPr lang="nl-NL" dirty="0" err="1">
                <a:latin typeface="Consolas" panose="020B0609020204030204" pitchFamily="49" charset="0"/>
              </a:rPr>
              <a:t>elif</a:t>
            </a:r>
            <a:r>
              <a:rPr lang="nl-NL" dirty="0">
                <a:latin typeface="Consolas" panose="020B0609020204030204" pitchFamily="49" charset="0"/>
              </a:rPr>
              <a:t> &lt;</a:t>
            </a:r>
            <a:r>
              <a:rPr lang="nl-NL" dirty="0" err="1">
                <a:latin typeface="Consolas" panose="020B0609020204030204" pitchFamily="49" charset="0"/>
              </a:rPr>
              <a:t>boolean</a:t>
            </a:r>
            <a:r>
              <a:rPr lang="nl-NL" dirty="0">
                <a:latin typeface="Consolas" panose="020B0609020204030204" pitchFamily="49" charset="0"/>
              </a:rPr>
              <a:t> expressie&gt;:</a:t>
            </a:r>
          </a:p>
          <a:p>
            <a:pPr>
              <a:lnSpc>
                <a:spcPct val="150000"/>
              </a:lnSpc>
            </a:pPr>
            <a:r>
              <a:rPr lang="nl-NL" dirty="0">
                <a:latin typeface="Consolas" panose="020B0609020204030204" pitchFamily="49" charset="0"/>
              </a:rPr>
              <a:t>    &lt;acties&gt;</a:t>
            </a:r>
          </a:p>
          <a:p>
            <a:pPr>
              <a:lnSpc>
                <a:spcPct val="150000"/>
              </a:lnSpc>
            </a:pPr>
            <a:r>
              <a:rPr lang="nl-NL" dirty="0" err="1">
                <a:latin typeface="Consolas" panose="020B0609020204030204" pitchFamily="49" charset="0"/>
              </a:rPr>
              <a:t>else</a:t>
            </a:r>
            <a:r>
              <a:rPr lang="nl-NL" dirty="0"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nl-NL" dirty="0">
                <a:latin typeface="Consolas" panose="020B0609020204030204" pitchFamily="49" charset="0"/>
              </a:rPr>
              <a:t>    &lt;acties&gt;</a:t>
            </a:r>
          </a:p>
        </p:txBody>
      </p:sp>
    </p:spTree>
    <p:extLst>
      <p:ext uri="{BB962C8B-B14F-4D97-AF65-F5344CB8AC3E}">
        <p14:creationId xmlns:p14="http://schemas.microsoft.com/office/powerpoint/2010/main" val="8260182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759A0-4D2C-9A6C-BE57-64C6DE66A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10125D-254F-2E30-308E-DE55E5648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5193" y="3095107"/>
            <a:ext cx="5121915" cy="3046988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leeftijd 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21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leeftijd &lt;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"Je bent een kind!"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leeftijd &gt;=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18 </a:t>
            </a: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leeftijd &lt;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"Je bent nog jong!"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leeftijd &lt;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"Je bent een teenager!"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leeftijd &lt;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"Beginnen grijze haren te komen?"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"Wegen de jaren zwaar?"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4DA95DB-F35E-ED25-DAFB-CD5F29E6F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358" y="3095107"/>
            <a:ext cx="5121915" cy="3046988"/>
          </a:xfrm>
          <a:prstGeom prst="rect">
            <a:avLst/>
          </a:prstGeom>
          <a:solidFill>
            <a:srgbClr val="1E1F22">
              <a:alpha val="10000"/>
            </a:srgb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leeftijd =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21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leeftijd &lt;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"Je bent een kind!"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leeftijd &lt;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30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"Je bent nog jong!"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leeftijd &lt;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18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"Je bent een teenager!"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leeftijd &lt;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50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"Beginnen grijze haren te komen?"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"Wegen de jaren zwaar?"</a:t>
            </a:r>
            <a:r>
              <a:rPr kumimoji="0" lang="nl-NL" altLang="nl-NL" sz="16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3A3AFBA1-F6EA-8974-67C2-D637E50E2AA4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Volgorde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condities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TextBox 22">
            <a:extLst>
              <a:ext uri="{FF2B5EF4-FFF2-40B4-BE49-F238E27FC236}">
                <a16:creationId xmlns:a16="http://schemas.microsoft.com/office/drawing/2014/main" id="{F8495614-2FC3-76A1-AAEB-A6397B68EB66}"/>
              </a:ext>
            </a:extLst>
          </p:cNvPr>
          <p:cNvSpPr txBox="1"/>
          <p:nvPr/>
        </p:nvSpPr>
        <p:spPr bwMode="auto">
          <a:xfrm>
            <a:off x="709358" y="1663210"/>
            <a:ext cx="1099775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kumimoji="0" lang="nl-NL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Let </a:t>
            </a:r>
            <a:r>
              <a:rPr kumimoji="0" lang="nl-NL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goe</a:t>
            </a:r>
            <a:r>
              <a:rPr lang="nl-NL" sz="2000" kern="0" dirty="0">
                <a:solidFill>
                  <a:srgbClr val="294171"/>
                </a:solidFill>
              </a:rPr>
              <a:t>d op (de volgorde van) de booleaanse expressies!</a:t>
            </a: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nl-NL" sz="2000" kern="0" dirty="0">
                <a:solidFill>
                  <a:srgbClr val="294171"/>
                </a:solidFill>
              </a:rPr>
              <a:t>Wat gaat hier mis? Hoe zou je dat oplossen (meerdere opties)?</a:t>
            </a:r>
          </a:p>
        </p:txBody>
      </p:sp>
    </p:spTree>
    <p:extLst>
      <p:ext uri="{BB962C8B-B14F-4D97-AF65-F5344CB8AC3E}">
        <p14:creationId xmlns:p14="http://schemas.microsoft.com/office/powerpoint/2010/main" val="2765688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C763D-C904-6EB6-36E3-F3D3CDDC3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3995D099-91C7-4D24-87D9-8C492BF903CD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9206802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Oefenin</a:t>
            </a:r>
            <a:r>
              <a:rPr lang="en-US" sz="3600" b="1" kern="0" dirty="0">
                <a:solidFill>
                  <a:prstClr val="black"/>
                </a:solidFill>
              </a:rPr>
              <a:t>g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" name="TextBox 22">
            <a:extLst>
              <a:ext uri="{FF2B5EF4-FFF2-40B4-BE49-F238E27FC236}">
                <a16:creationId xmlns:a16="http://schemas.microsoft.com/office/drawing/2014/main" id="{1880B4A3-B9DA-E956-D2CD-F9AEE22C022B}"/>
              </a:ext>
            </a:extLst>
          </p:cNvPr>
          <p:cNvSpPr txBox="1"/>
          <p:nvPr/>
        </p:nvSpPr>
        <p:spPr bwMode="auto">
          <a:xfrm>
            <a:off x="709358" y="1671324"/>
            <a:ext cx="10492038" cy="2223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kern="0" dirty="0" err="1">
                <a:solidFill>
                  <a:srgbClr val="294171"/>
                </a:solidFill>
              </a:rPr>
              <a:t>Schrijf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een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programma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dat</a:t>
            </a:r>
            <a:r>
              <a:rPr lang="en-US" kern="0" dirty="0">
                <a:solidFill>
                  <a:srgbClr val="294171"/>
                </a:solidFill>
              </a:rPr>
              <a:t>: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294171"/>
              </a:solidFill>
            </a:endParaRPr>
          </a:p>
          <a:p>
            <a:pPr marL="690563" lvl="1" indent="-233363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lang="en-US" kern="0" dirty="0">
                <a:solidFill>
                  <a:srgbClr val="294171"/>
                </a:solidFill>
              </a:rPr>
              <a:t>De </a:t>
            </a:r>
            <a:r>
              <a:rPr lang="en-US" kern="0" dirty="0" err="1">
                <a:solidFill>
                  <a:srgbClr val="294171"/>
                </a:solidFill>
              </a:rPr>
              <a:t>lengte</a:t>
            </a:r>
            <a:r>
              <a:rPr lang="en-US" kern="0" dirty="0">
                <a:solidFill>
                  <a:srgbClr val="294171"/>
                </a:solidFill>
              </a:rPr>
              <a:t> (in meters) </a:t>
            </a:r>
            <a:r>
              <a:rPr lang="en-US" kern="0" dirty="0" err="1">
                <a:solidFill>
                  <a:srgbClr val="294171"/>
                </a:solidFill>
              </a:rPr>
              <a:t>en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gewicht</a:t>
            </a:r>
            <a:r>
              <a:rPr lang="en-US" kern="0" dirty="0">
                <a:solidFill>
                  <a:srgbClr val="294171"/>
                </a:solidFill>
              </a:rPr>
              <a:t> (in </a:t>
            </a:r>
            <a:r>
              <a:rPr lang="en-US" kern="0" dirty="0" err="1">
                <a:solidFill>
                  <a:srgbClr val="294171"/>
                </a:solidFill>
              </a:rPr>
              <a:t>kilogrammen</a:t>
            </a:r>
            <a:r>
              <a:rPr lang="en-US" kern="0" dirty="0">
                <a:solidFill>
                  <a:srgbClr val="294171"/>
                </a:solidFill>
              </a:rPr>
              <a:t>) van </a:t>
            </a:r>
            <a:r>
              <a:rPr lang="en-US" kern="0" dirty="0" err="1">
                <a:solidFill>
                  <a:srgbClr val="294171"/>
                </a:solidFill>
              </a:rPr>
              <a:t>een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persoon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als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invoer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vraagt</a:t>
            </a:r>
            <a:endParaRPr lang="en-US" kern="0" dirty="0">
              <a:solidFill>
                <a:srgbClr val="294171"/>
              </a:solidFill>
            </a:endParaRPr>
          </a:p>
          <a:p>
            <a:pPr marL="690563" lvl="1" indent="-233363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lang="en-US" kern="0" dirty="0">
                <a:solidFill>
                  <a:srgbClr val="294171"/>
                </a:solidFill>
              </a:rPr>
              <a:t>De BMI (Body Mass Index) </a:t>
            </a:r>
            <a:r>
              <a:rPr lang="en-US" kern="0" dirty="0" err="1">
                <a:solidFill>
                  <a:srgbClr val="294171"/>
                </a:solidFill>
              </a:rPr>
              <a:t>berekent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volgens</a:t>
            </a:r>
            <a:r>
              <a:rPr lang="en-US" kern="0" dirty="0">
                <a:solidFill>
                  <a:srgbClr val="294171"/>
                </a:solidFill>
              </a:rPr>
              <a:t> de </a:t>
            </a:r>
            <a:r>
              <a:rPr lang="en-US" kern="0" dirty="0" err="1">
                <a:solidFill>
                  <a:srgbClr val="294171"/>
                </a:solidFill>
              </a:rPr>
              <a:t>formule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gewicht</a:t>
            </a:r>
            <a:r>
              <a:rPr lang="en-US" kern="0" dirty="0">
                <a:solidFill>
                  <a:srgbClr val="294171"/>
                </a:solidFill>
              </a:rPr>
              <a:t> / lengte</a:t>
            </a:r>
            <a:r>
              <a:rPr lang="en-US" kern="0" baseline="30000" dirty="0">
                <a:solidFill>
                  <a:srgbClr val="294171"/>
                </a:solidFill>
              </a:rPr>
              <a:t>2</a:t>
            </a:r>
          </a:p>
          <a:p>
            <a:pPr marL="690563" lvl="1" indent="-233363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lang="en-US" kern="0" dirty="0">
                <a:solidFill>
                  <a:srgbClr val="294171"/>
                </a:solidFill>
              </a:rPr>
              <a:t>Het </a:t>
            </a:r>
            <a:r>
              <a:rPr lang="en-US" kern="0" dirty="0" err="1">
                <a:solidFill>
                  <a:srgbClr val="294171"/>
                </a:solidFill>
              </a:rPr>
              <a:t>bericht</a:t>
            </a:r>
            <a:r>
              <a:rPr lang="en-US" kern="0" dirty="0">
                <a:solidFill>
                  <a:srgbClr val="294171"/>
                </a:solidFill>
              </a:rPr>
              <a:t> ‘</a:t>
            </a:r>
            <a:r>
              <a:rPr lang="en-US" kern="0" dirty="0" err="1">
                <a:solidFill>
                  <a:srgbClr val="294171"/>
                </a:solidFill>
              </a:rPr>
              <a:t>ondergewicht</a:t>
            </a:r>
            <a:r>
              <a:rPr lang="en-US" kern="0" dirty="0">
                <a:solidFill>
                  <a:srgbClr val="294171"/>
                </a:solidFill>
              </a:rPr>
              <a:t>’, ‘</a:t>
            </a:r>
            <a:r>
              <a:rPr lang="en-US" kern="0" dirty="0" err="1">
                <a:solidFill>
                  <a:srgbClr val="294171"/>
                </a:solidFill>
              </a:rPr>
              <a:t>gemiddeld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gewicht</a:t>
            </a:r>
            <a:r>
              <a:rPr lang="en-US" kern="0" dirty="0">
                <a:solidFill>
                  <a:srgbClr val="294171"/>
                </a:solidFill>
              </a:rPr>
              <a:t>’ of ‘</a:t>
            </a:r>
            <a:r>
              <a:rPr lang="en-US" kern="0" dirty="0" err="1">
                <a:solidFill>
                  <a:srgbClr val="294171"/>
                </a:solidFill>
              </a:rPr>
              <a:t>overgewicht</a:t>
            </a:r>
            <a:r>
              <a:rPr lang="en-US" kern="0" dirty="0">
                <a:solidFill>
                  <a:srgbClr val="294171"/>
                </a:solidFill>
              </a:rPr>
              <a:t>’ print </a:t>
            </a:r>
          </a:p>
          <a:p>
            <a:pPr marL="1147763" lvl="2" indent="-233363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Font typeface="Arial"/>
              <a:buChar char="•"/>
              <a:defRPr/>
            </a:pPr>
            <a:r>
              <a:rPr lang="en-US" sz="1600" kern="0" dirty="0">
                <a:solidFill>
                  <a:srgbClr val="294171"/>
                </a:solidFill>
              </a:rPr>
              <a:t>Een </a:t>
            </a:r>
            <a:r>
              <a:rPr lang="en-US" sz="1600" kern="0" dirty="0" err="1">
                <a:solidFill>
                  <a:srgbClr val="294171"/>
                </a:solidFill>
              </a:rPr>
              <a:t>gemiddeld</a:t>
            </a:r>
            <a:r>
              <a:rPr lang="en-US" sz="1600" kern="0" dirty="0">
                <a:solidFill>
                  <a:srgbClr val="294171"/>
                </a:solidFill>
              </a:rPr>
              <a:t> </a:t>
            </a:r>
            <a:r>
              <a:rPr lang="en-US" sz="1600" kern="0" dirty="0" err="1">
                <a:solidFill>
                  <a:srgbClr val="294171"/>
                </a:solidFill>
              </a:rPr>
              <a:t>gewicht</a:t>
            </a:r>
            <a:r>
              <a:rPr lang="en-US" sz="1600" kern="0" dirty="0">
                <a:solidFill>
                  <a:srgbClr val="294171"/>
                </a:solidFill>
              </a:rPr>
              <a:t> is: 18.5 &lt;= </a:t>
            </a:r>
            <a:r>
              <a:rPr lang="en-US" sz="1600" kern="0" dirty="0" err="1">
                <a:solidFill>
                  <a:srgbClr val="294171"/>
                </a:solidFill>
              </a:rPr>
              <a:t>bmi</a:t>
            </a:r>
            <a:r>
              <a:rPr lang="en-US" sz="1600" kern="0" dirty="0">
                <a:solidFill>
                  <a:srgbClr val="294171"/>
                </a:solidFill>
              </a:rPr>
              <a:t> &lt;= 25</a:t>
            </a: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816E3102-F92C-055B-9A83-571657CD8FD2}"/>
              </a:ext>
            </a:extLst>
          </p:cNvPr>
          <p:cNvSpPr txBox="1"/>
          <p:nvPr/>
        </p:nvSpPr>
        <p:spPr bwMode="auto">
          <a:xfrm>
            <a:off x="2147486" y="4394945"/>
            <a:ext cx="4526030" cy="2246769"/>
          </a:xfrm>
          <a:prstGeom prst="rect">
            <a:avLst/>
          </a:prstGeom>
          <a:solidFill>
            <a:srgbClr val="748CBC">
              <a:lumMod val="20000"/>
              <a:lumOff val="80000"/>
            </a:srgbClr>
          </a:solidFill>
          <a:ln w="9525" cap="flat" cmpd="sng" algn="ctr">
            <a:solidFill>
              <a:srgbClr val="748CBC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weight</a:t>
            </a:r>
            <a:r>
              <a:rPr kumimoji="0" lang="en-US" sz="14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float(input('weight? '))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baseline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height = float(input('height? </a:t>
            </a:r>
            <a:r>
              <a:rPr lang="en-US" sz="1400" kern="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'))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bmi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weight/height**2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if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bmi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 18.5: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print('Underweight')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elif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bmi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&lt; 25: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print('Normal')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else: # 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bmi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&gt;= 25</a:t>
            </a: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print('Overweight')</a:t>
            </a:r>
          </a:p>
        </p:txBody>
      </p:sp>
    </p:spTree>
    <p:extLst>
      <p:ext uri="{BB962C8B-B14F-4D97-AF65-F5344CB8AC3E}">
        <p14:creationId xmlns:p14="http://schemas.microsoft.com/office/powerpoint/2010/main" val="247676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B1EDD-BCC4-83C7-4B58-379936BEF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E27C737B-B1C9-73E4-7A7A-FEA72BB64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233" y="3429000"/>
            <a:ext cx="5772956" cy="3400900"/>
          </a:xfrm>
          <a:prstGeom prst="rect">
            <a:avLst/>
          </a:prstGeom>
        </p:spPr>
      </p:pic>
      <p:sp>
        <p:nvSpPr>
          <p:cNvPr id="45" name="Title 1">
            <a:extLst>
              <a:ext uri="{FF2B5EF4-FFF2-40B4-BE49-F238E27FC236}">
                <a16:creationId xmlns:a16="http://schemas.microsoft.com/office/drawing/2014/main" id="{F3A7BE31-9E28-8631-0DF4-5D0729D5F33F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Loops </a:t>
            </a:r>
            <a:r>
              <a:rPr lang="en-US" sz="2000" b="1" kern="0" dirty="0">
                <a:solidFill>
                  <a:prstClr val="black"/>
                </a:solidFill>
              </a:rPr>
              <a:t>(§7.2)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TextBox 22">
            <a:extLst>
              <a:ext uri="{FF2B5EF4-FFF2-40B4-BE49-F238E27FC236}">
                <a16:creationId xmlns:a16="http://schemas.microsoft.com/office/drawing/2014/main" id="{F36D14DA-5739-2792-E4C3-75CFE7C21C5A}"/>
              </a:ext>
            </a:extLst>
          </p:cNvPr>
          <p:cNvSpPr txBox="1"/>
          <p:nvPr/>
        </p:nvSpPr>
        <p:spPr bwMode="auto">
          <a:xfrm>
            <a:off x="709358" y="1624176"/>
            <a:ext cx="10997750" cy="4093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Een computer is goed in herhalende (itererende) taken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Programmeertalen ondersteunen dit met ‘loops’ (lussen), zorg dat je dit concept goed snapt!!!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We beginnen met for-loops: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Een collectie = een verzameling items:</a:t>
            </a:r>
          </a:p>
          <a:p>
            <a:pPr marL="800100" lvl="1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String (verzameling karakters), list, </a:t>
            </a:r>
            <a:r>
              <a:rPr lang="nl-NL" sz="2000" kern="0" dirty="0" err="1">
                <a:solidFill>
                  <a:srgbClr val="294171"/>
                </a:solidFill>
              </a:rPr>
              <a:t>tuple</a:t>
            </a:r>
            <a:r>
              <a:rPr lang="nl-NL" sz="2000" kern="0" dirty="0">
                <a:solidFill>
                  <a:srgbClr val="294171"/>
                </a:solidFill>
              </a:rPr>
              <a:t>, range (reeks)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931DAAA6-92C2-BF26-FB47-7CE0A9774ECE}"/>
              </a:ext>
            </a:extLst>
          </p:cNvPr>
          <p:cNvSpPr txBox="1"/>
          <p:nvPr/>
        </p:nvSpPr>
        <p:spPr>
          <a:xfrm>
            <a:off x="1511139" y="3383875"/>
            <a:ext cx="4423013" cy="87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l-NL" dirty="0">
                <a:latin typeface="Consolas" panose="020B0609020204030204" pitchFamily="49" charset="0"/>
              </a:rPr>
              <a:t>for &lt;variabele&gt; in &lt;collectie&gt;:</a:t>
            </a:r>
          </a:p>
          <a:p>
            <a:pPr>
              <a:lnSpc>
                <a:spcPct val="150000"/>
              </a:lnSpc>
            </a:pPr>
            <a:r>
              <a:rPr lang="nl-NL" dirty="0">
                <a:latin typeface="Consolas" panose="020B0609020204030204" pitchFamily="49" charset="0"/>
              </a:rPr>
              <a:t>    &lt;acties&gt; </a:t>
            </a:r>
          </a:p>
        </p:txBody>
      </p:sp>
    </p:spTree>
    <p:extLst>
      <p:ext uri="{BB962C8B-B14F-4D97-AF65-F5344CB8AC3E}">
        <p14:creationId xmlns:p14="http://schemas.microsoft.com/office/powerpoint/2010/main" val="3460579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7F371-7C97-CCC9-39AA-629954AB8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9E644399-C23D-E950-F589-56297C47047B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For-loop </a:t>
            </a:r>
            <a:r>
              <a:rPr lang="en-US" sz="2000" b="1" kern="0" dirty="0">
                <a:solidFill>
                  <a:prstClr val="black"/>
                </a:solidFill>
              </a:rPr>
              <a:t>(§7.2)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TextBox 22">
            <a:extLst>
              <a:ext uri="{FF2B5EF4-FFF2-40B4-BE49-F238E27FC236}">
                <a16:creationId xmlns:a16="http://schemas.microsoft.com/office/drawing/2014/main" id="{3544624C-6573-992C-BF99-90A59E89EF31}"/>
              </a:ext>
            </a:extLst>
          </p:cNvPr>
          <p:cNvSpPr txBox="1"/>
          <p:nvPr/>
        </p:nvSpPr>
        <p:spPr bwMode="auto">
          <a:xfrm>
            <a:off x="709358" y="1622687"/>
            <a:ext cx="11207025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De </a:t>
            </a:r>
            <a:r>
              <a:rPr lang="nl-NL" sz="2000" kern="0" dirty="0" err="1">
                <a:solidFill>
                  <a:srgbClr val="294171"/>
                </a:solidFill>
              </a:rPr>
              <a:t>afzondelijke</a:t>
            </a:r>
            <a:r>
              <a:rPr lang="nl-NL" sz="2000" kern="0" dirty="0">
                <a:solidFill>
                  <a:srgbClr val="294171"/>
                </a:solidFill>
              </a:rPr>
              <a:t> items in de collectie worden één voor één verwerkt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Voor </a:t>
            </a:r>
            <a:r>
              <a:rPr lang="nl-NL" sz="2000" b="1" u="sng" kern="0" dirty="0">
                <a:solidFill>
                  <a:srgbClr val="294171"/>
                </a:solidFill>
              </a:rPr>
              <a:t>elk item</a:t>
            </a:r>
            <a:r>
              <a:rPr lang="nl-NL" sz="2000" kern="0" dirty="0">
                <a:solidFill>
                  <a:srgbClr val="294171"/>
                </a:solidFill>
              </a:rPr>
              <a:t> worden </a:t>
            </a:r>
            <a:r>
              <a:rPr lang="nl-NL" sz="2000" b="1" u="sng" kern="0" dirty="0">
                <a:solidFill>
                  <a:srgbClr val="294171"/>
                </a:solidFill>
              </a:rPr>
              <a:t>alle acties</a:t>
            </a:r>
            <a:r>
              <a:rPr lang="nl-NL" sz="2000" kern="0" dirty="0">
                <a:solidFill>
                  <a:srgbClr val="294171"/>
                </a:solidFill>
              </a:rPr>
              <a:t> steeds opnieuw uitgevoerd:</a:t>
            </a: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endParaRPr lang="nl-NL" sz="2000" kern="0" dirty="0">
              <a:solidFill>
                <a:srgbClr val="294171"/>
              </a:solidFill>
            </a:endParaRPr>
          </a:p>
          <a:p>
            <a:pPr marL="342900" lvl="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Elk item wordt (automatisch) één voor één in &lt;variabele&gt; gestopt, telkens daarna volgen &lt;acties&gt;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156B9629-41E1-F125-0A6D-05F3487FC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7131" y="184826"/>
            <a:ext cx="2941062" cy="1732606"/>
          </a:xfrm>
          <a:prstGeom prst="rect">
            <a:avLst/>
          </a:prstGeom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1FFDF71F-A76E-E90C-C4E7-EB9DDB78CF31}"/>
              </a:ext>
            </a:extLst>
          </p:cNvPr>
          <p:cNvSpPr txBox="1"/>
          <p:nvPr/>
        </p:nvSpPr>
        <p:spPr>
          <a:xfrm>
            <a:off x="1511139" y="3383875"/>
            <a:ext cx="4423013" cy="878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nl-NL" dirty="0">
                <a:latin typeface="Consolas" panose="020B0609020204030204" pitchFamily="49" charset="0"/>
              </a:rPr>
              <a:t>for &lt;variabele&gt; in &lt;collectie&gt;:</a:t>
            </a:r>
          </a:p>
          <a:p>
            <a:pPr>
              <a:lnSpc>
                <a:spcPct val="150000"/>
              </a:lnSpc>
            </a:pPr>
            <a:r>
              <a:rPr lang="nl-NL" dirty="0">
                <a:latin typeface="Consolas" panose="020B0609020204030204" pitchFamily="49" charset="0"/>
              </a:rPr>
              <a:t>    &lt;acties&gt; </a:t>
            </a:r>
          </a:p>
        </p:txBody>
      </p:sp>
      <p:sp>
        <p:nvSpPr>
          <p:cNvPr id="3" name="Bijschrift: lijn 2">
            <a:extLst>
              <a:ext uri="{FF2B5EF4-FFF2-40B4-BE49-F238E27FC236}">
                <a16:creationId xmlns:a16="http://schemas.microsoft.com/office/drawing/2014/main" id="{A910EA7A-1ECD-734B-8476-240703DE894B}"/>
              </a:ext>
            </a:extLst>
          </p:cNvPr>
          <p:cNvSpPr/>
          <p:nvPr/>
        </p:nvSpPr>
        <p:spPr>
          <a:xfrm>
            <a:off x="3352800" y="2527581"/>
            <a:ext cx="2187388" cy="584775"/>
          </a:xfrm>
          <a:prstGeom prst="borderCallout1">
            <a:avLst>
              <a:gd name="adj1" fmla="val 99899"/>
              <a:gd name="adj2" fmla="val 12944"/>
              <a:gd name="adj3" fmla="val 176638"/>
              <a:gd name="adj4" fmla="val -24629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>
                <a:solidFill>
                  <a:srgbClr val="294171"/>
                </a:solidFill>
              </a:rPr>
              <a:t>De naam van &lt;variabele&gt; kies je zelf!</a:t>
            </a:r>
          </a:p>
        </p:txBody>
      </p:sp>
      <p:sp>
        <p:nvSpPr>
          <p:cNvPr id="5" name="Bijschrift: lijn 4">
            <a:extLst>
              <a:ext uri="{FF2B5EF4-FFF2-40B4-BE49-F238E27FC236}">
                <a16:creationId xmlns:a16="http://schemas.microsoft.com/office/drawing/2014/main" id="{7190CA56-50EB-A30D-A6F0-D4DA44B67C46}"/>
              </a:ext>
            </a:extLst>
          </p:cNvPr>
          <p:cNvSpPr/>
          <p:nvPr/>
        </p:nvSpPr>
        <p:spPr>
          <a:xfrm>
            <a:off x="2895600" y="4558523"/>
            <a:ext cx="3038552" cy="584775"/>
          </a:xfrm>
          <a:prstGeom prst="borderCallout1">
            <a:avLst>
              <a:gd name="adj1" fmla="val 30850"/>
              <a:gd name="adj2" fmla="val -68"/>
              <a:gd name="adj3" fmla="val -55461"/>
              <a:gd name="adj4" fmla="val -889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nl-NL" sz="1600" b="1" kern="0" dirty="0">
                <a:solidFill>
                  <a:srgbClr val="294171"/>
                </a:solidFill>
              </a:rPr>
              <a:t>De &lt;variabele&gt; kan je (eventueel) in &lt;acties&gt; gebruiken.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104A0C0-644A-FB65-1530-BA6A470DD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1770" y="2677999"/>
            <a:ext cx="2242280" cy="646331"/>
          </a:xfrm>
          <a:prstGeom prst="rect">
            <a:avLst/>
          </a:prstGeom>
          <a:solidFill>
            <a:srgbClr val="1E1F22">
              <a:alpha val="10000"/>
            </a:srgb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for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letter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in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"banaan"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(letter)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201EF9EC-74E0-C33C-48BE-44BD9E91AE5B}"/>
              </a:ext>
            </a:extLst>
          </p:cNvPr>
          <p:cNvSpPr txBox="1"/>
          <p:nvPr/>
        </p:nvSpPr>
        <p:spPr>
          <a:xfrm>
            <a:off x="10159728" y="2678420"/>
            <a:ext cx="1042265" cy="1880103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lIns="108000" tIns="144000" rIns="108000" bIns="72000">
            <a:spAutoFit/>
          </a:bodyPr>
          <a:lstStyle/>
          <a:p>
            <a:r>
              <a:rPr lang="pt-BR" dirty="0"/>
              <a:t>b</a:t>
            </a:r>
          </a:p>
          <a:p>
            <a:r>
              <a:rPr lang="pt-BR" dirty="0"/>
              <a:t>a</a:t>
            </a:r>
          </a:p>
          <a:p>
            <a:r>
              <a:rPr lang="pt-BR" dirty="0"/>
              <a:t>n</a:t>
            </a:r>
          </a:p>
          <a:p>
            <a:r>
              <a:rPr lang="pt-BR" dirty="0"/>
              <a:t>a</a:t>
            </a:r>
          </a:p>
          <a:p>
            <a:r>
              <a:rPr lang="pt-BR" dirty="0"/>
              <a:t>a</a:t>
            </a:r>
          </a:p>
          <a:p>
            <a:r>
              <a:rPr lang="pt-BR" dirty="0"/>
              <a:t>n</a:t>
            </a:r>
            <a:endParaRPr lang="nl-NL" dirty="0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DA512F62-6AC7-3E1F-F3C3-60E3C5698FEB}"/>
              </a:ext>
            </a:extLst>
          </p:cNvPr>
          <p:cNvSpPr txBox="1"/>
          <p:nvPr/>
        </p:nvSpPr>
        <p:spPr>
          <a:xfrm>
            <a:off x="10344806" y="2561230"/>
            <a:ext cx="603581" cy="215442"/>
          </a:xfrm>
          <a:prstGeom prst="rect">
            <a:avLst/>
          </a:prstGeom>
          <a:solidFill>
            <a:schemeClr val="bg1"/>
          </a:solidFill>
        </p:spPr>
        <p:txBody>
          <a:bodyPr wrap="square" lIns="36000" tIns="0" rIns="0" bIns="0" rtlCol="0">
            <a:spAutoFit/>
          </a:bodyPr>
          <a:lstStyle/>
          <a:p>
            <a:pPr algn="ctr"/>
            <a:r>
              <a:rPr lang="nl-NL" sz="1400" dirty="0"/>
              <a:t>uitvoer</a:t>
            </a:r>
          </a:p>
        </p:txBody>
      </p:sp>
    </p:spTree>
    <p:extLst>
      <p:ext uri="{BB962C8B-B14F-4D97-AF65-F5344CB8AC3E}">
        <p14:creationId xmlns:p14="http://schemas.microsoft.com/office/powerpoint/2010/main" val="2846415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627EC-AF00-8FE0-637F-91DCEE27E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7671A5BD-F375-0ECD-5225-0C81AA01D7A5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For-loop met string-</a:t>
            </a: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variabele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lang="en-US" sz="2000" b="1" kern="0" dirty="0">
                <a:solidFill>
                  <a:prstClr val="black"/>
                </a:solidFill>
              </a:rPr>
              <a:t>(§7.2.1)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TextBox 22">
            <a:extLst>
              <a:ext uri="{FF2B5EF4-FFF2-40B4-BE49-F238E27FC236}">
                <a16:creationId xmlns:a16="http://schemas.microsoft.com/office/drawing/2014/main" id="{355FD4CE-9BB6-FC8C-F554-2BF032A5F548}"/>
              </a:ext>
            </a:extLst>
          </p:cNvPr>
          <p:cNvSpPr txBox="1"/>
          <p:nvPr/>
        </p:nvSpPr>
        <p:spPr bwMode="auto">
          <a:xfrm>
            <a:off x="596432" y="2072403"/>
            <a:ext cx="320116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Je mag ook een variabele als collectie gebruiken: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67EEAFCC-3A14-0769-6039-820AFE45B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7131" y="184826"/>
            <a:ext cx="2941062" cy="173260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4D7AC6A-3988-6E3B-4D08-C6BA66C53A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018" y="3142341"/>
            <a:ext cx="2717411" cy="1754326"/>
          </a:xfrm>
          <a:prstGeom prst="rect">
            <a:avLst/>
          </a:prstGeom>
          <a:solidFill>
            <a:srgbClr val="1E1F22">
              <a:alpha val="10000"/>
            </a:srgb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nl-NL" dirty="0">
                <a:solidFill>
                  <a:srgbClr val="BCBEC4"/>
                </a:solidFill>
                <a:latin typeface="Consolas" panose="020B0609020204030204" pitchFamily="49" charset="0"/>
              </a:rPr>
              <a:t>woord = </a:t>
            </a:r>
            <a:r>
              <a:rPr lang="nl-NL" altLang="nl-NL" dirty="0">
                <a:solidFill>
                  <a:srgbClr val="6AAB73"/>
                </a:solidFill>
                <a:latin typeface="Consolas" panose="020B0609020204030204" pitchFamily="49" charset="0"/>
              </a:rPr>
              <a:t>"banaan"</a:t>
            </a:r>
            <a:endParaRPr kumimoji="0" lang="nl-NL" altLang="nl-NL" b="0" i="0" u="none" strike="noStrike" cap="none" normalizeH="0" baseline="0" dirty="0">
              <a:ln>
                <a:noFill/>
              </a:ln>
              <a:solidFill>
                <a:srgbClr val="CF8E6D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altLang="nl-NL" b="0" i="0" u="none" strike="noStrike" cap="none" normalizeH="0" baseline="0" dirty="0">
              <a:ln>
                <a:noFill/>
              </a:ln>
              <a:solidFill>
                <a:srgbClr val="CF8E6D"/>
              </a:solidFill>
              <a:effectLst/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letter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lang="nl-NL" altLang="nl-NL" dirty="0">
                <a:solidFill>
                  <a:srgbClr val="BCBEC4"/>
                </a:solidFill>
                <a:latin typeface="Consolas" panose="020B0609020204030204" pitchFamily="49" charset="0"/>
              </a:rPr>
              <a:t>woord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 letter 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"Klaar"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6E7A1E-074A-9173-EEB0-51C7FEA32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62" y="1674424"/>
            <a:ext cx="2941062" cy="5078313"/>
          </a:xfrm>
          <a:prstGeom prst="rect">
            <a:avLst/>
          </a:prstGeom>
          <a:solidFill>
            <a:srgbClr val="1E1F22">
              <a:alpha val="10000"/>
            </a:srgb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woord =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"banaan"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letter = woord[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(letter)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letter = woord[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(letter)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letter = woord[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(letter)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letter = woord[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(letter)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letter = woord[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(letter)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letter = woord[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(letter)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letter = woord[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lang="nl-NL" altLang="nl-NL" dirty="0">
                <a:solidFill>
                  <a:srgbClr val="8888C6"/>
                </a:solidFill>
                <a:latin typeface="Consolas" panose="020B0609020204030204" pitchFamily="49" charset="0"/>
              </a:rPr>
              <a:t>print</a:t>
            </a:r>
            <a:r>
              <a:rPr lang="nl-NL" altLang="nl-NL" dirty="0">
                <a:solidFill>
                  <a:srgbClr val="BCBEC4"/>
                </a:solidFill>
                <a:latin typeface="Consolas" panose="020B0609020204030204" pitchFamily="49" charset="0"/>
              </a:rPr>
              <a:t>(letter)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nl-NL" altLang="nl-NL" b="0" i="0" u="none" strike="noStrike" cap="none" normalizeH="0" baseline="0" dirty="0">
              <a:ln>
                <a:noFill/>
              </a:ln>
              <a:solidFill>
                <a:srgbClr val="BCBEC4"/>
              </a:solidFill>
              <a:effectLst/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 </a:t>
            </a:r>
            <a:r>
              <a:rPr lang="nl-NL" altLang="nl-NL" dirty="0">
                <a:solidFill>
                  <a:srgbClr val="6AAB73"/>
                </a:solidFill>
                <a:latin typeface="Consolas" panose="020B0609020204030204" pitchFamily="49" charset="0"/>
              </a:rPr>
              <a:t>"Klaar"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4D1DB17E-9724-7489-BE22-86DBB0E3044C}"/>
              </a:ext>
            </a:extLst>
          </p:cNvPr>
          <p:cNvSpPr txBox="1"/>
          <p:nvPr/>
        </p:nvSpPr>
        <p:spPr bwMode="auto">
          <a:xfrm>
            <a:off x="5731962" y="6197063"/>
            <a:ext cx="341516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nl-NL" sz="2000" kern="0" dirty="0">
                <a:solidFill>
                  <a:srgbClr val="294171"/>
                </a:solidFill>
              </a:rPr>
              <a:t>Wat er uiteindelijk gebeurt:</a:t>
            </a:r>
          </a:p>
        </p:txBody>
      </p:sp>
      <p:grpSp>
        <p:nvGrpSpPr>
          <p:cNvPr id="11" name="Groep 10">
            <a:extLst>
              <a:ext uri="{FF2B5EF4-FFF2-40B4-BE49-F238E27FC236}">
                <a16:creationId xmlns:a16="http://schemas.microsoft.com/office/drawing/2014/main" id="{58502201-D638-5019-74D6-8D5D5476989F}"/>
              </a:ext>
            </a:extLst>
          </p:cNvPr>
          <p:cNvGrpSpPr/>
          <p:nvPr/>
        </p:nvGrpSpPr>
        <p:grpSpPr>
          <a:xfrm>
            <a:off x="4347359" y="3028973"/>
            <a:ext cx="1112251" cy="2274292"/>
            <a:chOff x="6222079" y="5499300"/>
            <a:chExt cx="1060517" cy="2792389"/>
          </a:xfrm>
        </p:grpSpPr>
        <p:sp>
          <p:nvSpPr>
            <p:cNvPr id="12" name="Tekstvak 11">
              <a:extLst>
                <a:ext uri="{FF2B5EF4-FFF2-40B4-BE49-F238E27FC236}">
                  <a16:creationId xmlns:a16="http://schemas.microsoft.com/office/drawing/2014/main" id="{7E84A077-1C1C-18ED-7E97-E54F039ABB06}"/>
                </a:ext>
              </a:extLst>
            </p:cNvPr>
            <p:cNvSpPr txBox="1"/>
            <p:nvPr/>
          </p:nvSpPr>
          <p:spPr>
            <a:xfrm>
              <a:off x="6222079" y="5643187"/>
              <a:ext cx="1060517" cy="26485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pt-BR" dirty="0"/>
                <a:t>b</a:t>
              </a:r>
            </a:p>
            <a:p>
              <a:r>
                <a:rPr lang="pt-BR" dirty="0"/>
                <a:t>a</a:t>
              </a:r>
            </a:p>
            <a:p>
              <a:r>
                <a:rPr lang="pt-BR" dirty="0"/>
                <a:t>n</a:t>
              </a:r>
            </a:p>
            <a:p>
              <a:r>
                <a:rPr lang="pt-BR" dirty="0"/>
                <a:t>a</a:t>
              </a:r>
            </a:p>
            <a:p>
              <a:r>
                <a:rPr lang="pt-BR" dirty="0"/>
                <a:t>a</a:t>
              </a:r>
            </a:p>
            <a:p>
              <a:r>
                <a:rPr lang="pt-BR" dirty="0"/>
                <a:t>n</a:t>
              </a:r>
            </a:p>
            <a:p>
              <a:r>
                <a:rPr lang="pt-BR" dirty="0"/>
                <a:t>Klaar</a:t>
              </a:r>
              <a:endParaRPr lang="nl-NL" dirty="0"/>
            </a:p>
          </p:txBody>
        </p:sp>
        <p:sp>
          <p:nvSpPr>
            <p:cNvPr id="13" name="Tekstvak 12">
              <a:extLst>
                <a:ext uri="{FF2B5EF4-FFF2-40B4-BE49-F238E27FC236}">
                  <a16:creationId xmlns:a16="http://schemas.microsoft.com/office/drawing/2014/main" id="{CB7E521C-5CA0-FBDC-1F01-B9E2201237A2}"/>
                </a:ext>
              </a:extLst>
            </p:cNvPr>
            <p:cNvSpPr txBox="1"/>
            <p:nvPr/>
          </p:nvSpPr>
          <p:spPr>
            <a:xfrm>
              <a:off x="6401395" y="5499300"/>
              <a:ext cx="584791" cy="2645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23256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3F9CD-D03A-F3A8-3B3A-E7F647468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BE7F3C93-8247-1C3F-52C1-FD417F65E584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For-loop met strings</a:t>
            </a:r>
            <a:r>
              <a:rPr kumimoji="0" lang="en-US" sz="3600" b="1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&amp; lists </a:t>
            </a:r>
            <a:r>
              <a:rPr lang="en-US" sz="2000" b="1" kern="0" dirty="0">
                <a:solidFill>
                  <a:prstClr val="black"/>
                </a:solidFill>
              </a:rPr>
              <a:t>(§7.2)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B6FB59F8-FC8B-5BFE-79EA-A2843B945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7131" y="184826"/>
            <a:ext cx="2941062" cy="1732606"/>
          </a:xfrm>
          <a:prstGeom prst="rect">
            <a:avLst/>
          </a:prstGeom>
        </p:spPr>
      </p:pic>
      <p:sp>
        <p:nvSpPr>
          <p:cNvPr id="7" name="TextBox 22">
            <a:extLst>
              <a:ext uri="{FF2B5EF4-FFF2-40B4-BE49-F238E27FC236}">
                <a16:creationId xmlns:a16="http://schemas.microsoft.com/office/drawing/2014/main" id="{32D13F3D-BB33-A7F3-340D-1544860DA53B}"/>
              </a:ext>
            </a:extLst>
          </p:cNvPr>
          <p:cNvSpPr txBox="1"/>
          <p:nvPr/>
        </p:nvSpPr>
        <p:spPr bwMode="auto">
          <a:xfrm>
            <a:off x="279107" y="1924002"/>
            <a:ext cx="489134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For-loop met collectie (lijst) getallen,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A9B35FD-8E3B-88B1-F0E9-20F4D0D62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358" y="2446817"/>
            <a:ext cx="4237057" cy="646331"/>
          </a:xfrm>
          <a:prstGeom prst="rect">
            <a:avLst/>
          </a:prstGeom>
          <a:solidFill>
            <a:srgbClr val="1E1F22">
              <a:alpha val="10000"/>
            </a:srgb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1000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10000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(x)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22">
            <a:extLst>
              <a:ext uri="{FF2B5EF4-FFF2-40B4-BE49-F238E27FC236}">
                <a16:creationId xmlns:a16="http://schemas.microsoft.com/office/drawing/2014/main" id="{4BB9BAF0-F0A0-1896-D3E8-8009E1C68C73}"/>
              </a:ext>
            </a:extLst>
          </p:cNvPr>
          <p:cNvSpPr txBox="1"/>
          <p:nvPr/>
        </p:nvSpPr>
        <p:spPr bwMode="auto">
          <a:xfrm>
            <a:off x="279107" y="4114206"/>
            <a:ext cx="489134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… of met een lijst met strings: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43C838AA-01C7-2083-FD86-82DB8D857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358" y="4631920"/>
            <a:ext cx="5250155" cy="646331"/>
          </a:xfrm>
          <a:prstGeom prst="rect">
            <a:avLst/>
          </a:prstGeom>
          <a:solidFill>
            <a:srgbClr val="1E1F22">
              <a:alpha val="11000"/>
            </a:srgb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fruit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"appel"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"peer"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"druif"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(fruit)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xtBox 22">
            <a:extLst>
              <a:ext uri="{FF2B5EF4-FFF2-40B4-BE49-F238E27FC236}">
                <a16:creationId xmlns:a16="http://schemas.microsoft.com/office/drawing/2014/main" id="{807EE734-B13E-CFC7-319A-EA2632C71875}"/>
              </a:ext>
            </a:extLst>
          </p:cNvPr>
          <p:cNvSpPr txBox="1"/>
          <p:nvPr/>
        </p:nvSpPr>
        <p:spPr bwMode="auto">
          <a:xfrm>
            <a:off x="5959513" y="1924002"/>
            <a:ext cx="489134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… of met een lijst-variabele: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5E11741B-4018-77A9-DDE5-6CDD47EE1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1488" y="2458985"/>
            <a:ext cx="5376793" cy="923330"/>
          </a:xfrm>
          <a:prstGeom prst="rect">
            <a:avLst/>
          </a:prstGeom>
          <a:solidFill>
            <a:srgbClr val="1E1F22">
              <a:alpha val="10000"/>
            </a:srgb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fruit_lst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"appel"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"peer"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"druif"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   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fruit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fruit_lst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(fruit)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TextBox 22">
            <a:extLst>
              <a:ext uri="{FF2B5EF4-FFF2-40B4-BE49-F238E27FC236}">
                <a16:creationId xmlns:a16="http://schemas.microsoft.com/office/drawing/2014/main" id="{41AD8E09-9CC7-73EF-811D-B795091D2ACE}"/>
              </a:ext>
            </a:extLst>
          </p:cNvPr>
          <p:cNvSpPr txBox="1"/>
          <p:nvPr/>
        </p:nvSpPr>
        <p:spPr bwMode="auto">
          <a:xfrm>
            <a:off x="5959512" y="4025943"/>
            <a:ext cx="574876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In een lijst mag trouwens alles door elkaar staan: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2F69C55F-A1B0-995B-4A2C-6EC7A55B8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1487" y="4622481"/>
            <a:ext cx="5376793" cy="923330"/>
          </a:xfrm>
          <a:prstGeom prst="rect">
            <a:avLst/>
          </a:prstGeom>
          <a:solidFill>
            <a:srgbClr val="1E1F22">
              <a:alpha val="10000"/>
            </a:srgb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a_lst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"appel"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4.0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"peer"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"druif"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]]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item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a_lst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(item)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9391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1" grpId="0"/>
      <p:bldP spid="12" grpId="0" animBg="1"/>
      <p:bldP spid="13" grpId="0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43FDE-77B3-7AE1-E2B0-FC6398EEE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C8052A2-D627-F3FB-56D2-0BDF0BB6650D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9206802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Oefenin</a:t>
            </a:r>
            <a:r>
              <a:rPr lang="en-US" sz="3600" b="1" kern="0" dirty="0">
                <a:solidFill>
                  <a:prstClr val="black"/>
                </a:solidFill>
              </a:rPr>
              <a:t>g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" name="TextBox 22">
            <a:extLst>
              <a:ext uri="{FF2B5EF4-FFF2-40B4-BE49-F238E27FC236}">
                <a16:creationId xmlns:a16="http://schemas.microsoft.com/office/drawing/2014/main" id="{8637D4F9-6689-BF38-3590-AECBC5319083}"/>
              </a:ext>
            </a:extLst>
          </p:cNvPr>
          <p:cNvSpPr txBox="1"/>
          <p:nvPr/>
        </p:nvSpPr>
        <p:spPr bwMode="auto">
          <a:xfrm>
            <a:off x="709358" y="1470029"/>
            <a:ext cx="1049203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kern="0" dirty="0" err="1">
                <a:solidFill>
                  <a:srgbClr val="294171"/>
                </a:solidFill>
              </a:rPr>
              <a:t>Vraag</a:t>
            </a:r>
            <a:r>
              <a:rPr lang="en-US" kern="0" dirty="0">
                <a:solidFill>
                  <a:srgbClr val="294171"/>
                </a:solidFill>
              </a:rPr>
              <a:t> de </a:t>
            </a:r>
            <a:r>
              <a:rPr lang="en-US" kern="0" dirty="0" err="1">
                <a:solidFill>
                  <a:srgbClr val="294171"/>
                </a:solidFill>
              </a:rPr>
              <a:t>gebruiker</a:t>
            </a:r>
            <a:r>
              <a:rPr lang="en-US" kern="0" dirty="0">
                <a:solidFill>
                  <a:srgbClr val="294171"/>
                </a:solidFill>
              </a:rPr>
              <a:t> om </a:t>
            </a:r>
            <a:r>
              <a:rPr lang="en-US" kern="0" dirty="0" err="1">
                <a:solidFill>
                  <a:srgbClr val="294171"/>
                </a:solidFill>
              </a:rPr>
              <a:t>een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tekst</a:t>
            </a:r>
            <a:r>
              <a:rPr lang="en-US" kern="0" dirty="0">
                <a:solidFill>
                  <a:srgbClr val="294171"/>
                </a:solidFill>
              </a:rPr>
              <a:t> in </a:t>
            </a:r>
            <a:r>
              <a:rPr lang="en-US" kern="0" dirty="0" err="1">
                <a:solidFill>
                  <a:srgbClr val="294171"/>
                </a:solidFill>
              </a:rPr>
              <a:t>te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voeren</a:t>
            </a:r>
            <a:r>
              <a:rPr lang="en-US" kern="0" dirty="0">
                <a:solidFill>
                  <a:srgbClr val="294171"/>
                </a:solidFill>
              </a:rPr>
              <a:t>, </a:t>
            </a:r>
            <a:r>
              <a:rPr lang="en-US" kern="0" dirty="0" err="1">
                <a:solidFill>
                  <a:srgbClr val="294171"/>
                </a:solidFill>
              </a:rPr>
              <a:t>en</a:t>
            </a:r>
            <a:r>
              <a:rPr lang="en-US" kern="0" dirty="0">
                <a:solidFill>
                  <a:srgbClr val="294171"/>
                </a:solidFill>
              </a:rPr>
              <a:t> print </a:t>
            </a:r>
            <a:r>
              <a:rPr lang="en-US" kern="0" dirty="0" err="1">
                <a:solidFill>
                  <a:srgbClr val="294171"/>
                </a:solidFill>
              </a:rPr>
              <a:t>elke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ingevoerde</a:t>
            </a:r>
            <a:r>
              <a:rPr lang="en-US" kern="0" dirty="0">
                <a:solidFill>
                  <a:srgbClr val="294171"/>
                </a:solidFill>
              </a:rPr>
              <a:t> letter </a:t>
            </a:r>
            <a:r>
              <a:rPr lang="en-US" kern="0" dirty="0" err="1">
                <a:solidFill>
                  <a:srgbClr val="294171"/>
                </a:solidFill>
              </a:rPr>
              <a:t>onder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elkaar</a:t>
            </a:r>
            <a:r>
              <a:rPr lang="en-US" kern="0" dirty="0">
                <a:solidFill>
                  <a:srgbClr val="294171"/>
                </a:solidFill>
              </a:rPr>
              <a:t>.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  <a:defRPr/>
            </a:pPr>
            <a:r>
              <a:rPr lang="en-US" kern="0" dirty="0" err="1">
                <a:solidFill>
                  <a:srgbClr val="294171"/>
                </a:solidFill>
              </a:rPr>
              <a:t>Schrijf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een</a:t>
            </a:r>
            <a:r>
              <a:rPr lang="en-US" kern="0" dirty="0">
                <a:solidFill>
                  <a:srgbClr val="294171"/>
                </a:solidFill>
              </a:rPr>
              <a:t> if-statement om </a:t>
            </a:r>
            <a:r>
              <a:rPr lang="en-US" kern="0" dirty="0" err="1">
                <a:solidFill>
                  <a:srgbClr val="294171"/>
                </a:solidFill>
              </a:rPr>
              <a:t>eventuele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spaties</a:t>
            </a:r>
            <a:r>
              <a:rPr lang="en-US" kern="0" dirty="0">
                <a:solidFill>
                  <a:srgbClr val="294171"/>
                </a:solidFill>
              </a:rPr>
              <a:t> over </a:t>
            </a:r>
            <a:r>
              <a:rPr lang="en-US" kern="0" dirty="0" err="1">
                <a:solidFill>
                  <a:srgbClr val="294171"/>
                </a:solidFill>
              </a:rPr>
              <a:t>te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slaan</a:t>
            </a:r>
            <a:r>
              <a:rPr lang="en-US" kern="0" dirty="0">
                <a:solidFill>
                  <a:srgbClr val="29417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9306327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1A0AC-286A-E800-7E4A-A712A5050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D85AE232-0E94-11F2-8685-BE6FA848DDFD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Reeksen</a:t>
            </a:r>
            <a:r>
              <a:rPr kumimoji="0" lang="en-US" sz="3600" b="1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lang="en-US" sz="2000" b="1" kern="0" dirty="0">
                <a:solidFill>
                  <a:prstClr val="black"/>
                </a:solidFill>
              </a:rPr>
              <a:t>(§7.2.3)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6" name="TextBox 22">
            <a:extLst>
              <a:ext uri="{FF2B5EF4-FFF2-40B4-BE49-F238E27FC236}">
                <a16:creationId xmlns:a16="http://schemas.microsoft.com/office/drawing/2014/main" id="{282BDCD5-0E6B-F4E3-23C1-48D46F4C1464}"/>
              </a:ext>
            </a:extLst>
          </p:cNvPr>
          <p:cNvSpPr txBox="1"/>
          <p:nvPr/>
        </p:nvSpPr>
        <p:spPr bwMode="auto">
          <a:xfrm>
            <a:off x="709358" y="2074159"/>
            <a:ext cx="561062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Functie range() levert een reeks getallen op:</a:t>
            </a:r>
          </a:p>
        </p:txBody>
      </p:sp>
      <p:graphicFrame>
        <p:nvGraphicFramePr>
          <p:cNvPr id="3" name="Tabel 2">
            <a:extLst>
              <a:ext uri="{FF2B5EF4-FFF2-40B4-BE49-F238E27FC236}">
                <a16:creationId xmlns:a16="http://schemas.microsoft.com/office/drawing/2014/main" id="{B2B10EF6-6D9D-E5B5-F0EF-B8B68C6F1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356639"/>
              </p:ext>
            </p:extLst>
          </p:nvPr>
        </p:nvGraphicFramePr>
        <p:xfrm>
          <a:off x="1015620" y="3079629"/>
          <a:ext cx="1016076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190">
                  <a:extLst>
                    <a:ext uri="{9D8B030D-6E8A-4147-A177-3AD203B41FA5}">
                      <a16:colId xmlns:a16="http://schemas.microsoft.com/office/drawing/2014/main" val="2066395609"/>
                    </a:ext>
                  </a:extLst>
                </a:gridCol>
                <a:gridCol w="2198262">
                  <a:extLst>
                    <a:ext uri="{9D8B030D-6E8A-4147-A177-3AD203B41FA5}">
                      <a16:colId xmlns:a16="http://schemas.microsoft.com/office/drawing/2014/main" val="2431921605"/>
                    </a:ext>
                  </a:extLst>
                </a:gridCol>
                <a:gridCol w="2645923">
                  <a:extLst>
                    <a:ext uri="{9D8B030D-6E8A-4147-A177-3AD203B41FA5}">
                      <a16:colId xmlns:a16="http://schemas.microsoft.com/office/drawing/2014/main" val="473775624"/>
                    </a:ext>
                  </a:extLst>
                </a:gridCol>
                <a:gridCol w="2776385">
                  <a:extLst>
                    <a:ext uri="{9D8B030D-6E8A-4147-A177-3AD203B41FA5}">
                      <a16:colId xmlns:a16="http://schemas.microsoft.com/office/drawing/2014/main" val="9994084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Voorbeeld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Reeks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Opmerking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9409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i="1" dirty="0"/>
                        <a:t>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range(10)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0, 1, 2, 3, 4, 5, 6, 7, 8, 9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Start altijd bij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269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i="1" dirty="0"/>
                        <a:t>start, stop (excl.)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range(3, 10)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3, 4, 5, 6, 7, 8, 9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Tot (dus zonder) stop!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6063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i="1" dirty="0"/>
                        <a:t>start, stop (excl.), 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range(-2, 6, 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-2, 1, 4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Stapgrootte (interval) van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4293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5909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2E443-5F05-D5DE-6186-FECF5DD3C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68C4A948-3A33-2882-724B-1B60966E50D0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6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nl-NL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For-loops &amp; reeksen</a:t>
            </a:r>
            <a:r>
              <a:rPr kumimoji="0" lang="nl-NL" sz="3600" b="1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lang="nl-NL" sz="2000" b="1" kern="0" dirty="0">
                <a:solidFill>
                  <a:prstClr val="black"/>
                </a:solidFill>
              </a:rPr>
              <a:t>(§7.2.3)</a:t>
            </a:r>
            <a:endParaRPr kumimoji="0" lang="nl-NL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96A27181-A3DE-655C-CF06-A38E41862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7131" y="184826"/>
            <a:ext cx="2941062" cy="1732606"/>
          </a:xfrm>
          <a:prstGeom prst="rect">
            <a:avLst/>
          </a:prstGeom>
        </p:spPr>
      </p:pic>
      <p:sp>
        <p:nvSpPr>
          <p:cNvPr id="7" name="TextBox 22">
            <a:extLst>
              <a:ext uri="{FF2B5EF4-FFF2-40B4-BE49-F238E27FC236}">
                <a16:creationId xmlns:a16="http://schemas.microsoft.com/office/drawing/2014/main" id="{A7163877-513F-114E-CD6B-8D506EECF70A}"/>
              </a:ext>
            </a:extLst>
          </p:cNvPr>
          <p:cNvSpPr txBox="1"/>
          <p:nvPr/>
        </p:nvSpPr>
        <p:spPr bwMode="auto">
          <a:xfrm>
            <a:off x="709358" y="1717377"/>
            <a:ext cx="547743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Een reeks kan je gebruiken in een for-loop;</a:t>
            </a:r>
          </a:p>
        </p:txBody>
      </p:sp>
      <p:sp>
        <p:nvSpPr>
          <p:cNvPr id="9" name="TextBox 22">
            <a:extLst>
              <a:ext uri="{FF2B5EF4-FFF2-40B4-BE49-F238E27FC236}">
                <a16:creationId xmlns:a16="http://schemas.microsoft.com/office/drawing/2014/main" id="{9342B748-AC08-7331-43FC-6D1BC812C7FD}"/>
              </a:ext>
            </a:extLst>
          </p:cNvPr>
          <p:cNvSpPr txBox="1"/>
          <p:nvPr/>
        </p:nvSpPr>
        <p:spPr bwMode="auto">
          <a:xfrm>
            <a:off x="709357" y="3831458"/>
            <a:ext cx="631659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/>
            </a:pPr>
            <a:r>
              <a:rPr lang="nl-NL" sz="2000" kern="0" dirty="0">
                <a:solidFill>
                  <a:srgbClr val="294171"/>
                </a:solidFill>
              </a:rPr>
              <a:t>Gebruik de getallen als lijst-index: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D65F588-A6E1-4BA7-66F2-5A5AC4184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910" y="2491523"/>
            <a:ext cx="3350597" cy="646331"/>
          </a:xfrm>
          <a:prstGeom prst="rect">
            <a:avLst/>
          </a:prstGeom>
          <a:solidFill>
            <a:srgbClr val="1E1F22">
              <a:alpha val="10000"/>
            </a:srgb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x 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(-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(x)</a:t>
            </a:r>
            <a:endParaRPr kumimoji="0" 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0D8160B9-6AC9-BD0D-6719-D3CA18E51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9910" y="4605604"/>
            <a:ext cx="4996881" cy="1200329"/>
          </a:xfrm>
          <a:prstGeom prst="rect">
            <a:avLst/>
          </a:prstGeom>
          <a:solidFill>
            <a:srgbClr val="1E1F22">
              <a:alpha val="10000"/>
            </a:srgb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fruit_lst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"appel"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"peer"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"druif"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index 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b="0" i="0" u="none" strike="noStrike" cap="none" normalizeH="0" baseline="0" dirty="0" err="1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fruit_lst</a:t>
            </a:r>
            <a:r>
              <a:rPr kumimoji="0" 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[index])</a:t>
            </a:r>
            <a:endParaRPr kumimoji="0" 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2" name="Groep 1">
            <a:extLst>
              <a:ext uri="{FF2B5EF4-FFF2-40B4-BE49-F238E27FC236}">
                <a16:creationId xmlns:a16="http://schemas.microsoft.com/office/drawing/2014/main" id="{8AC5095C-676E-6A8A-C8FC-F8445B24AEBD}"/>
              </a:ext>
            </a:extLst>
          </p:cNvPr>
          <p:cNvGrpSpPr/>
          <p:nvPr/>
        </p:nvGrpSpPr>
        <p:grpSpPr>
          <a:xfrm>
            <a:off x="7925632" y="1965594"/>
            <a:ext cx="1112251" cy="1166296"/>
            <a:chOff x="6222079" y="5499300"/>
            <a:chExt cx="1060517" cy="1431985"/>
          </a:xfrm>
        </p:grpSpPr>
        <p:sp>
          <p:nvSpPr>
            <p:cNvPr id="8" name="Tekstvak 7">
              <a:extLst>
                <a:ext uri="{FF2B5EF4-FFF2-40B4-BE49-F238E27FC236}">
                  <a16:creationId xmlns:a16="http://schemas.microsoft.com/office/drawing/2014/main" id="{C2510639-158B-F670-8049-676278ACF5B0}"/>
                </a:ext>
              </a:extLst>
            </p:cNvPr>
            <p:cNvSpPr txBox="1"/>
            <p:nvPr/>
          </p:nvSpPr>
          <p:spPr>
            <a:xfrm>
              <a:off x="6222079" y="5643187"/>
              <a:ext cx="1060517" cy="12880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nl-NL" dirty="0"/>
                <a:t>-2</a:t>
              </a:r>
            </a:p>
            <a:p>
              <a:r>
                <a:rPr lang="nl-NL" dirty="0"/>
                <a:t>1</a:t>
              </a:r>
            </a:p>
            <a:p>
              <a:r>
                <a:rPr lang="nl-NL" dirty="0"/>
                <a:t>4</a:t>
              </a:r>
            </a:p>
          </p:txBody>
        </p:sp>
        <p:sp>
          <p:nvSpPr>
            <p:cNvPr id="10" name="Tekstvak 9">
              <a:extLst>
                <a:ext uri="{FF2B5EF4-FFF2-40B4-BE49-F238E27FC236}">
                  <a16:creationId xmlns:a16="http://schemas.microsoft.com/office/drawing/2014/main" id="{A1856FF3-183E-7C7B-1443-CCCDEE7D715D}"/>
                </a:ext>
              </a:extLst>
            </p:cNvPr>
            <p:cNvSpPr txBox="1"/>
            <p:nvPr/>
          </p:nvSpPr>
          <p:spPr>
            <a:xfrm>
              <a:off x="6401395" y="5499300"/>
              <a:ext cx="584791" cy="2645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  <p:grpSp>
        <p:nvGrpSpPr>
          <p:cNvPr id="11" name="Groep 10">
            <a:extLst>
              <a:ext uri="{FF2B5EF4-FFF2-40B4-BE49-F238E27FC236}">
                <a16:creationId xmlns:a16="http://schemas.microsoft.com/office/drawing/2014/main" id="{2CC9DBFA-AE03-5B97-FBFE-F290C1713E25}"/>
              </a:ext>
            </a:extLst>
          </p:cNvPr>
          <p:cNvGrpSpPr/>
          <p:nvPr/>
        </p:nvGrpSpPr>
        <p:grpSpPr>
          <a:xfrm>
            <a:off x="7864228" y="4916636"/>
            <a:ext cx="1112251" cy="889297"/>
            <a:chOff x="6222079" y="5499300"/>
            <a:chExt cx="1060517" cy="1091884"/>
          </a:xfrm>
        </p:grpSpPr>
        <p:sp>
          <p:nvSpPr>
            <p:cNvPr id="12" name="Tekstvak 11">
              <a:extLst>
                <a:ext uri="{FF2B5EF4-FFF2-40B4-BE49-F238E27FC236}">
                  <a16:creationId xmlns:a16="http://schemas.microsoft.com/office/drawing/2014/main" id="{72F08496-E60B-3F24-4063-E4EECD9BDC11}"/>
                </a:ext>
              </a:extLst>
            </p:cNvPr>
            <p:cNvSpPr txBox="1"/>
            <p:nvPr/>
          </p:nvSpPr>
          <p:spPr>
            <a:xfrm>
              <a:off x="6222079" y="5643187"/>
              <a:ext cx="1060517" cy="9479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nl-NL" dirty="0"/>
                <a:t>appel</a:t>
              </a:r>
            </a:p>
            <a:p>
              <a:r>
                <a:rPr lang="nl-NL" dirty="0"/>
                <a:t>druif</a:t>
              </a:r>
            </a:p>
          </p:txBody>
        </p:sp>
        <p:sp>
          <p:nvSpPr>
            <p:cNvPr id="13" name="Tekstvak 12">
              <a:extLst>
                <a:ext uri="{FF2B5EF4-FFF2-40B4-BE49-F238E27FC236}">
                  <a16:creationId xmlns:a16="http://schemas.microsoft.com/office/drawing/2014/main" id="{FBEA4E34-B763-D9FC-66F2-14221FF77CFF}"/>
                </a:ext>
              </a:extLst>
            </p:cNvPr>
            <p:cNvSpPr txBox="1"/>
            <p:nvPr/>
          </p:nvSpPr>
          <p:spPr>
            <a:xfrm>
              <a:off x="6401395" y="5499300"/>
              <a:ext cx="584791" cy="2645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5140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FAD55-BC65-E858-DA7B-267496DB1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048CFBED-844C-6C7E-8997-195434D548C9}"/>
              </a:ext>
            </a:extLst>
          </p:cNvPr>
          <p:cNvSpPr txBox="1">
            <a:spLocks/>
          </p:cNvSpPr>
          <p:nvPr/>
        </p:nvSpPr>
        <p:spPr bwMode="auto">
          <a:xfrm>
            <a:off x="709358" y="4"/>
            <a:ext cx="9206802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Oefenin</a:t>
            </a:r>
            <a:r>
              <a:rPr lang="en-US" sz="3600" b="1" kern="0" dirty="0">
                <a:solidFill>
                  <a:prstClr val="black"/>
                </a:solidFill>
              </a:rPr>
              <a:t>g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7" name="TextBox 22">
            <a:extLst>
              <a:ext uri="{FF2B5EF4-FFF2-40B4-BE49-F238E27FC236}">
                <a16:creationId xmlns:a16="http://schemas.microsoft.com/office/drawing/2014/main" id="{A96AF86D-CBBE-00AE-B2E9-ADBE7E013CFC}"/>
              </a:ext>
            </a:extLst>
          </p:cNvPr>
          <p:cNvSpPr txBox="1"/>
          <p:nvPr/>
        </p:nvSpPr>
        <p:spPr bwMode="auto">
          <a:xfrm>
            <a:off x="849981" y="1759659"/>
            <a:ext cx="10492038" cy="2339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kern="0" dirty="0" err="1">
                <a:solidFill>
                  <a:srgbClr val="294171"/>
                </a:solidFill>
              </a:rPr>
              <a:t>Schrijf</a:t>
            </a:r>
            <a:r>
              <a:rPr lang="en-US" kern="0" dirty="0">
                <a:solidFill>
                  <a:srgbClr val="294171"/>
                </a:solidFill>
              </a:rPr>
              <a:t> for-loops om de </a:t>
            </a:r>
            <a:r>
              <a:rPr lang="en-US" kern="0" dirty="0" err="1">
                <a:solidFill>
                  <a:srgbClr val="294171"/>
                </a:solidFill>
              </a:rPr>
              <a:t>volgende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reeksen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te</a:t>
            </a:r>
            <a:r>
              <a:rPr lang="en-US" kern="0" dirty="0">
                <a:solidFill>
                  <a:srgbClr val="294171"/>
                </a:solidFill>
              </a:rPr>
              <a:t> </a:t>
            </a:r>
            <a:r>
              <a:rPr lang="en-US" kern="0" dirty="0" err="1">
                <a:solidFill>
                  <a:srgbClr val="294171"/>
                </a:solidFill>
              </a:rPr>
              <a:t>printen</a:t>
            </a:r>
            <a:r>
              <a:rPr lang="en-US" kern="0" dirty="0">
                <a:solidFill>
                  <a:srgbClr val="294171"/>
                </a:solidFill>
              </a:rPr>
              <a:t>:</a:t>
            </a:r>
          </a:p>
          <a:p>
            <a:pPr marL="457200" lvl="0" indent="-457200" fontAlgn="base">
              <a:spcBef>
                <a:spcPct val="0"/>
              </a:spcBef>
              <a:spcAft>
                <a:spcPct val="0"/>
              </a:spcAft>
              <a:defRPr/>
            </a:pPr>
            <a:endParaRPr lang="en-US" kern="0" dirty="0">
              <a:solidFill>
                <a:srgbClr val="294171"/>
              </a:solidFill>
            </a:endParaRPr>
          </a:p>
          <a:p>
            <a:pPr marL="457200" lvl="0" indent="-225425" fontAlgn="base">
              <a:spcBef>
                <a:spcPct val="0"/>
              </a:spcBef>
              <a:spcAft>
                <a:spcPts val="600"/>
              </a:spcAft>
              <a:buClr>
                <a:srgbClr val="294171"/>
              </a:buClr>
              <a:buSzPct val="75000"/>
              <a:buFont typeface="+mj-lt"/>
              <a:buAutoNum type="alphaLcParenR"/>
              <a:defRPr/>
            </a:pPr>
            <a:r>
              <a:rPr lang="en-US" kern="0" dirty="0">
                <a:solidFill>
                  <a:prstClr val="black"/>
                </a:solidFill>
              </a:rPr>
              <a:t>0, 1, 2, 3, 4, 5, 6, 7, 8 , 9, 10</a:t>
            </a:r>
          </a:p>
          <a:p>
            <a:pPr marL="457200" lvl="0" indent="-225425" fontAlgn="base">
              <a:spcBef>
                <a:spcPct val="0"/>
              </a:spcBef>
              <a:spcAft>
                <a:spcPts val="600"/>
              </a:spcAft>
              <a:buClr>
                <a:srgbClr val="294171"/>
              </a:buClr>
              <a:buSzPct val="75000"/>
              <a:buFont typeface="+mj-lt"/>
              <a:buAutoNum type="alphaLcParenR"/>
              <a:defRPr/>
            </a:pPr>
            <a:r>
              <a:rPr lang="en-US" kern="0" dirty="0">
                <a:solidFill>
                  <a:prstClr val="black"/>
                </a:solidFill>
              </a:rPr>
              <a:t>1, 2, 3, 4, 5, 6, 7, 8, 9</a:t>
            </a:r>
          </a:p>
          <a:p>
            <a:pPr marL="457200" lvl="0" indent="-225425" fontAlgn="base">
              <a:spcBef>
                <a:spcPct val="0"/>
              </a:spcBef>
              <a:spcAft>
                <a:spcPts val="600"/>
              </a:spcAft>
              <a:buClr>
                <a:srgbClr val="294171"/>
              </a:buClr>
              <a:buSzPct val="75000"/>
              <a:buFont typeface="+mj-lt"/>
              <a:buAutoNum type="alphaLcParenR"/>
              <a:defRPr/>
            </a:pPr>
            <a:r>
              <a:rPr lang="en-US" kern="0" dirty="0">
                <a:solidFill>
                  <a:prstClr val="black"/>
                </a:solidFill>
              </a:rPr>
              <a:t>0, 2, 4, 6, 8</a:t>
            </a:r>
          </a:p>
          <a:p>
            <a:pPr marL="457200" lvl="0" indent="-225425" fontAlgn="base">
              <a:spcBef>
                <a:spcPct val="0"/>
              </a:spcBef>
              <a:spcAft>
                <a:spcPts val="600"/>
              </a:spcAft>
              <a:buClr>
                <a:srgbClr val="294171"/>
              </a:buClr>
              <a:buSzPct val="75000"/>
              <a:buFont typeface="+mj-lt"/>
              <a:buAutoNum type="alphaLcParenR"/>
              <a:defRPr/>
            </a:pPr>
            <a:r>
              <a:rPr lang="en-US" kern="0" dirty="0">
                <a:solidFill>
                  <a:prstClr val="black"/>
                </a:solidFill>
              </a:rPr>
              <a:t>1, 3, 5, 7, 9</a:t>
            </a:r>
          </a:p>
          <a:p>
            <a:pPr marL="457200" lvl="0" indent="-225425" fontAlgn="base">
              <a:spcBef>
                <a:spcPct val="0"/>
              </a:spcBef>
              <a:spcAft>
                <a:spcPts val="600"/>
              </a:spcAft>
              <a:buClr>
                <a:srgbClr val="294171"/>
              </a:buClr>
              <a:buSzPct val="75000"/>
              <a:buFont typeface="+mj-lt"/>
              <a:buAutoNum type="alphaLcParenR"/>
              <a:defRPr/>
            </a:pPr>
            <a:r>
              <a:rPr lang="en-US" kern="0" dirty="0">
                <a:solidFill>
                  <a:prstClr val="black"/>
                </a:solidFill>
              </a:rPr>
              <a:t>20, 30, 40, 50, 60</a:t>
            </a:r>
          </a:p>
        </p:txBody>
      </p:sp>
    </p:spTree>
    <p:extLst>
      <p:ext uri="{BB962C8B-B14F-4D97-AF65-F5344CB8AC3E}">
        <p14:creationId xmlns:p14="http://schemas.microsoft.com/office/powerpoint/2010/main" val="13166097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66EC0-AA35-8608-3353-EBC52C251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C711FA-2721-8368-F097-C908C64FD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192" y="3803232"/>
            <a:ext cx="6516528" cy="2308324"/>
          </a:xfrm>
          <a:prstGeom prst="rect">
            <a:avLst/>
          </a:prstGeom>
          <a:solidFill>
            <a:srgbClr val="1E1F22">
              <a:alpha val="10000"/>
            </a:srgbClr>
          </a:solidFill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cijfer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5.5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7.5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]: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 err="1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cijfer &lt;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Consolas" panose="020B0609020204030204" pitchFamily="49" charset="0"/>
              </a:rPr>
              <a:t>5.5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"Helaas is niet iedereen geslaagd!"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break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(cijfer)</a:t>
            </a: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b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</a:b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nsolas" panose="020B0609020204030204" pitchFamily="49" charset="0"/>
              </a:rPr>
              <a:t>"Klaar"</a:t>
            </a:r>
            <a:r>
              <a:rPr kumimoji="0" lang="nl-NL" altLang="nl-NL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NL" altLang="nl-NL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83E99FE-003A-E85F-B52A-6448FACC6A3D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Het 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statement </a:t>
            </a:r>
            <a:r>
              <a:rPr lang="en-US" sz="2000" b="1" kern="0" dirty="0">
                <a:solidFill>
                  <a:prstClr val="black"/>
                </a:solidFill>
              </a:rPr>
              <a:t>(§7.3.2)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" name="TextBox 31">
            <a:extLst>
              <a:ext uri="{FF2B5EF4-FFF2-40B4-BE49-F238E27FC236}">
                <a16:creationId xmlns:a16="http://schemas.microsoft.com/office/drawing/2014/main" id="{67E5F406-5245-CC1B-373C-73A3DE47DC98}"/>
              </a:ext>
            </a:extLst>
          </p:cNvPr>
          <p:cNvSpPr txBox="1"/>
          <p:nvPr/>
        </p:nvSpPr>
        <p:spPr bwMode="auto">
          <a:xfrm>
            <a:off x="854829" y="1546823"/>
            <a:ext cx="8912625" cy="18466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Met het break statement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kan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je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een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loop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vroegtijdig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94171"/>
                </a:solidFill>
                <a:effectLst/>
                <a:uLnTx/>
                <a:uFillTx/>
              </a:rPr>
              <a:t>afbreken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</a:endParaRPr>
          </a:p>
          <a:p>
            <a:pPr marL="342900" marR="0" lvl="0" indent="-34290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kern="0" dirty="0">
                <a:solidFill>
                  <a:srgbClr val="294171"/>
                </a:solidFill>
              </a:rPr>
              <a:t>break…</a:t>
            </a: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294171"/>
              </a:solidFill>
              <a:effectLst/>
              <a:uLnTx/>
              <a:uFillTx/>
            </a:endParaRPr>
          </a:p>
          <a:p>
            <a:pPr marL="687388" marR="0" lvl="1" indent="-2301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r>
              <a:rPr lang="en-US" kern="0" dirty="0" err="1">
                <a:solidFill>
                  <a:prstClr val="black"/>
                </a:solidFill>
              </a:rPr>
              <a:t>moet</a:t>
            </a:r>
            <a:r>
              <a:rPr lang="en-US" kern="0" dirty="0">
                <a:solidFill>
                  <a:prstClr val="black"/>
                </a:solidFill>
              </a:rPr>
              <a:t> in </a:t>
            </a:r>
            <a:r>
              <a:rPr lang="en-US" kern="0" dirty="0" err="1">
                <a:solidFill>
                  <a:prstClr val="black"/>
                </a:solidFill>
              </a:rPr>
              <a:t>een</a:t>
            </a:r>
            <a:r>
              <a:rPr lang="en-US" kern="0" dirty="0">
                <a:solidFill>
                  <a:prstClr val="black"/>
                </a:solidFill>
              </a:rPr>
              <a:t> loop </a:t>
            </a:r>
            <a:r>
              <a:rPr lang="en-US" kern="0" dirty="0" err="1">
                <a:solidFill>
                  <a:prstClr val="black"/>
                </a:solidFill>
              </a:rPr>
              <a:t>staan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687388" marR="0" lvl="1" indent="-2301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onderbreekt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direct de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huidige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iteratie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687388" marR="0" lvl="1" indent="-2301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294171"/>
              </a:buClr>
              <a:buSzTx/>
              <a:buFont typeface="Arial"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zorgt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ervoor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dat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daarna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de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eerste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regel code ONDER de loop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wordt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</a:rPr>
              <a:t>uitgevoerd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</a:endParaRPr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7BCD524A-4E27-1C45-DEE6-64891F2BDE45}"/>
              </a:ext>
            </a:extLst>
          </p:cNvPr>
          <p:cNvGrpSpPr/>
          <p:nvPr/>
        </p:nvGrpSpPr>
        <p:grpSpPr>
          <a:xfrm>
            <a:off x="8124152" y="3694963"/>
            <a:ext cx="3286603" cy="1720295"/>
            <a:chOff x="6222078" y="5499300"/>
            <a:chExt cx="3127528" cy="2112188"/>
          </a:xfrm>
        </p:grpSpPr>
        <p:sp>
          <p:nvSpPr>
            <p:cNvPr id="15" name="Tekstvak 14">
              <a:extLst>
                <a:ext uri="{FF2B5EF4-FFF2-40B4-BE49-F238E27FC236}">
                  <a16:creationId xmlns:a16="http://schemas.microsoft.com/office/drawing/2014/main" id="{74983E12-BFE2-2080-AD57-D3430B392C88}"/>
                </a:ext>
              </a:extLst>
            </p:cNvPr>
            <p:cNvSpPr txBox="1"/>
            <p:nvPr/>
          </p:nvSpPr>
          <p:spPr>
            <a:xfrm>
              <a:off x="6222078" y="5643187"/>
              <a:ext cx="3127528" cy="196830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lIns="108000" tIns="144000" rIns="108000" bIns="72000">
              <a:spAutoFit/>
            </a:bodyPr>
            <a:lstStyle/>
            <a:p>
              <a:r>
                <a:rPr lang="nl-NL" dirty="0"/>
                <a:t>6</a:t>
              </a:r>
            </a:p>
            <a:p>
              <a:r>
                <a:rPr lang="nl-NL" dirty="0"/>
                <a:t>5.5</a:t>
              </a:r>
            </a:p>
            <a:p>
              <a:r>
                <a:rPr lang="nl-NL" dirty="0"/>
                <a:t>7</a:t>
              </a:r>
            </a:p>
            <a:p>
              <a:r>
                <a:rPr lang="nl-NL" dirty="0"/>
                <a:t>Helaas is niet iedereen geslaagd!</a:t>
              </a:r>
            </a:p>
            <a:p>
              <a:r>
                <a:rPr lang="nl-NL" dirty="0"/>
                <a:t>Klaar</a:t>
              </a:r>
            </a:p>
          </p:txBody>
        </p:sp>
        <p:sp>
          <p:nvSpPr>
            <p:cNvPr id="16" name="Tekstvak 15">
              <a:extLst>
                <a:ext uri="{FF2B5EF4-FFF2-40B4-BE49-F238E27FC236}">
                  <a16:creationId xmlns:a16="http://schemas.microsoft.com/office/drawing/2014/main" id="{A0B28002-0B83-A18B-B675-288595C4BC93}"/>
                </a:ext>
              </a:extLst>
            </p:cNvPr>
            <p:cNvSpPr txBox="1"/>
            <p:nvPr/>
          </p:nvSpPr>
          <p:spPr>
            <a:xfrm>
              <a:off x="6401395" y="5499300"/>
              <a:ext cx="584791" cy="26452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36000" tIns="0" rIns="0" bIns="0" rtlCol="0">
              <a:spAutoFit/>
            </a:bodyPr>
            <a:lstStyle/>
            <a:p>
              <a:pPr algn="ctr"/>
              <a:r>
                <a:rPr lang="nl-NL" sz="1400" dirty="0"/>
                <a:t>uitvoer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3265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250E0C0-69A9-4492-9EC0-240AF000413D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b="1" kern="0" dirty="0" err="1">
                <a:solidFill>
                  <a:prstClr val="black"/>
                </a:solidFill>
              </a:rPr>
              <a:t>Oefening</a:t>
            </a:r>
            <a:endParaRPr lang="en-US" sz="2000" kern="0" dirty="0">
              <a:solidFill>
                <a:prstClr val="black"/>
              </a:solidFill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3A5BACA9-69A3-212E-4ECA-D6D1CD16C989}"/>
              </a:ext>
            </a:extLst>
          </p:cNvPr>
          <p:cNvSpPr txBox="1"/>
          <p:nvPr/>
        </p:nvSpPr>
        <p:spPr bwMode="auto">
          <a:xfrm>
            <a:off x="709357" y="2353045"/>
            <a:ext cx="1015953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nl-NL" sz="2000" kern="0" dirty="0">
                <a:solidFill>
                  <a:srgbClr val="294171"/>
                </a:solidFill>
              </a:rPr>
              <a:t>Schrijf een programma dat om 5 getallen vraagt en dan het totaal berekent. Als de gebruiker 0 invoert, moet de loop onmiddellijk afbreken en de tot dan ingevoerde getallen optellen.</a:t>
            </a:r>
            <a:endParaRPr lang="en-US" sz="2000" kern="0" dirty="0">
              <a:solidFill>
                <a:srgbClr val="2941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87688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062AD3EC-0623-4F29-BF04-99EB53CA7212}"/>
              </a:ext>
            </a:extLst>
          </p:cNvPr>
          <p:cNvSpPr txBox="1">
            <a:spLocks noChangeArrowheads="1"/>
          </p:cNvSpPr>
          <p:nvPr/>
        </p:nvSpPr>
        <p:spPr>
          <a:xfrm>
            <a:off x="709358" y="1724400"/>
            <a:ext cx="10357104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r>
              <a:rPr lang="nl-NL" sz="2400" b="1" dirty="0">
                <a:solidFill>
                  <a:sysClr val="windowText" lastClr="000000"/>
                </a:solidFill>
              </a:rPr>
              <a:t>Deze les:</a:t>
            </a:r>
          </a:p>
          <a:p>
            <a:pPr lvl="0">
              <a:defRPr/>
            </a:pPr>
            <a:r>
              <a:rPr lang="nl-NL" sz="2400" dirty="0">
                <a:solidFill>
                  <a:sysClr val="windowText" lastClr="000000"/>
                </a:solidFill>
              </a:rPr>
              <a:t>Maak de </a:t>
            </a:r>
            <a:r>
              <a:rPr lang="nl-NL" sz="2400" dirty="0">
                <a:solidFill>
                  <a:sysClr val="windowText" lastClr="000000"/>
                </a:solidFill>
                <a:hlinkClick r:id="rId2"/>
              </a:rPr>
              <a:t>quiz</a:t>
            </a:r>
            <a:r>
              <a:rPr lang="nl-NL" sz="2400" dirty="0">
                <a:solidFill>
                  <a:sysClr val="windowText" lastClr="000000"/>
                </a:solidFill>
              </a:rPr>
              <a:t> (optioneel)</a:t>
            </a:r>
          </a:p>
          <a:p>
            <a:pPr lvl="0">
              <a:defRPr/>
            </a:pPr>
            <a:r>
              <a:rPr lang="nl-NL" sz="2400" dirty="0">
                <a:solidFill>
                  <a:sysClr val="windowText" lastClr="000000"/>
                </a:solidFill>
              </a:rPr>
              <a:t>Maak </a:t>
            </a:r>
            <a:r>
              <a:rPr lang="nl-NL" sz="2400">
                <a:solidFill>
                  <a:sysClr val="windowText" lastClr="000000"/>
                </a:solidFill>
              </a:rPr>
              <a:t>openstaande opdrachten af</a:t>
            </a:r>
            <a:endParaRPr lang="nl-NL" sz="2400" dirty="0">
              <a:solidFill>
                <a:sysClr val="windowText" lastClr="000000"/>
              </a:solidFill>
            </a:endParaRPr>
          </a:p>
          <a:p>
            <a:pPr lvl="0">
              <a:defRPr/>
            </a:pPr>
            <a:endParaRPr lang="nl-NL" sz="2400" dirty="0">
              <a:solidFill>
                <a:sysClr val="windowText" lastClr="000000"/>
              </a:solidFill>
            </a:endParaRPr>
          </a:p>
          <a:p>
            <a:pPr marL="0" lvl="0" indent="0">
              <a:buNone/>
              <a:defRPr/>
            </a:pPr>
            <a:r>
              <a:rPr lang="nl-NL" sz="2400" b="1" dirty="0">
                <a:solidFill>
                  <a:sysClr val="windowText" lastClr="000000"/>
                </a:solidFill>
              </a:rPr>
              <a:t>Voor volgende les:</a:t>
            </a:r>
          </a:p>
          <a:p>
            <a:pPr lvl="0">
              <a:defRPr/>
            </a:pPr>
            <a:r>
              <a:rPr lang="nl-NL" sz="2400" dirty="0">
                <a:solidFill>
                  <a:sysClr val="windowText" lastClr="000000"/>
                </a:solidFill>
              </a:rPr>
              <a:t>Maak de voorbereidingsopdrachten </a:t>
            </a:r>
          </a:p>
          <a:p>
            <a:pPr>
              <a:defRPr/>
            </a:pPr>
            <a:r>
              <a:rPr lang="nl-NL" sz="2400" b="1" u="sng" dirty="0">
                <a:solidFill>
                  <a:sysClr val="windowText" lastClr="000000"/>
                </a:solidFill>
              </a:rPr>
              <a:t>Lees</a:t>
            </a:r>
            <a:r>
              <a:rPr lang="nl-NL" sz="2400" dirty="0">
                <a:solidFill>
                  <a:sysClr val="windowText" lastClr="000000"/>
                </a:solidFill>
              </a:rPr>
              <a:t> de op Canvas genoemde literatuur!!</a:t>
            </a:r>
          </a:p>
          <a:p>
            <a:pPr lvl="0">
              <a:defRPr/>
            </a:pPr>
            <a:r>
              <a:rPr lang="nl-NL" sz="2400" dirty="0">
                <a:solidFill>
                  <a:sysClr val="windowText" lastClr="000000"/>
                </a:solidFill>
              </a:rPr>
              <a:t>Start met de oefeningen op Canvas</a:t>
            </a:r>
            <a:endParaRPr lang="nl-NL" sz="1800" dirty="0">
              <a:solidFill>
                <a:sysClr val="windowText" lastClr="000000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8C3A490-841D-4AB4-B09B-2347033291E3}"/>
              </a:ext>
            </a:extLst>
          </p:cNvPr>
          <p:cNvSpPr txBox="1">
            <a:spLocks/>
          </p:cNvSpPr>
          <p:nvPr/>
        </p:nvSpPr>
        <p:spPr bwMode="auto">
          <a:xfrm>
            <a:off x="709358" y="0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3600" b="1" kern="0" dirty="0" err="1">
                <a:solidFill>
                  <a:prstClr val="black"/>
                </a:solidFill>
              </a:rPr>
              <a:t>Opdracht</a:t>
            </a:r>
            <a:r>
              <a:rPr lang="en-US" sz="3600" b="1" kern="0" dirty="0">
                <a:solidFill>
                  <a:prstClr val="black"/>
                </a:solidFill>
              </a:rPr>
              <a:t>(</a:t>
            </a:r>
            <a:r>
              <a:rPr lang="en-US" sz="3600" b="1" kern="0" dirty="0" err="1">
                <a:solidFill>
                  <a:prstClr val="black"/>
                </a:solidFill>
              </a:rPr>
              <a:t>en</a:t>
            </a:r>
            <a:r>
              <a:rPr lang="en-US" sz="3600" b="1" kern="0" dirty="0">
                <a:solidFill>
                  <a:prstClr val="black"/>
                </a:solidFill>
              </a:rPr>
              <a:t>)</a:t>
            </a:r>
            <a:endParaRPr lang="en-US" sz="2000" kern="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08378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9074</TotalTime>
  <Words>2581</Words>
  <Application>Microsoft Office PowerPoint</Application>
  <PresentationFormat>Breedbeeld</PresentationFormat>
  <Paragraphs>311</Paragraphs>
  <Slides>29</Slides>
  <Notes>1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2</vt:i4>
      </vt:variant>
      <vt:variant>
        <vt:lpstr>Diatitels</vt:lpstr>
      </vt:variant>
      <vt:variant>
        <vt:i4>29</vt:i4>
      </vt:variant>
    </vt:vector>
  </HeadingPairs>
  <TitlesOfParts>
    <vt:vector size="38" baseType="lpstr">
      <vt:lpstr>Courier New</vt:lpstr>
      <vt:lpstr>Wingdings</vt:lpstr>
      <vt:lpstr>Calibri Light</vt:lpstr>
      <vt:lpstr>Arial</vt:lpstr>
      <vt:lpstr>JetBrains Mono</vt:lpstr>
      <vt:lpstr>Consolas</vt:lpstr>
      <vt:lpstr>Calibri</vt:lpstr>
      <vt:lpstr>Kantoorthema</vt:lpstr>
      <vt:lpstr>1_Kantoorthema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Bart van Eijkelenburg</dc:creator>
  <cp:lastModifiedBy>Bart van Eijkelenburg</cp:lastModifiedBy>
  <cp:revision>19</cp:revision>
  <dcterms:created xsi:type="dcterms:W3CDTF">2020-09-14T08:21:41Z</dcterms:created>
  <dcterms:modified xsi:type="dcterms:W3CDTF">2025-07-01T02:21:56Z</dcterms:modified>
</cp:coreProperties>
</file>