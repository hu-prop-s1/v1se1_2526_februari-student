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9"/>
  </p:notesMasterIdLst>
  <p:sldIdLst>
    <p:sldId id="256" r:id="rId3"/>
    <p:sldId id="257" r:id="rId4"/>
    <p:sldId id="391" r:id="rId5"/>
    <p:sldId id="368" r:id="rId6"/>
    <p:sldId id="369" r:id="rId7"/>
    <p:sldId id="378" r:id="rId8"/>
    <p:sldId id="390" r:id="rId9"/>
    <p:sldId id="370" r:id="rId10"/>
    <p:sldId id="371" r:id="rId11"/>
    <p:sldId id="372" r:id="rId12"/>
    <p:sldId id="373" r:id="rId13"/>
    <p:sldId id="379" r:id="rId14"/>
    <p:sldId id="374" r:id="rId15"/>
    <p:sldId id="380" r:id="rId16"/>
    <p:sldId id="381" r:id="rId17"/>
    <p:sldId id="282" r:id="rId18"/>
    <p:sldId id="398" r:id="rId19"/>
    <p:sldId id="382" r:id="rId20"/>
    <p:sldId id="385" r:id="rId21"/>
    <p:sldId id="386" r:id="rId22"/>
    <p:sldId id="384" r:id="rId23"/>
    <p:sldId id="387" r:id="rId24"/>
    <p:sldId id="388" r:id="rId25"/>
    <p:sldId id="389" r:id="rId26"/>
    <p:sldId id="358" r:id="rId27"/>
    <p:sldId id="270" r:id="rId28"/>
  </p:sldIdLst>
  <p:sldSz cx="12192000" cy="6858000"/>
  <p:notesSz cx="6858000" cy="9144000"/>
  <p:embeddedFontLst>
    <p:embeddedFont>
      <p:font typeface="Consolas" panose="020B0609020204030204" pitchFamily="49" charset="0"/>
      <p:regular r:id="rId30"/>
      <p:bold r:id="rId31"/>
      <p:italic r:id="rId32"/>
      <p:boldItalic r:id="rId33"/>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2B2B"/>
    <a:srgbClr val="8EABC5"/>
    <a:srgbClr val="3465A4"/>
    <a:srgbClr val="8CAAC6"/>
    <a:srgbClr val="FFFFFF"/>
    <a:srgbClr val="4848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DAEFDE-642E-49DD-AE10-E4CA75AF48EF}" v="73" dt="2025-07-16T21:00:54.338"/>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36" autoAdjust="0"/>
    <p:restoredTop sz="88015" autoAdjust="0"/>
  </p:normalViewPr>
  <p:slideViewPr>
    <p:cSldViewPr snapToGrid="0">
      <p:cViewPr varScale="1">
        <p:scale>
          <a:sx n="61" d="100"/>
          <a:sy n="61" d="100"/>
        </p:scale>
        <p:origin x="658" y="2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t van Eijkelenburg" userId="32564be6-3772-4f77-8099-aa7e4c72ca61" providerId="ADAL" clId="{CADAEFDE-642E-49DD-AE10-E4CA75AF48EF}"/>
    <pc:docChg chg="undo redo custSel modSld">
      <pc:chgData name="Bart van Eijkelenburg" userId="32564be6-3772-4f77-8099-aa7e4c72ca61" providerId="ADAL" clId="{CADAEFDE-642E-49DD-AE10-E4CA75AF48EF}" dt="2025-07-16T21:01:24.197" v="6019" actId="20577"/>
      <pc:docMkLst>
        <pc:docMk/>
      </pc:docMkLst>
      <pc:sldChg chg="modSp mod">
        <pc:chgData name="Bart van Eijkelenburg" userId="32564be6-3772-4f77-8099-aa7e4c72ca61" providerId="ADAL" clId="{CADAEFDE-642E-49DD-AE10-E4CA75AF48EF}" dt="2025-07-16T08:02:29.596" v="389" actId="20577"/>
        <pc:sldMkLst>
          <pc:docMk/>
          <pc:sldMk cId="2318623463" sldId="257"/>
        </pc:sldMkLst>
        <pc:spChg chg="mod">
          <ac:chgData name="Bart van Eijkelenburg" userId="32564be6-3772-4f77-8099-aa7e4c72ca61" providerId="ADAL" clId="{CADAEFDE-642E-49DD-AE10-E4CA75AF48EF}" dt="2025-07-16T08:02:29.596" v="389" actId="20577"/>
          <ac:spMkLst>
            <pc:docMk/>
            <pc:sldMk cId="2318623463" sldId="257"/>
            <ac:spMk id="12" creationId="{F52A2D02-46EA-4F5A-9046-5DD0A81E05A1}"/>
          </ac:spMkLst>
        </pc:spChg>
        <pc:spChg chg="mod">
          <ac:chgData name="Bart van Eijkelenburg" userId="32564be6-3772-4f77-8099-aa7e4c72ca61" providerId="ADAL" clId="{CADAEFDE-642E-49DD-AE10-E4CA75AF48EF}" dt="2025-07-15T19:31:40.488" v="18" actId="20577"/>
          <ac:spMkLst>
            <pc:docMk/>
            <pc:sldMk cId="2318623463" sldId="257"/>
            <ac:spMk id="13" creationId="{A9920188-5FEB-4921-A423-9B6D86A673D5}"/>
          </ac:spMkLst>
        </pc:spChg>
      </pc:sldChg>
      <pc:sldChg chg="modSp mod">
        <pc:chgData name="Bart van Eijkelenburg" userId="32564be6-3772-4f77-8099-aa7e4c72ca61" providerId="ADAL" clId="{CADAEFDE-642E-49DD-AE10-E4CA75AF48EF}" dt="2025-07-16T21:01:24.197" v="6019" actId="20577"/>
        <pc:sldMkLst>
          <pc:docMk/>
          <pc:sldMk cId="2456842394" sldId="270"/>
        </pc:sldMkLst>
        <pc:spChg chg="mod">
          <ac:chgData name="Bart van Eijkelenburg" userId="32564be6-3772-4f77-8099-aa7e4c72ca61" providerId="ADAL" clId="{CADAEFDE-642E-49DD-AE10-E4CA75AF48EF}" dt="2025-07-16T21:01:24.197" v="6019" actId="20577"/>
          <ac:spMkLst>
            <pc:docMk/>
            <pc:sldMk cId="2456842394" sldId="270"/>
            <ac:spMk id="4" creationId="{D2B3121A-F959-4CED-BB58-D566676CF2C9}"/>
          </ac:spMkLst>
        </pc:spChg>
        <pc:spChg chg="mod">
          <ac:chgData name="Bart van Eijkelenburg" userId="32564be6-3772-4f77-8099-aa7e4c72ca61" providerId="ADAL" clId="{CADAEFDE-642E-49DD-AE10-E4CA75AF48EF}" dt="2025-07-16T21:00:34.161" v="5945" actId="6549"/>
          <ac:spMkLst>
            <pc:docMk/>
            <pc:sldMk cId="2456842394" sldId="270"/>
            <ac:spMk id="5" creationId="{8E469654-E4B7-404D-82A0-8F0E6164ACC3}"/>
          </ac:spMkLst>
        </pc:spChg>
      </pc:sldChg>
      <pc:sldChg chg="modSp mod">
        <pc:chgData name="Bart van Eijkelenburg" userId="32564be6-3772-4f77-8099-aa7e4c72ca61" providerId="ADAL" clId="{CADAEFDE-642E-49DD-AE10-E4CA75AF48EF}" dt="2025-07-16T19:45:42.863" v="3961" actId="20577"/>
        <pc:sldMkLst>
          <pc:docMk/>
          <pc:sldMk cId="725245972" sldId="282"/>
        </pc:sldMkLst>
        <pc:spChg chg="mod">
          <ac:chgData name="Bart van Eijkelenburg" userId="32564be6-3772-4f77-8099-aa7e4c72ca61" providerId="ADAL" clId="{CADAEFDE-642E-49DD-AE10-E4CA75AF48EF}" dt="2025-07-16T19:45:42.863" v="3961" actId="20577"/>
          <ac:spMkLst>
            <pc:docMk/>
            <pc:sldMk cId="725245972" sldId="282"/>
            <ac:spMk id="7" creationId="{518F860F-1B02-DD3C-2C36-08DCB8E19DF2}"/>
          </ac:spMkLst>
        </pc:spChg>
        <pc:spChg chg="mod">
          <ac:chgData name="Bart van Eijkelenburg" userId="32564be6-3772-4f77-8099-aa7e4c72ca61" providerId="ADAL" clId="{CADAEFDE-642E-49DD-AE10-E4CA75AF48EF}" dt="2025-07-16T19:44:44.774" v="3802" actId="20577"/>
          <ac:spMkLst>
            <pc:docMk/>
            <pc:sldMk cId="725245972" sldId="282"/>
            <ac:spMk id="33" creationId="{305D7B18-B931-4B45-B20A-284B02D78636}"/>
          </ac:spMkLst>
        </pc:spChg>
      </pc:sldChg>
      <pc:sldChg chg="modSp mod">
        <pc:chgData name="Bart van Eijkelenburg" userId="32564be6-3772-4f77-8099-aa7e4c72ca61" providerId="ADAL" clId="{CADAEFDE-642E-49DD-AE10-E4CA75AF48EF}" dt="2025-07-16T20:59:39.141" v="5934" actId="20577"/>
        <pc:sldMkLst>
          <pc:docMk/>
          <pc:sldMk cId="2127840326" sldId="358"/>
        </pc:sldMkLst>
        <pc:spChg chg="mod">
          <ac:chgData name="Bart van Eijkelenburg" userId="32564be6-3772-4f77-8099-aa7e4c72ca61" providerId="ADAL" clId="{CADAEFDE-642E-49DD-AE10-E4CA75AF48EF}" dt="2025-07-16T20:59:39.141" v="5934" actId="20577"/>
          <ac:spMkLst>
            <pc:docMk/>
            <pc:sldMk cId="2127840326" sldId="358"/>
            <ac:spMk id="7" creationId="{34DEB2A5-030F-1639-42C0-A86C7C4CF80D}"/>
          </ac:spMkLst>
        </pc:spChg>
        <pc:spChg chg="mod">
          <ac:chgData name="Bart van Eijkelenburg" userId="32564be6-3772-4f77-8099-aa7e4c72ca61" providerId="ADAL" clId="{CADAEFDE-642E-49DD-AE10-E4CA75AF48EF}" dt="2025-07-16T20:58:49.321" v="5808" actId="20577"/>
          <ac:spMkLst>
            <pc:docMk/>
            <pc:sldMk cId="2127840326" sldId="358"/>
            <ac:spMk id="33" creationId="{305D7B18-B931-4B45-B20A-284B02D78636}"/>
          </ac:spMkLst>
        </pc:spChg>
      </pc:sldChg>
      <pc:sldChg chg="modSp mod">
        <pc:chgData name="Bart van Eijkelenburg" userId="32564be6-3772-4f77-8099-aa7e4c72ca61" providerId="ADAL" clId="{CADAEFDE-642E-49DD-AE10-E4CA75AF48EF}" dt="2025-07-16T08:16:03.070" v="1158" actId="313"/>
        <pc:sldMkLst>
          <pc:docMk/>
          <pc:sldMk cId="1891682023" sldId="368"/>
        </pc:sldMkLst>
        <pc:spChg chg="mod">
          <ac:chgData name="Bart van Eijkelenburg" userId="32564be6-3772-4f77-8099-aa7e4c72ca61" providerId="ADAL" clId="{CADAEFDE-642E-49DD-AE10-E4CA75AF48EF}" dt="2025-07-16T08:16:03.070" v="1158" actId="313"/>
          <ac:spMkLst>
            <pc:docMk/>
            <pc:sldMk cId="1891682023" sldId="368"/>
            <ac:spMk id="5" creationId="{BC62CC5E-89AF-FCD9-3077-93E486520478}"/>
          </ac:spMkLst>
        </pc:spChg>
        <pc:spChg chg="mod">
          <ac:chgData name="Bart van Eijkelenburg" userId="32564be6-3772-4f77-8099-aa7e4c72ca61" providerId="ADAL" clId="{CADAEFDE-642E-49DD-AE10-E4CA75AF48EF}" dt="2025-07-16T08:02:48.472" v="399" actId="20577"/>
          <ac:spMkLst>
            <pc:docMk/>
            <pc:sldMk cId="1891682023" sldId="368"/>
            <ac:spMk id="33" creationId="{305D7B18-B931-4B45-B20A-284B02D78636}"/>
          </ac:spMkLst>
        </pc:spChg>
      </pc:sldChg>
      <pc:sldChg chg="modSp mod">
        <pc:chgData name="Bart van Eijkelenburg" userId="32564be6-3772-4f77-8099-aa7e4c72ca61" providerId="ADAL" clId="{CADAEFDE-642E-49DD-AE10-E4CA75AF48EF}" dt="2025-07-16T09:36:00.303" v="1178" actId="20577"/>
        <pc:sldMkLst>
          <pc:docMk/>
          <pc:sldMk cId="3959570820" sldId="369"/>
        </pc:sldMkLst>
        <pc:spChg chg="mod">
          <ac:chgData name="Bart van Eijkelenburg" userId="32564be6-3772-4f77-8099-aa7e4c72ca61" providerId="ADAL" clId="{CADAEFDE-642E-49DD-AE10-E4CA75AF48EF}" dt="2025-07-16T09:36:00.303" v="1178" actId="20577"/>
          <ac:spMkLst>
            <pc:docMk/>
            <pc:sldMk cId="3959570820" sldId="369"/>
            <ac:spMk id="5" creationId="{BC62CC5E-89AF-FCD9-3077-93E486520478}"/>
          </ac:spMkLst>
        </pc:spChg>
      </pc:sldChg>
      <pc:sldChg chg="modSp mod">
        <pc:chgData name="Bart van Eijkelenburg" userId="32564be6-3772-4f77-8099-aa7e4c72ca61" providerId="ADAL" clId="{CADAEFDE-642E-49DD-AE10-E4CA75AF48EF}" dt="2025-07-16T09:41:53.327" v="1794" actId="20577"/>
        <pc:sldMkLst>
          <pc:docMk/>
          <pc:sldMk cId="4126764305" sldId="370"/>
        </pc:sldMkLst>
        <pc:spChg chg="mod">
          <ac:chgData name="Bart van Eijkelenburg" userId="32564be6-3772-4f77-8099-aa7e4c72ca61" providerId="ADAL" clId="{CADAEFDE-642E-49DD-AE10-E4CA75AF48EF}" dt="2025-07-16T09:41:40.191" v="1775" actId="20577"/>
          <ac:spMkLst>
            <pc:docMk/>
            <pc:sldMk cId="4126764305" sldId="370"/>
            <ac:spMk id="5" creationId="{BC62CC5E-89AF-FCD9-3077-93E486520478}"/>
          </ac:spMkLst>
        </pc:spChg>
        <pc:spChg chg="mod">
          <ac:chgData name="Bart van Eijkelenburg" userId="32564be6-3772-4f77-8099-aa7e4c72ca61" providerId="ADAL" clId="{CADAEFDE-642E-49DD-AE10-E4CA75AF48EF}" dt="2025-07-16T09:41:53.327" v="1794" actId="20577"/>
          <ac:spMkLst>
            <pc:docMk/>
            <pc:sldMk cId="4126764305" sldId="370"/>
            <ac:spMk id="33" creationId="{305D7B18-B931-4B45-B20A-284B02D78636}"/>
          </ac:spMkLst>
        </pc:spChg>
      </pc:sldChg>
      <pc:sldChg chg="modSp mod">
        <pc:chgData name="Bart van Eijkelenburg" userId="32564be6-3772-4f77-8099-aa7e4c72ca61" providerId="ADAL" clId="{CADAEFDE-642E-49DD-AE10-E4CA75AF48EF}" dt="2025-07-16T09:46:53.923" v="2217" actId="790"/>
        <pc:sldMkLst>
          <pc:docMk/>
          <pc:sldMk cId="2670932831" sldId="371"/>
        </pc:sldMkLst>
        <pc:spChg chg="mod">
          <ac:chgData name="Bart van Eijkelenburg" userId="32564be6-3772-4f77-8099-aa7e4c72ca61" providerId="ADAL" clId="{CADAEFDE-642E-49DD-AE10-E4CA75AF48EF}" dt="2025-07-16T09:46:53.923" v="2217" actId="790"/>
          <ac:spMkLst>
            <pc:docMk/>
            <pc:sldMk cId="2670932831" sldId="371"/>
            <ac:spMk id="5" creationId="{BC62CC5E-89AF-FCD9-3077-93E486520478}"/>
          </ac:spMkLst>
        </pc:spChg>
      </pc:sldChg>
      <pc:sldChg chg="modSp mod">
        <pc:chgData name="Bart van Eijkelenburg" userId="32564be6-3772-4f77-8099-aa7e4c72ca61" providerId="ADAL" clId="{CADAEFDE-642E-49DD-AE10-E4CA75AF48EF}" dt="2025-07-16T19:32:39.306" v="3003" actId="20577"/>
        <pc:sldMkLst>
          <pc:docMk/>
          <pc:sldMk cId="3687132978" sldId="372"/>
        </pc:sldMkLst>
        <pc:spChg chg="mod">
          <ac:chgData name="Bart van Eijkelenburg" userId="32564be6-3772-4f77-8099-aa7e4c72ca61" providerId="ADAL" clId="{CADAEFDE-642E-49DD-AE10-E4CA75AF48EF}" dt="2025-07-16T19:32:39.306" v="3003" actId="20577"/>
          <ac:spMkLst>
            <pc:docMk/>
            <pc:sldMk cId="3687132978" sldId="372"/>
            <ac:spMk id="5" creationId="{BC62CC5E-89AF-FCD9-3077-93E486520478}"/>
          </ac:spMkLst>
        </pc:spChg>
      </pc:sldChg>
      <pc:sldChg chg="modSp mod">
        <pc:chgData name="Bart van Eijkelenburg" userId="32564be6-3772-4f77-8099-aa7e4c72ca61" providerId="ADAL" clId="{CADAEFDE-642E-49DD-AE10-E4CA75AF48EF}" dt="2025-07-16T19:36:40.867" v="3155" actId="20577"/>
        <pc:sldMkLst>
          <pc:docMk/>
          <pc:sldMk cId="3038706305" sldId="373"/>
        </pc:sldMkLst>
        <pc:spChg chg="mod">
          <ac:chgData name="Bart van Eijkelenburg" userId="32564be6-3772-4f77-8099-aa7e4c72ca61" providerId="ADAL" clId="{CADAEFDE-642E-49DD-AE10-E4CA75AF48EF}" dt="2025-07-16T19:36:40.867" v="3155" actId="20577"/>
          <ac:spMkLst>
            <pc:docMk/>
            <pc:sldMk cId="3038706305" sldId="373"/>
            <ac:spMk id="5" creationId="{BC62CC5E-89AF-FCD9-3077-93E486520478}"/>
          </ac:spMkLst>
        </pc:spChg>
        <pc:spChg chg="mod">
          <ac:chgData name="Bart van Eijkelenburg" userId="32564be6-3772-4f77-8099-aa7e4c72ca61" providerId="ADAL" clId="{CADAEFDE-642E-49DD-AE10-E4CA75AF48EF}" dt="2025-07-16T19:26:09.604" v="2658" actId="20577"/>
          <ac:spMkLst>
            <pc:docMk/>
            <pc:sldMk cId="3038706305" sldId="373"/>
            <ac:spMk id="33" creationId="{305D7B18-B931-4B45-B20A-284B02D78636}"/>
          </ac:spMkLst>
        </pc:spChg>
      </pc:sldChg>
      <pc:sldChg chg="modSp mod">
        <pc:chgData name="Bart van Eijkelenburg" userId="32564be6-3772-4f77-8099-aa7e4c72ca61" providerId="ADAL" clId="{CADAEFDE-642E-49DD-AE10-E4CA75AF48EF}" dt="2025-07-16T19:43:21.754" v="3698" actId="20577"/>
        <pc:sldMkLst>
          <pc:docMk/>
          <pc:sldMk cId="2482842725" sldId="374"/>
        </pc:sldMkLst>
        <pc:spChg chg="mod">
          <ac:chgData name="Bart van Eijkelenburg" userId="32564be6-3772-4f77-8099-aa7e4c72ca61" providerId="ADAL" clId="{CADAEFDE-642E-49DD-AE10-E4CA75AF48EF}" dt="2025-07-16T19:43:21.754" v="3698" actId="20577"/>
          <ac:spMkLst>
            <pc:docMk/>
            <pc:sldMk cId="2482842725" sldId="374"/>
            <ac:spMk id="5" creationId="{BC62CC5E-89AF-FCD9-3077-93E486520478}"/>
          </ac:spMkLst>
        </pc:spChg>
        <pc:spChg chg="mod">
          <ac:chgData name="Bart van Eijkelenburg" userId="32564be6-3772-4f77-8099-aa7e4c72ca61" providerId="ADAL" clId="{CADAEFDE-642E-49DD-AE10-E4CA75AF48EF}" dt="2025-07-16T19:42:32.464" v="3611" actId="6549"/>
          <ac:spMkLst>
            <pc:docMk/>
            <pc:sldMk cId="2482842725" sldId="374"/>
            <ac:spMk id="33" creationId="{305D7B18-B931-4B45-B20A-284B02D78636}"/>
          </ac:spMkLst>
        </pc:spChg>
      </pc:sldChg>
      <pc:sldChg chg="modSp mod">
        <pc:chgData name="Bart van Eijkelenburg" userId="32564be6-3772-4f77-8099-aa7e4c72ca61" providerId="ADAL" clId="{CADAEFDE-642E-49DD-AE10-E4CA75AF48EF}" dt="2025-07-16T09:38:03.562" v="1331" actId="20577"/>
        <pc:sldMkLst>
          <pc:docMk/>
          <pc:sldMk cId="4260635867" sldId="378"/>
        </pc:sldMkLst>
        <pc:spChg chg="mod">
          <ac:chgData name="Bart van Eijkelenburg" userId="32564be6-3772-4f77-8099-aa7e4c72ca61" providerId="ADAL" clId="{CADAEFDE-642E-49DD-AE10-E4CA75AF48EF}" dt="2025-07-16T09:37:55.654" v="1327" actId="5793"/>
          <ac:spMkLst>
            <pc:docMk/>
            <pc:sldMk cId="4260635867" sldId="378"/>
            <ac:spMk id="5" creationId="{BC62CC5E-89AF-FCD9-3077-93E486520478}"/>
          </ac:spMkLst>
        </pc:spChg>
        <pc:spChg chg="mod">
          <ac:chgData name="Bart van Eijkelenburg" userId="32564be6-3772-4f77-8099-aa7e4c72ca61" providerId="ADAL" clId="{CADAEFDE-642E-49DD-AE10-E4CA75AF48EF}" dt="2025-07-16T09:38:03.562" v="1331" actId="20577"/>
          <ac:spMkLst>
            <pc:docMk/>
            <pc:sldMk cId="4260635867" sldId="378"/>
            <ac:spMk id="33" creationId="{305D7B18-B931-4B45-B20A-284B02D78636}"/>
          </ac:spMkLst>
        </pc:spChg>
      </pc:sldChg>
      <pc:sldChg chg="modSp mod">
        <pc:chgData name="Bart van Eijkelenburg" userId="32564be6-3772-4f77-8099-aa7e4c72ca61" providerId="ADAL" clId="{CADAEFDE-642E-49DD-AE10-E4CA75AF48EF}" dt="2025-07-16T19:42:00.614" v="3572" actId="313"/>
        <pc:sldMkLst>
          <pc:docMk/>
          <pc:sldMk cId="1691652691" sldId="379"/>
        </pc:sldMkLst>
        <pc:spChg chg="mod">
          <ac:chgData name="Bart van Eijkelenburg" userId="32564be6-3772-4f77-8099-aa7e4c72ca61" providerId="ADAL" clId="{CADAEFDE-642E-49DD-AE10-E4CA75AF48EF}" dt="2025-07-16T19:41:44.134" v="3549" actId="20577"/>
          <ac:spMkLst>
            <pc:docMk/>
            <pc:sldMk cId="1691652691" sldId="379"/>
            <ac:spMk id="5" creationId="{BC62CC5E-89AF-FCD9-3077-93E486520478}"/>
          </ac:spMkLst>
        </pc:spChg>
        <pc:spChg chg="mod">
          <ac:chgData name="Bart van Eijkelenburg" userId="32564be6-3772-4f77-8099-aa7e4c72ca61" providerId="ADAL" clId="{CADAEFDE-642E-49DD-AE10-E4CA75AF48EF}" dt="2025-07-16T19:41:21.418" v="3544" actId="20577"/>
          <ac:spMkLst>
            <pc:docMk/>
            <pc:sldMk cId="1691652691" sldId="379"/>
            <ac:spMk id="12" creationId="{090FCE2E-85C4-9142-6ADF-4D5F15D8EE5B}"/>
          </ac:spMkLst>
        </pc:spChg>
        <pc:spChg chg="mod">
          <ac:chgData name="Bart van Eijkelenburg" userId="32564be6-3772-4f77-8099-aa7e4c72ca61" providerId="ADAL" clId="{CADAEFDE-642E-49DD-AE10-E4CA75AF48EF}" dt="2025-07-16T19:42:00.614" v="3572" actId="313"/>
          <ac:spMkLst>
            <pc:docMk/>
            <pc:sldMk cId="1691652691" sldId="379"/>
            <ac:spMk id="33" creationId="{305D7B18-B931-4B45-B20A-284B02D78636}"/>
          </ac:spMkLst>
        </pc:spChg>
      </pc:sldChg>
      <pc:sldChg chg="modSp mod">
        <pc:chgData name="Bart van Eijkelenburg" userId="32564be6-3772-4f77-8099-aa7e4c72ca61" providerId="ADAL" clId="{CADAEFDE-642E-49DD-AE10-E4CA75AF48EF}" dt="2025-07-16T19:44:13.839" v="3765" actId="20577"/>
        <pc:sldMkLst>
          <pc:docMk/>
          <pc:sldMk cId="3628390589" sldId="380"/>
        </pc:sldMkLst>
        <pc:spChg chg="mod">
          <ac:chgData name="Bart van Eijkelenburg" userId="32564be6-3772-4f77-8099-aa7e4c72ca61" providerId="ADAL" clId="{CADAEFDE-642E-49DD-AE10-E4CA75AF48EF}" dt="2025-07-16T19:43:59.624" v="3759" actId="20577"/>
          <ac:spMkLst>
            <pc:docMk/>
            <pc:sldMk cId="3628390589" sldId="380"/>
            <ac:spMk id="5" creationId="{BC62CC5E-89AF-FCD9-3077-93E486520478}"/>
          </ac:spMkLst>
        </pc:spChg>
        <pc:spChg chg="mod">
          <ac:chgData name="Bart van Eijkelenburg" userId="32564be6-3772-4f77-8099-aa7e4c72ca61" providerId="ADAL" clId="{CADAEFDE-642E-49DD-AE10-E4CA75AF48EF}" dt="2025-07-16T19:44:13.839" v="3765" actId="20577"/>
          <ac:spMkLst>
            <pc:docMk/>
            <pc:sldMk cId="3628390589" sldId="380"/>
            <ac:spMk id="33" creationId="{305D7B18-B931-4B45-B20A-284B02D78636}"/>
          </ac:spMkLst>
        </pc:spChg>
      </pc:sldChg>
      <pc:sldChg chg="modSp mod">
        <pc:chgData name="Bart van Eijkelenburg" userId="32564be6-3772-4f77-8099-aa7e4c72ca61" providerId="ADAL" clId="{CADAEFDE-642E-49DD-AE10-E4CA75AF48EF}" dt="2025-07-16T19:44:31.625" v="3794" actId="20577"/>
        <pc:sldMkLst>
          <pc:docMk/>
          <pc:sldMk cId="2464851326" sldId="381"/>
        </pc:sldMkLst>
        <pc:spChg chg="mod">
          <ac:chgData name="Bart van Eijkelenburg" userId="32564be6-3772-4f77-8099-aa7e4c72ca61" providerId="ADAL" clId="{CADAEFDE-642E-49DD-AE10-E4CA75AF48EF}" dt="2025-07-16T19:44:31.625" v="3794" actId="20577"/>
          <ac:spMkLst>
            <pc:docMk/>
            <pc:sldMk cId="2464851326" sldId="381"/>
            <ac:spMk id="5" creationId="{BC62CC5E-89AF-FCD9-3077-93E486520478}"/>
          </ac:spMkLst>
        </pc:spChg>
        <pc:spChg chg="mod">
          <ac:chgData name="Bart van Eijkelenburg" userId="32564be6-3772-4f77-8099-aa7e4c72ca61" providerId="ADAL" clId="{CADAEFDE-642E-49DD-AE10-E4CA75AF48EF}" dt="2025-07-16T19:44:23.684" v="3782" actId="20577"/>
          <ac:spMkLst>
            <pc:docMk/>
            <pc:sldMk cId="2464851326" sldId="381"/>
            <ac:spMk id="33" creationId="{305D7B18-B931-4B45-B20A-284B02D78636}"/>
          </ac:spMkLst>
        </pc:spChg>
      </pc:sldChg>
      <pc:sldChg chg="modSp mod">
        <pc:chgData name="Bart van Eijkelenburg" userId="32564be6-3772-4f77-8099-aa7e4c72ca61" providerId="ADAL" clId="{CADAEFDE-642E-49DD-AE10-E4CA75AF48EF}" dt="2025-07-16T19:55:50.731" v="4495" actId="20577"/>
        <pc:sldMkLst>
          <pc:docMk/>
          <pc:sldMk cId="1092180631" sldId="382"/>
        </pc:sldMkLst>
        <pc:spChg chg="mod">
          <ac:chgData name="Bart van Eijkelenburg" userId="32564be6-3772-4f77-8099-aa7e4c72ca61" providerId="ADAL" clId="{CADAEFDE-642E-49DD-AE10-E4CA75AF48EF}" dt="2025-07-16T19:55:29.466" v="4476" actId="20577"/>
          <ac:spMkLst>
            <pc:docMk/>
            <pc:sldMk cId="1092180631" sldId="382"/>
            <ac:spMk id="3" creationId="{C5EC1F7A-98E1-1B6F-5E0C-5A1EA73B3832}"/>
          </ac:spMkLst>
        </pc:spChg>
        <pc:graphicFrameChg chg="modGraphic">
          <ac:chgData name="Bart van Eijkelenburg" userId="32564be6-3772-4f77-8099-aa7e4c72ca61" providerId="ADAL" clId="{CADAEFDE-642E-49DD-AE10-E4CA75AF48EF}" dt="2025-07-16T19:55:50.731" v="4495" actId="20577"/>
          <ac:graphicFrameMkLst>
            <pc:docMk/>
            <pc:sldMk cId="1092180631" sldId="382"/>
            <ac:graphicFrameMk id="5" creationId="{D7D393E1-6E34-4429-B497-C2F5303BD32F}"/>
          </ac:graphicFrameMkLst>
        </pc:graphicFrameChg>
      </pc:sldChg>
      <pc:sldChg chg="modSp mod">
        <pc:chgData name="Bart van Eijkelenburg" userId="32564be6-3772-4f77-8099-aa7e4c72ca61" providerId="ADAL" clId="{CADAEFDE-642E-49DD-AE10-E4CA75AF48EF}" dt="2025-07-16T20:48:28.038" v="4928" actId="20577"/>
        <pc:sldMkLst>
          <pc:docMk/>
          <pc:sldMk cId="4010530776" sldId="384"/>
        </pc:sldMkLst>
        <pc:spChg chg="mod">
          <ac:chgData name="Bart van Eijkelenburg" userId="32564be6-3772-4f77-8099-aa7e4c72ca61" providerId="ADAL" clId="{CADAEFDE-642E-49DD-AE10-E4CA75AF48EF}" dt="2025-07-16T20:48:28.038" v="4928" actId="20577"/>
          <ac:spMkLst>
            <pc:docMk/>
            <pc:sldMk cId="4010530776" sldId="384"/>
            <ac:spMk id="3" creationId="{C5EC1F7A-98E1-1B6F-5E0C-5A1EA73B3832}"/>
          </ac:spMkLst>
        </pc:spChg>
      </pc:sldChg>
      <pc:sldChg chg="modSp mod">
        <pc:chgData name="Bart van Eijkelenburg" userId="32564be6-3772-4f77-8099-aa7e4c72ca61" providerId="ADAL" clId="{CADAEFDE-642E-49DD-AE10-E4CA75AF48EF}" dt="2025-07-16T19:58:14.940" v="4649" actId="20577"/>
        <pc:sldMkLst>
          <pc:docMk/>
          <pc:sldMk cId="2259301240" sldId="385"/>
        </pc:sldMkLst>
        <pc:spChg chg="mod">
          <ac:chgData name="Bart van Eijkelenburg" userId="32564be6-3772-4f77-8099-aa7e4c72ca61" providerId="ADAL" clId="{CADAEFDE-642E-49DD-AE10-E4CA75AF48EF}" dt="2025-07-16T19:58:14.940" v="4649" actId="20577"/>
          <ac:spMkLst>
            <pc:docMk/>
            <pc:sldMk cId="2259301240" sldId="385"/>
            <ac:spMk id="3" creationId="{C5EC1F7A-98E1-1B6F-5E0C-5A1EA73B3832}"/>
          </ac:spMkLst>
        </pc:spChg>
      </pc:sldChg>
      <pc:sldChg chg="modSp mod">
        <pc:chgData name="Bart van Eijkelenburg" userId="32564be6-3772-4f77-8099-aa7e4c72ca61" providerId="ADAL" clId="{CADAEFDE-642E-49DD-AE10-E4CA75AF48EF}" dt="2025-07-16T20:00:38.315" v="4853" actId="20577"/>
        <pc:sldMkLst>
          <pc:docMk/>
          <pc:sldMk cId="3516936616" sldId="386"/>
        </pc:sldMkLst>
        <pc:spChg chg="mod">
          <ac:chgData name="Bart van Eijkelenburg" userId="32564be6-3772-4f77-8099-aa7e4c72ca61" providerId="ADAL" clId="{CADAEFDE-642E-49DD-AE10-E4CA75AF48EF}" dt="2025-07-16T20:00:38.315" v="4853" actId="20577"/>
          <ac:spMkLst>
            <pc:docMk/>
            <pc:sldMk cId="3516936616" sldId="386"/>
            <ac:spMk id="3" creationId="{C5EC1F7A-98E1-1B6F-5E0C-5A1EA73B3832}"/>
          </ac:spMkLst>
        </pc:spChg>
      </pc:sldChg>
      <pc:sldChg chg="modSp mod">
        <pc:chgData name="Bart van Eijkelenburg" userId="32564be6-3772-4f77-8099-aa7e4c72ca61" providerId="ADAL" clId="{CADAEFDE-642E-49DD-AE10-E4CA75AF48EF}" dt="2025-07-16T20:52:41.334" v="5369" actId="6549"/>
        <pc:sldMkLst>
          <pc:docMk/>
          <pc:sldMk cId="2136573010" sldId="387"/>
        </pc:sldMkLst>
        <pc:spChg chg="mod">
          <ac:chgData name="Bart van Eijkelenburg" userId="32564be6-3772-4f77-8099-aa7e4c72ca61" providerId="ADAL" clId="{CADAEFDE-642E-49DD-AE10-E4CA75AF48EF}" dt="2025-07-16T20:52:41.334" v="5369" actId="6549"/>
          <ac:spMkLst>
            <pc:docMk/>
            <pc:sldMk cId="2136573010" sldId="387"/>
            <ac:spMk id="3" creationId="{C5EC1F7A-98E1-1B6F-5E0C-5A1EA73B3832}"/>
          </ac:spMkLst>
        </pc:spChg>
      </pc:sldChg>
      <pc:sldChg chg="modSp mod">
        <pc:chgData name="Bart van Eijkelenburg" userId="32564be6-3772-4f77-8099-aa7e4c72ca61" providerId="ADAL" clId="{CADAEFDE-642E-49DD-AE10-E4CA75AF48EF}" dt="2025-07-16T20:55:57.894" v="5608" actId="20577"/>
        <pc:sldMkLst>
          <pc:docMk/>
          <pc:sldMk cId="825901124" sldId="388"/>
        </pc:sldMkLst>
        <pc:spChg chg="mod">
          <ac:chgData name="Bart van Eijkelenburg" userId="32564be6-3772-4f77-8099-aa7e4c72ca61" providerId="ADAL" clId="{CADAEFDE-642E-49DD-AE10-E4CA75AF48EF}" dt="2025-07-16T20:55:57.894" v="5608" actId="20577"/>
          <ac:spMkLst>
            <pc:docMk/>
            <pc:sldMk cId="825901124" sldId="388"/>
            <ac:spMk id="3" creationId="{C5EC1F7A-98E1-1B6F-5E0C-5A1EA73B3832}"/>
          </ac:spMkLst>
        </pc:spChg>
        <pc:spChg chg="mod">
          <ac:chgData name="Bart van Eijkelenburg" userId="32564be6-3772-4f77-8099-aa7e4c72ca61" providerId="ADAL" clId="{CADAEFDE-642E-49DD-AE10-E4CA75AF48EF}" dt="2025-07-16T20:55:35.132" v="5590" actId="14100"/>
          <ac:spMkLst>
            <pc:docMk/>
            <pc:sldMk cId="825901124" sldId="388"/>
            <ac:spMk id="7" creationId="{37054835-E25A-C3E0-9E01-E0D09D0E98ED}"/>
          </ac:spMkLst>
        </pc:spChg>
      </pc:sldChg>
      <pc:sldChg chg="modSp mod">
        <pc:chgData name="Bart van Eijkelenburg" userId="32564be6-3772-4f77-8099-aa7e4c72ca61" providerId="ADAL" clId="{CADAEFDE-642E-49DD-AE10-E4CA75AF48EF}" dt="2025-07-16T20:58:40.145" v="5798" actId="14100"/>
        <pc:sldMkLst>
          <pc:docMk/>
          <pc:sldMk cId="3115141151" sldId="389"/>
        </pc:sldMkLst>
        <pc:spChg chg="mod">
          <ac:chgData name="Bart van Eijkelenburg" userId="32564be6-3772-4f77-8099-aa7e4c72ca61" providerId="ADAL" clId="{CADAEFDE-642E-49DD-AE10-E4CA75AF48EF}" dt="2025-07-16T20:56:51.641" v="5716" actId="20577"/>
          <ac:spMkLst>
            <pc:docMk/>
            <pc:sldMk cId="3115141151" sldId="389"/>
            <ac:spMk id="3" creationId="{C5EC1F7A-98E1-1B6F-5E0C-5A1EA73B3832}"/>
          </ac:spMkLst>
        </pc:spChg>
        <pc:spChg chg="mod">
          <ac:chgData name="Bart van Eijkelenburg" userId="32564be6-3772-4f77-8099-aa7e4c72ca61" providerId="ADAL" clId="{CADAEFDE-642E-49DD-AE10-E4CA75AF48EF}" dt="2025-07-16T20:58:40.145" v="5798" actId="14100"/>
          <ac:spMkLst>
            <pc:docMk/>
            <pc:sldMk cId="3115141151" sldId="389"/>
            <ac:spMk id="6" creationId="{FF56897B-404B-AA6F-3F9E-97E1F10B7481}"/>
          </ac:spMkLst>
        </pc:spChg>
      </pc:sldChg>
      <pc:sldChg chg="modSp mod">
        <pc:chgData name="Bart van Eijkelenburg" userId="32564be6-3772-4f77-8099-aa7e4c72ca61" providerId="ADAL" clId="{CADAEFDE-642E-49DD-AE10-E4CA75AF48EF}" dt="2025-07-16T09:40:30.281" v="1710" actId="20577"/>
        <pc:sldMkLst>
          <pc:docMk/>
          <pc:sldMk cId="3665419230" sldId="390"/>
        </pc:sldMkLst>
        <pc:spChg chg="mod">
          <ac:chgData name="Bart van Eijkelenburg" userId="32564be6-3772-4f77-8099-aa7e4c72ca61" providerId="ADAL" clId="{CADAEFDE-642E-49DD-AE10-E4CA75AF48EF}" dt="2025-07-16T09:39:42.411" v="1553" actId="20577"/>
          <ac:spMkLst>
            <pc:docMk/>
            <pc:sldMk cId="3665419230" sldId="390"/>
            <ac:spMk id="3" creationId="{C5EC1F7A-98E1-1B6F-5E0C-5A1EA73B3832}"/>
          </ac:spMkLst>
        </pc:spChg>
        <pc:spChg chg="mod">
          <ac:chgData name="Bart van Eijkelenburg" userId="32564be6-3772-4f77-8099-aa7e4c72ca61" providerId="ADAL" clId="{CADAEFDE-642E-49DD-AE10-E4CA75AF48EF}" dt="2025-07-16T09:40:30.281" v="1710" actId="20577"/>
          <ac:spMkLst>
            <pc:docMk/>
            <pc:sldMk cId="3665419230" sldId="390"/>
            <ac:spMk id="7" creationId="{E8B0EB2A-A6AD-9CCC-4912-77CD8058B3CA}"/>
          </ac:spMkLst>
        </pc:spChg>
        <pc:spChg chg="mod">
          <ac:chgData name="Bart van Eijkelenburg" userId="32564be6-3772-4f77-8099-aa7e4c72ca61" providerId="ADAL" clId="{CADAEFDE-642E-49DD-AE10-E4CA75AF48EF}" dt="2025-07-16T09:38:20.044" v="1363" actId="20577"/>
          <ac:spMkLst>
            <pc:docMk/>
            <pc:sldMk cId="3665419230" sldId="390"/>
            <ac:spMk id="33" creationId="{305D7B18-B931-4B45-B20A-284B02D78636}"/>
          </ac:spMkLst>
        </pc:spChg>
      </pc:sldChg>
      <pc:sldChg chg="modSp mod">
        <pc:chgData name="Bart van Eijkelenburg" userId="32564be6-3772-4f77-8099-aa7e4c72ca61" providerId="ADAL" clId="{CADAEFDE-642E-49DD-AE10-E4CA75AF48EF}" dt="2025-07-16T09:34:46.743" v="1172" actId="20577"/>
        <pc:sldMkLst>
          <pc:docMk/>
          <pc:sldMk cId="3521984133" sldId="391"/>
        </pc:sldMkLst>
        <pc:spChg chg="mod">
          <ac:chgData name="Bart van Eijkelenburg" userId="32564be6-3772-4f77-8099-aa7e4c72ca61" providerId="ADAL" clId="{CADAEFDE-642E-49DD-AE10-E4CA75AF48EF}" dt="2025-07-16T08:02:20.654" v="383" actId="20577"/>
          <ac:spMkLst>
            <pc:docMk/>
            <pc:sldMk cId="3521984133" sldId="391"/>
            <ac:spMk id="5" creationId="{DFFCDFCB-E816-ADB4-04FE-03C75F123A2F}"/>
          </ac:spMkLst>
        </pc:spChg>
        <pc:spChg chg="mod">
          <ac:chgData name="Bart van Eijkelenburg" userId="32564be6-3772-4f77-8099-aa7e4c72ca61" providerId="ADAL" clId="{CADAEFDE-642E-49DD-AE10-E4CA75AF48EF}" dt="2025-07-16T09:34:46.743" v="1172" actId="20577"/>
          <ac:spMkLst>
            <pc:docMk/>
            <pc:sldMk cId="3521984133" sldId="391"/>
            <ac:spMk id="6" creationId="{96600D56-155E-DAC7-0DFD-EA794B10539E}"/>
          </ac:spMkLst>
        </pc:spChg>
        <pc:picChg chg="mod">
          <ac:chgData name="Bart van Eijkelenburg" userId="32564be6-3772-4f77-8099-aa7e4c72ca61" providerId="ADAL" clId="{CADAEFDE-642E-49DD-AE10-E4CA75AF48EF}" dt="2025-07-16T07:55:34.945" v="183" actId="14100"/>
          <ac:picMkLst>
            <pc:docMk/>
            <pc:sldMk cId="3521984133" sldId="391"/>
            <ac:picMk id="4" creationId="{8E450160-09EB-B62A-E296-EEEF3DEC875B}"/>
          </ac:picMkLst>
        </pc:picChg>
      </pc:sldChg>
      <pc:sldChg chg="modSp mod">
        <pc:chgData name="Bart van Eijkelenburg" userId="32564be6-3772-4f77-8099-aa7e4c72ca61" providerId="ADAL" clId="{CADAEFDE-642E-49DD-AE10-E4CA75AF48EF}" dt="2025-07-16T19:49:52.132" v="4191" actId="20577"/>
        <pc:sldMkLst>
          <pc:docMk/>
          <pc:sldMk cId="708779939" sldId="398"/>
        </pc:sldMkLst>
        <pc:spChg chg="mod">
          <ac:chgData name="Bart van Eijkelenburg" userId="32564be6-3772-4f77-8099-aa7e4c72ca61" providerId="ADAL" clId="{CADAEFDE-642E-49DD-AE10-E4CA75AF48EF}" dt="2025-07-16T19:49:52.132" v="4191" actId="20577"/>
          <ac:spMkLst>
            <pc:docMk/>
            <pc:sldMk cId="708779939" sldId="398"/>
            <ac:spMk id="5" creationId="{BC62CC5E-89AF-FCD9-3077-93E486520478}"/>
          </ac:spMkLst>
        </pc:spChg>
        <pc:spChg chg="mod">
          <ac:chgData name="Bart van Eijkelenburg" userId="32564be6-3772-4f77-8099-aa7e4c72ca61" providerId="ADAL" clId="{CADAEFDE-642E-49DD-AE10-E4CA75AF48EF}" dt="2025-07-16T19:48:42.143" v="4105" actId="20577"/>
          <ac:spMkLst>
            <pc:docMk/>
            <pc:sldMk cId="708779939" sldId="398"/>
            <ac:spMk id="33" creationId="{305D7B18-B931-4B45-B20A-284B02D786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4FCD22-E5D7-4C44-BA45-C432349335F3}" type="datetimeFigureOut">
              <a:rPr lang="nl-NL" smtClean="0"/>
              <a:t>16-7-2025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23D35-C706-491A-987C-C31706EA18CE}" type="slidenum">
              <a:rPr lang="nl-NL" smtClean="0"/>
              <a:t>‹nr.›</a:t>
            </a:fld>
            <a:endParaRPr lang="nl-NL"/>
          </a:p>
        </p:txBody>
      </p:sp>
    </p:spTree>
    <p:extLst>
      <p:ext uri="{BB962C8B-B14F-4D97-AF65-F5344CB8AC3E}">
        <p14:creationId xmlns:p14="http://schemas.microsoft.com/office/powerpoint/2010/main" val="3501231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C823D35-C706-491A-987C-C31706EA18CE}" type="slidenum">
              <a:rPr lang="nl-NL" smtClean="0"/>
              <a:t>3</a:t>
            </a:fld>
            <a:endParaRPr lang="nl-NL"/>
          </a:p>
        </p:txBody>
      </p:sp>
    </p:spTree>
    <p:extLst>
      <p:ext uri="{BB962C8B-B14F-4D97-AF65-F5344CB8AC3E}">
        <p14:creationId xmlns:p14="http://schemas.microsoft.com/office/powerpoint/2010/main" val="4096501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Het komt regelmatig voor dat je meerdere buttons hebt waarvoor je vergelijkbare acties wilt uitvoeren, maar steeds net iets anders. Dan kan het handig zijn om één functie te schrijven (in plaats van 10 die heel erg op elkaar lijken), waarbij je aan de functie meegeeft op welke knop er is geklikt. In de functie bepalen of iets wel of niet uitgevoerd moet worden. Helaas kan je niet de haakjes achter </a:t>
            </a:r>
            <a:r>
              <a:rPr lang="nl-NL" dirty="0" err="1"/>
              <a:t>onclick</a:t>
            </a:r>
            <a:r>
              <a:rPr lang="nl-NL" dirty="0"/>
              <a:t> gebruiken, aangezien de functie dan bij het aanmaken van de Button (in bovenstaand voorbeeld) meteen zou worden uitgevoerd. De oplossing kan dan gevonden worden in de functie ‘</a:t>
            </a:r>
            <a:r>
              <a:rPr lang="nl-NL" dirty="0" err="1"/>
              <a:t>partial</a:t>
            </a:r>
            <a:r>
              <a:rPr lang="nl-NL" dirty="0"/>
              <a:t>’, die jouw functie en parameters ‘verpakt’ in een compleet nieuwe functie die pas wordt aanroepen bij een buttonklik. Zie voor meer info https://docs.python.org/3/library/functools.html#functools.partial</a:t>
            </a:r>
          </a:p>
        </p:txBody>
      </p:sp>
      <p:sp>
        <p:nvSpPr>
          <p:cNvPr id="4" name="Tijdelijke aanduiding voor dianummer 3"/>
          <p:cNvSpPr>
            <a:spLocks noGrp="1"/>
          </p:cNvSpPr>
          <p:nvPr>
            <p:ph type="sldNum" sz="quarter" idx="5"/>
          </p:nvPr>
        </p:nvSpPr>
        <p:spPr/>
        <p:txBody>
          <a:bodyPr/>
          <a:lstStyle/>
          <a:p>
            <a:fld id="{5DE82E1B-D517-4AB9-99A7-69F78EEE3232}" type="slidenum">
              <a:rPr lang="nl-NL" smtClean="0"/>
              <a:t>17</a:t>
            </a:fld>
            <a:endParaRPr lang="nl-NL"/>
          </a:p>
        </p:txBody>
      </p:sp>
    </p:spTree>
    <p:extLst>
      <p:ext uri="{BB962C8B-B14F-4D97-AF65-F5344CB8AC3E}">
        <p14:creationId xmlns:p14="http://schemas.microsoft.com/office/powerpoint/2010/main" val="3584319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B5FBC3-A13D-4BED-AE99-57FE248D3AAD}"/>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878EA99E-083D-41AD-BBBA-0745C50EDA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F0486146-BA1E-4713-A883-1BF7C3FB05D1}"/>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E68EBF9F-444C-4523-93A7-A1E2DA9D127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34E6807-8EA9-4F4F-9729-DD05F3B47780}"/>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1785355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897356-E3F2-4130-AED6-3C1E5C0F224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DF60C21A-F0BF-44A4-B3AD-CEF18FBD2EE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2E67596-11E4-499C-9ADF-AAB454CBD87A}"/>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23BA1927-1CB3-4842-8C31-39EA5A1C024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1AE1FCD-234C-4CB0-A11F-C3C0B3A8CB1F}"/>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1532882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E3B509-29E0-4B40-8294-A82AE4887D8D}"/>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F6F3BF0A-FA2C-49C1-AB93-4AB9A55596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B255921E-B21A-4BD0-AF3D-A108E8D1EFFC}"/>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C819A19C-4B85-4857-997D-1983525AF30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F104AFB-2EA3-4C2A-BE24-DC66E192987B}"/>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195599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569CE1-F5F4-48CA-8FB8-65AB52BD9224}"/>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14D3765B-89FF-4F2E-979F-87EDD8F8B682}"/>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266C6812-F5D6-4ACE-9685-BA5A80BEF204}"/>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A7A6EB5F-95C2-4345-ACE2-A88B17B6CDD3}"/>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6" name="Tijdelijke aanduiding voor voettekst 5">
            <a:extLst>
              <a:ext uri="{FF2B5EF4-FFF2-40B4-BE49-F238E27FC236}">
                <a16:creationId xmlns:a16="http://schemas.microsoft.com/office/drawing/2014/main" id="{CAE77E88-9E40-4EBE-9EBB-AD48BFF8DCC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EE3C2DC1-DFA8-4AEA-ACFA-DA5CADE0850B}"/>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284101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215BB2-3AF8-430E-8C3A-DBDFC1F0532C}"/>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2112838-8975-459B-9BBD-6A0FACF620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0FE9B3C5-4034-4ABB-AE07-927A9C3EAE8D}"/>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F60A5019-4CA6-4E82-8E26-FFCBD0B0F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DBF2271-8A6E-4FDD-A69D-ECCE75D77FDB}"/>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0764C7AA-7F8D-4C6E-A03C-487F6D39FD64}"/>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8" name="Tijdelijke aanduiding voor voettekst 7">
            <a:extLst>
              <a:ext uri="{FF2B5EF4-FFF2-40B4-BE49-F238E27FC236}">
                <a16:creationId xmlns:a16="http://schemas.microsoft.com/office/drawing/2014/main" id="{C36E32F5-EE91-4FF2-A3C2-84BB163D0B89}"/>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C068184D-7C23-4AB2-B46F-651956B0A229}"/>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47887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D15C99-C97F-4D32-856A-89EE1C5799FE}"/>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BA1B8649-7FB2-4C5A-AE5D-E4295F38765E}"/>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4" name="Tijdelijke aanduiding voor voettekst 3">
            <a:extLst>
              <a:ext uri="{FF2B5EF4-FFF2-40B4-BE49-F238E27FC236}">
                <a16:creationId xmlns:a16="http://schemas.microsoft.com/office/drawing/2014/main" id="{9D11F398-A93C-4AC0-920C-71EE7E59FBDB}"/>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84738D45-C3F7-400D-B604-F0EAF6544951}"/>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53877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A6785CB-4818-4220-905C-012F89D253F4}"/>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3" name="Tijdelijke aanduiding voor voettekst 2">
            <a:extLst>
              <a:ext uri="{FF2B5EF4-FFF2-40B4-BE49-F238E27FC236}">
                <a16:creationId xmlns:a16="http://schemas.microsoft.com/office/drawing/2014/main" id="{3BB5C763-BF50-4458-AB76-4F12B02834D9}"/>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42645FDA-EC18-429E-B377-0CC4F458B2FB}"/>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973630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E8D9BE-3716-4BA9-A6CD-08D539ECD09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5FEEEFE2-6F96-48DF-8474-0768860BCF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F840BE56-1DC9-4A89-8259-05AFF2D2E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D51443A-3854-40C2-A6E5-E6852A910C48}"/>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6" name="Tijdelijke aanduiding voor voettekst 5">
            <a:extLst>
              <a:ext uri="{FF2B5EF4-FFF2-40B4-BE49-F238E27FC236}">
                <a16:creationId xmlns:a16="http://schemas.microsoft.com/office/drawing/2014/main" id="{BAD5C825-89E3-491C-95B7-88DAB229385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ABE928A7-DF4A-4FA6-BF45-88CD7F65ADD5}"/>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17981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4AF886-3A52-4781-8375-02C4D87F1E2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2CBA0785-2B84-4D91-91A7-63D64BC812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C91B1161-B7A1-4FA6-9DBF-6A4BDB5413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AF42D4B-BBAF-4D88-9110-23D0C99742BD}"/>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6" name="Tijdelijke aanduiding voor voettekst 5">
            <a:extLst>
              <a:ext uri="{FF2B5EF4-FFF2-40B4-BE49-F238E27FC236}">
                <a16:creationId xmlns:a16="http://schemas.microsoft.com/office/drawing/2014/main" id="{0963D386-85CE-496E-8A3C-063DECD1FEE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1F3F8282-B579-4535-B19C-0A64485C56AC}"/>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42747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74AFFB-090F-4287-BD94-183EBD25C0F2}"/>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0D36831A-B37B-4A4B-B5DD-618FC752A600}"/>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D86A783E-07BE-4C33-A1D3-61571D1ACE2F}"/>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7BB515BA-DC14-4F3B-95C1-0AE57A77001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3AE70CE-2C27-4CE6-9F4F-28D0D7FF293E}"/>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402354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69E6BC41-346E-42B2-B4D2-1432AC3DB81B}"/>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DED9DEF1-83A5-477C-839F-CC92AAC37055}"/>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7806E4DB-1CFC-4965-9E8A-1D269B1B6133}"/>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679CDFBA-8ACF-4637-BCBB-44BE9AAE836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9E53E9F-2625-4605-8275-CEE138538257}"/>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820867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B5FBC3-A13D-4BED-AE99-57FE248D3AAD}"/>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878EA99E-083D-41AD-BBBA-0745C50EDA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F0486146-BA1E-4713-A883-1BF7C3FB05D1}"/>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E68EBF9F-444C-4523-93A7-A1E2DA9D127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34E6807-8EA9-4F4F-9729-DD05F3B47780}"/>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543828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897356-E3F2-4130-AED6-3C1E5C0F224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DF60C21A-F0BF-44A4-B3AD-CEF18FBD2EE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2E67596-11E4-499C-9ADF-AAB454CBD87A}"/>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23BA1927-1CB3-4842-8C31-39EA5A1C024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1AE1FCD-234C-4CB0-A11F-C3C0B3A8CB1F}"/>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976051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E3B509-29E0-4B40-8294-A82AE4887D8D}"/>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F6F3BF0A-FA2C-49C1-AB93-4AB9A55596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B255921E-B21A-4BD0-AF3D-A108E8D1EFFC}"/>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C819A19C-4B85-4857-997D-1983525AF30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F104AFB-2EA3-4C2A-BE24-DC66E192987B}"/>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933866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569CE1-F5F4-48CA-8FB8-65AB52BD9224}"/>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14D3765B-89FF-4F2E-979F-87EDD8F8B682}"/>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266C6812-F5D6-4ACE-9685-BA5A80BEF204}"/>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A7A6EB5F-95C2-4345-ACE2-A88B17B6CDD3}"/>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6" name="Tijdelijke aanduiding voor voettekst 5">
            <a:extLst>
              <a:ext uri="{FF2B5EF4-FFF2-40B4-BE49-F238E27FC236}">
                <a16:creationId xmlns:a16="http://schemas.microsoft.com/office/drawing/2014/main" id="{CAE77E88-9E40-4EBE-9EBB-AD48BFF8DCC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EE3C2DC1-DFA8-4AEA-ACFA-DA5CADE0850B}"/>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1519722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215BB2-3AF8-430E-8C3A-DBDFC1F0532C}"/>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2112838-8975-459B-9BBD-6A0FACF620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0FE9B3C5-4034-4ABB-AE07-927A9C3EAE8D}"/>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F60A5019-4CA6-4E82-8E26-FFCBD0B0F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DBF2271-8A6E-4FDD-A69D-ECCE75D77FDB}"/>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0764C7AA-7F8D-4C6E-A03C-487F6D39FD64}"/>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8" name="Tijdelijke aanduiding voor voettekst 7">
            <a:extLst>
              <a:ext uri="{FF2B5EF4-FFF2-40B4-BE49-F238E27FC236}">
                <a16:creationId xmlns:a16="http://schemas.microsoft.com/office/drawing/2014/main" id="{C36E32F5-EE91-4FF2-A3C2-84BB163D0B89}"/>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C068184D-7C23-4AB2-B46F-651956B0A229}"/>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342204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D15C99-C97F-4D32-856A-89EE1C5799FE}"/>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BA1B8649-7FB2-4C5A-AE5D-E4295F38765E}"/>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4" name="Tijdelijke aanduiding voor voettekst 3">
            <a:extLst>
              <a:ext uri="{FF2B5EF4-FFF2-40B4-BE49-F238E27FC236}">
                <a16:creationId xmlns:a16="http://schemas.microsoft.com/office/drawing/2014/main" id="{9D11F398-A93C-4AC0-920C-71EE7E59FBDB}"/>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84738D45-C3F7-400D-B604-F0EAF6544951}"/>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845712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A6785CB-4818-4220-905C-012F89D253F4}"/>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3" name="Tijdelijke aanduiding voor voettekst 2">
            <a:extLst>
              <a:ext uri="{FF2B5EF4-FFF2-40B4-BE49-F238E27FC236}">
                <a16:creationId xmlns:a16="http://schemas.microsoft.com/office/drawing/2014/main" id="{3BB5C763-BF50-4458-AB76-4F12B02834D9}"/>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42645FDA-EC18-429E-B377-0CC4F458B2FB}"/>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965565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E8D9BE-3716-4BA9-A6CD-08D539ECD09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5FEEEFE2-6F96-48DF-8474-0768860BCF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F840BE56-1DC9-4A89-8259-05AFF2D2E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D51443A-3854-40C2-A6E5-E6852A910C48}"/>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6" name="Tijdelijke aanduiding voor voettekst 5">
            <a:extLst>
              <a:ext uri="{FF2B5EF4-FFF2-40B4-BE49-F238E27FC236}">
                <a16:creationId xmlns:a16="http://schemas.microsoft.com/office/drawing/2014/main" id="{BAD5C825-89E3-491C-95B7-88DAB229385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ABE928A7-DF4A-4FA6-BF45-88CD7F65ADD5}"/>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1974933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4AF886-3A52-4781-8375-02C4D87F1E2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2CBA0785-2B84-4D91-91A7-63D64BC812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C91B1161-B7A1-4FA6-9DBF-6A4BDB5413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AF42D4B-BBAF-4D88-9110-23D0C99742BD}"/>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6" name="Tijdelijke aanduiding voor voettekst 5">
            <a:extLst>
              <a:ext uri="{FF2B5EF4-FFF2-40B4-BE49-F238E27FC236}">
                <a16:creationId xmlns:a16="http://schemas.microsoft.com/office/drawing/2014/main" id="{0963D386-85CE-496E-8A3C-063DECD1FEE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1F3F8282-B579-4535-B19C-0A64485C56AC}"/>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1178760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74AFFB-090F-4287-BD94-183EBD25C0F2}"/>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0D36831A-B37B-4A4B-B5DD-618FC752A600}"/>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D86A783E-07BE-4C33-A1D3-61571D1ACE2F}"/>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7BB515BA-DC14-4F3B-95C1-0AE57A770011}"/>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3AE70CE-2C27-4CE6-9F4F-28D0D7FF293E}"/>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338257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69E6BC41-346E-42B2-B4D2-1432AC3DB81B}"/>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DED9DEF1-83A5-477C-839F-CC92AAC37055}"/>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7806E4DB-1CFC-4965-9E8A-1D269B1B6133}"/>
              </a:ext>
            </a:extLst>
          </p:cNvPr>
          <p:cNvSpPr>
            <a:spLocks noGrp="1"/>
          </p:cNvSpPr>
          <p:nvPr>
            <p:ph type="dt" sz="half" idx="10"/>
          </p:nvPr>
        </p:nvSpPr>
        <p:spPr/>
        <p:txBody>
          <a:body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679CDFBA-8ACF-4637-BCBB-44BE9AAE836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9E53E9F-2625-4605-8275-CEE138538257}"/>
              </a:ext>
            </a:extLst>
          </p:cNvPr>
          <p:cNvSpPr>
            <a:spLocks noGrp="1"/>
          </p:cNvSpPr>
          <p:nvPr>
            <p:ph type="sldNum" sz="quarter" idx="12"/>
          </p:nvPr>
        </p:nvSpPr>
        <p:spPr/>
        <p:txBody>
          <a:bodyPr/>
          <a:lstStyle/>
          <a:p>
            <a:fld id="{E4B586A0-1CF6-4F7E-BA44-0EF673A2B2BE}" type="slidenum">
              <a:rPr lang="nl-NL" smtClean="0"/>
              <a:t>‹nr.›</a:t>
            </a:fld>
            <a:endParaRPr lang="nl-NL"/>
          </a:p>
        </p:txBody>
      </p:sp>
    </p:spTree>
    <p:extLst>
      <p:ext uri="{BB962C8B-B14F-4D97-AF65-F5344CB8AC3E}">
        <p14:creationId xmlns:p14="http://schemas.microsoft.com/office/powerpoint/2010/main" val="2523221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5000" t="-3000" r="-2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449976E9-A55F-475C-8B3F-5612683641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1A53B2D-A81D-48FE-9368-47A37672B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37526E96-288A-4DF7-BFD4-C4170E438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75E5BC9C-B6F6-4471-982E-40E4A8C08A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A5887E06-04D7-4FF4-9F92-43290EFF4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B586A0-1CF6-4F7E-BA44-0EF673A2B2BE}" type="slidenum">
              <a:rPr lang="nl-NL" smtClean="0"/>
              <a:t>‹nr.›</a:t>
            </a:fld>
            <a:endParaRPr lang="nl-NL"/>
          </a:p>
        </p:txBody>
      </p:sp>
    </p:spTree>
    <p:extLst>
      <p:ext uri="{BB962C8B-B14F-4D97-AF65-F5344CB8AC3E}">
        <p14:creationId xmlns:p14="http://schemas.microsoft.com/office/powerpoint/2010/main" val="1016079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8000" t="-2000" r="23000" b="-13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449976E9-A55F-475C-8B3F-5612683641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1A53B2D-A81D-48FE-9368-47A37672B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37526E96-288A-4DF7-BFD4-C4170E438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E66FFD-A7A7-470F-B56B-017862C35269}" type="datetimeFigureOut">
              <a:rPr lang="nl-NL" smtClean="0"/>
              <a:t>16-7-2025</a:t>
            </a:fld>
            <a:endParaRPr lang="nl-NL"/>
          </a:p>
        </p:txBody>
      </p:sp>
      <p:sp>
        <p:nvSpPr>
          <p:cNvPr id="5" name="Tijdelijke aanduiding voor voettekst 4">
            <a:extLst>
              <a:ext uri="{FF2B5EF4-FFF2-40B4-BE49-F238E27FC236}">
                <a16:creationId xmlns:a16="http://schemas.microsoft.com/office/drawing/2014/main" id="{75E5BC9C-B6F6-4471-982E-40E4A8C08A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A5887E06-04D7-4FF4-9F92-43290EFF4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B586A0-1CF6-4F7E-BA44-0EF673A2B2BE}" type="slidenum">
              <a:rPr lang="nl-NL" smtClean="0"/>
              <a:t>‹nr.›</a:t>
            </a:fld>
            <a:endParaRPr lang="nl-NL"/>
          </a:p>
        </p:txBody>
      </p:sp>
    </p:spTree>
    <p:extLst>
      <p:ext uri="{BB962C8B-B14F-4D97-AF65-F5344CB8AC3E}">
        <p14:creationId xmlns:p14="http://schemas.microsoft.com/office/powerpoint/2010/main" val="2191766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reativecommons.org/licenses/by-nd/2.0/" TargetMode="Externa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hyperlink" Target="https://www.flickr.com/photos/hikingartist/" TargetMode="External"/><Relationship Id="rId5" Type="http://schemas.openxmlformats.org/officeDocument/2006/relationships/hyperlink" Target="https://www.flickr.com/photos/hikingartist/5727278512/in/photolist-9J6Nnf-6v4Xhz-9rESs-87NA7G-8GJvbJ-qBne5u-8SRJFm-87KfnD-paxfD8-9h2Dio-nxbANX-paxh9n-87KoSM-8w3jZT-651mrd-8GFm3n-4yj7N1-nZZvut-pMSq4Q-ab1Z5h-8BY6Ub-7v2CGM-8KVkvz-bV1L4r-n35vqE-bV1L5v-98HAv9-a"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docs.python.org/3/library/tk.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20000"/>
          </a:stretch>
        </a:blipFill>
        <a:effectLst/>
      </p:bgPr>
    </p:bg>
    <p:spTree>
      <p:nvGrpSpPr>
        <p:cNvPr id="1" name=""/>
        <p:cNvGrpSpPr/>
        <p:nvPr/>
      </p:nvGrpSpPr>
      <p:grpSpPr>
        <a:xfrm>
          <a:off x="0" y="0"/>
          <a:ext cx="0" cy="0"/>
          <a:chOff x="0" y="0"/>
          <a:chExt cx="0" cy="0"/>
        </a:xfrm>
      </p:grpSpPr>
      <p:grpSp>
        <p:nvGrpSpPr>
          <p:cNvPr id="11" name="Shape 171">
            <a:extLst>
              <a:ext uri="{FF2B5EF4-FFF2-40B4-BE49-F238E27FC236}">
                <a16:creationId xmlns:a16="http://schemas.microsoft.com/office/drawing/2014/main" id="{BD318F1D-BFA7-426C-BAA7-141718A3C4EB}"/>
              </a:ext>
            </a:extLst>
          </p:cNvPr>
          <p:cNvGrpSpPr/>
          <p:nvPr/>
        </p:nvGrpSpPr>
        <p:grpSpPr>
          <a:xfrm>
            <a:off x="71593" y="4244662"/>
            <a:ext cx="8964612" cy="2189518"/>
            <a:chOff x="179388" y="4668482"/>
            <a:chExt cx="8713786" cy="2029179"/>
          </a:xfrm>
        </p:grpSpPr>
        <p:sp>
          <p:nvSpPr>
            <p:cNvPr id="12" name="Shape 172">
              <a:extLst>
                <a:ext uri="{FF2B5EF4-FFF2-40B4-BE49-F238E27FC236}">
                  <a16:creationId xmlns:a16="http://schemas.microsoft.com/office/drawing/2014/main" id="{54F2CC62-327F-4763-AD12-FC76E6C34D6A}"/>
                </a:ext>
              </a:extLst>
            </p:cNvPr>
            <p:cNvSpPr/>
            <p:nvPr/>
          </p:nvSpPr>
          <p:spPr>
            <a:xfrm>
              <a:off x="179388" y="4668482"/>
              <a:ext cx="8713786" cy="2029179"/>
            </a:xfrm>
            <a:prstGeom prst="rect">
              <a:avLst/>
            </a:prstGeom>
            <a:solidFill>
              <a:schemeClr val="lt1"/>
            </a:solidFill>
            <a:ln w="9525" cap="flat">
              <a:solidFill>
                <a:srgbClr val="3399FF"/>
              </a:solidFill>
              <a:prstDash val="solid"/>
              <a:miter/>
              <a:headEnd type="none" w="med" len="med"/>
              <a:tailEnd type="none" w="med" len="med"/>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Arial"/>
                <a:cs typeface="Arial"/>
                <a:sym typeface="Arial"/>
                <a:rtl val="0"/>
              </a:endParaRPr>
            </a:p>
          </p:txBody>
        </p:sp>
        <p:sp>
          <p:nvSpPr>
            <p:cNvPr id="13" name="Shape 173">
              <a:extLst>
                <a:ext uri="{FF2B5EF4-FFF2-40B4-BE49-F238E27FC236}">
                  <a16:creationId xmlns:a16="http://schemas.microsoft.com/office/drawing/2014/main" id="{22A2208E-38F4-45DA-A8AD-7223223DAED6}"/>
                </a:ext>
              </a:extLst>
            </p:cNvPr>
            <p:cNvSpPr/>
            <p:nvPr/>
          </p:nvSpPr>
          <p:spPr>
            <a:xfrm>
              <a:off x="323850" y="4780525"/>
              <a:ext cx="8424862" cy="869011"/>
            </a:xfrm>
            <a:prstGeom prst="rect">
              <a:avLst/>
            </a:prstGeom>
            <a:solidFill>
              <a:srgbClr val="FF3300"/>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Arial"/>
                <a:cs typeface="Arial"/>
                <a:sym typeface="Arial"/>
                <a:rtl val="0"/>
              </a:endParaRPr>
            </a:p>
          </p:txBody>
        </p:sp>
        <p:sp>
          <p:nvSpPr>
            <p:cNvPr id="14" name="Shape 174">
              <a:extLst>
                <a:ext uri="{FF2B5EF4-FFF2-40B4-BE49-F238E27FC236}">
                  <a16:creationId xmlns:a16="http://schemas.microsoft.com/office/drawing/2014/main" id="{FA8D6BC9-FB4F-4138-9184-67D2414EED4E}"/>
                </a:ext>
              </a:extLst>
            </p:cNvPr>
            <p:cNvSpPr txBox="1"/>
            <p:nvPr/>
          </p:nvSpPr>
          <p:spPr>
            <a:xfrm>
              <a:off x="509587" y="4889500"/>
              <a:ext cx="8043745" cy="584776"/>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914400" rtl="0" eaLnBrk="1" fontAlgn="auto" latinLnBrk="0" hangingPunct="1">
                <a:lnSpc>
                  <a:spcPct val="100000"/>
                </a:lnSpc>
                <a:spcBef>
                  <a:spcPts val="0"/>
                </a:spcBef>
                <a:spcAft>
                  <a:spcPts val="0"/>
                </a:spcAft>
                <a:buClrTx/>
                <a:buSzPct val="25000"/>
                <a:buFontTx/>
                <a:buNone/>
                <a:tabLst/>
                <a:defRPr/>
              </a:pPr>
              <a:r>
                <a:rPr kumimoji="0" lang="nl-NL" sz="3200" b="1" i="0" u="none" strike="noStrike" kern="1200" cap="none" spc="0" normalizeH="0" baseline="0" noProof="0">
                  <a:ln>
                    <a:noFill/>
                  </a:ln>
                  <a:solidFill>
                    <a:prstClr val="white"/>
                  </a:solidFill>
                  <a:effectLst/>
                  <a:uLnTx/>
                  <a:uFillTx/>
                  <a:latin typeface="Arial"/>
                  <a:ea typeface="Arial"/>
                  <a:cs typeface="Arial"/>
                  <a:sym typeface="Arial"/>
                  <a:rtl val="0"/>
                </a:rPr>
                <a:t>Les </a:t>
              </a:r>
              <a:r>
                <a:rPr kumimoji="0" lang="nl-NL" sz="3200" b="1" i="0" u="none" strike="noStrike" kern="1200" cap="none" spc="0" normalizeH="0" baseline="0" noProof="0">
                  <a:ln>
                    <a:noFill/>
                  </a:ln>
                  <a:solidFill>
                    <a:prstClr val="white"/>
                  </a:solidFill>
                  <a:effectLst/>
                  <a:uLnTx/>
                  <a:uFillTx/>
                  <a:latin typeface="Arial"/>
                  <a:cs typeface="Arial"/>
                  <a:sym typeface="Arial"/>
                  <a:rtl val="0"/>
                </a:rPr>
                <a:t>11</a:t>
              </a:r>
              <a:r>
                <a:rPr kumimoji="0" lang="nl-NL" sz="3200" b="1" i="0" u="none" strike="noStrike" kern="1200" cap="none" spc="0" normalizeH="0" baseline="0" noProof="0">
                  <a:ln>
                    <a:noFill/>
                  </a:ln>
                  <a:solidFill>
                    <a:prstClr val="white"/>
                  </a:solidFill>
                  <a:effectLst/>
                  <a:uLnTx/>
                  <a:uFillTx/>
                  <a:latin typeface="Arial"/>
                  <a:ea typeface="Arial"/>
                  <a:cs typeface="Arial"/>
                  <a:sym typeface="Arial"/>
                  <a:rtl val="0"/>
                </a:rPr>
                <a:t>: </a:t>
              </a:r>
              <a:r>
                <a:rPr kumimoji="0" lang="nl-NL" sz="3200" b="1" i="0" u="none" strike="noStrike" kern="1200" cap="none" spc="0" normalizeH="0" baseline="0" noProof="0" dirty="0">
                  <a:ln>
                    <a:noFill/>
                  </a:ln>
                  <a:solidFill>
                    <a:prstClr val="white"/>
                  </a:solidFill>
                  <a:effectLst/>
                  <a:uLnTx/>
                  <a:uFillTx/>
                  <a:latin typeface="Arial"/>
                  <a:ea typeface="Arial"/>
                  <a:cs typeface="Arial"/>
                  <a:sym typeface="Arial"/>
                  <a:rtl val="0"/>
                </a:rPr>
                <a:t>GUI (</a:t>
              </a:r>
              <a:r>
                <a:rPr kumimoji="0" lang="nl-NL" sz="3200" b="1" i="0" u="none" strike="noStrike" kern="1200" cap="none" spc="0" normalizeH="0" baseline="0" noProof="0" dirty="0" err="1">
                  <a:ln>
                    <a:noFill/>
                  </a:ln>
                  <a:solidFill>
                    <a:prstClr val="white"/>
                  </a:solidFill>
                  <a:effectLst/>
                  <a:uLnTx/>
                  <a:uFillTx/>
                  <a:latin typeface="Arial"/>
                  <a:ea typeface="Arial"/>
                  <a:cs typeface="Arial"/>
                  <a:sym typeface="Arial"/>
                  <a:rtl val="0"/>
                </a:rPr>
                <a:t>Tkinter</a:t>
              </a:r>
              <a:r>
                <a:rPr kumimoji="0" lang="nl-NL" sz="3200" b="1" i="0" u="none" strike="noStrike" kern="1200" cap="none" spc="0" normalizeH="0" baseline="0" noProof="0" dirty="0">
                  <a:ln>
                    <a:noFill/>
                  </a:ln>
                  <a:solidFill>
                    <a:prstClr val="white"/>
                  </a:solidFill>
                  <a:effectLst/>
                  <a:uLnTx/>
                  <a:uFillTx/>
                  <a:latin typeface="Arial"/>
                  <a:ea typeface="Arial"/>
                  <a:cs typeface="Arial"/>
                  <a:sym typeface="Arial"/>
                  <a:rtl val="0"/>
                </a:rPr>
                <a:t>)</a:t>
              </a:r>
            </a:p>
          </p:txBody>
        </p:sp>
        <p:pic>
          <p:nvPicPr>
            <p:cNvPr id="15" name="Shape 175">
              <a:extLst>
                <a:ext uri="{FF2B5EF4-FFF2-40B4-BE49-F238E27FC236}">
                  <a16:creationId xmlns:a16="http://schemas.microsoft.com/office/drawing/2014/main" id="{0FD73369-0C09-4894-8E9B-64C108285C40}"/>
                </a:ext>
              </a:extLst>
            </p:cNvPr>
            <p:cNvPicPr preferRelativeResize="0"/>
            <p:nvPr/>
          </p:nvPicPr>
          <p:blipFill rotWithShape="1">
            <a:blip r:embed="rId3">
              <a:alphaModFix/>
            </a:blip>
            <a:srcRect b="14706"/>
            <a:stretch/>
          </p:blipFill>
          <p:spPr>
            <a:xfrm>
              <a:off x="5867398" y="5667342"/>
              <a:ext cx="2881312" cy="905882"/>
            </a:xfrm>
            <a:prstGeom prst="rect">
              <a:avLst/>
            </a:prstGeom>
            <a:noFill/>
            <a:ln>
              <a:noFill/>
            </a:ln>
          </p:spPr>
        </p:pic>
        <p:sp>
          <p:nvSpPr>
            <p:cNvPr id="16" name="Shape 176">
              <a:extLst>
                <a:ext uri="{FF2B5EF4-FFF2-40B4-BE49-F238E27FC236}">
                  <a16:creationId xmlns:a16="http://schemas.microsoft.com/office/drawing/2014/main" id="{4779AE0E-FF5F-4220-BD6D-32C39B0C10FD}"/>
                </a:ext>
              </a:extLst>
            </p:cNvPr>
            <p:cNvSpPr/>
            <p:nvPr/>
          </p:nvSpPr>
          <p:spPr>
            <a:xfrm>
              <a:off x="323850" y="5733673"/>
              <a:ext cx="5441949" cy="839788"/>
            </a:xfrm>
            <a:prstGeom prst="rect">
              <a:avLst/>
            </a:prstGeom>
            <a:solidFill>
              <a:srgbClr val="3399FF"/>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Arial"/>
                <a:cs typeface="Arial"/>
                <a:sym typeface="Arial"/>
                <a:rtl val="0"/>
              </a:endParaRPr>
            </a:p>
          </p:txBody>
        </p:sp>
        <p:sp>
          <p:nvSpPr>
            <p:cNvPr id="17" name="Shape 177">
              <a:extLst>
                <a:ext uri="{FF2B5EF4-FFF2-40B4-BE49-F238E27FC236}">
                  <a16:creationId xmlns:a16="http://schemas.microsoft.com/office/drawing/2014/main" id="{61DFF046-A9B4-431E-9D3E-DE606BF9F9CB}"/>
                </a:ext>
              </a:extLst>
            </p:cNvPr>
            <p:cNvSpPr txBox="1"/>
            <p:nvPr/>
          </p:nvSpPr>
          <p:spPr>
            <a:xfrm>
              <a:off x="323850" y="5797173"/>
              <a:ext cx="5213349" cy="646331"/>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schemeClr val="bg1"/>
                  </a:solidFill>
                  <a:effectLst/>
                  <a:uLnTx/>
                  <a:uFillTx/>
                  <a:latin typeface="Arial"/>
                  <a:cs typeface="Arial"/>
                  <a:sym typeface="Arial"/>
                </a:rPr>
                <a:t>Programming (onderdeel van </a:t>
              </a:r>
              <a:r>
                <a:rPr lang="nl-NL" sz="1800" b="1" kern="0" dirty="0">
                  <a:solidFill>
                    <a:schemeClr val="bg1"/>
                  </a:solidFill>
                </a:rPr>
                <a:t>TICT-V1SE1-24</a:t>
              </a:r>
              <a:r>
                <a:rPr kumimoji="0" lang="nl-NL" sz="1800" b="1" i="0" u="none" strike="noStrike" kern="0" cap="none" spc="0" normalizeH="0" baseline="0" noProof="0" dirty="0">
                  <a:ln>
                    <a:noFill/>
                  </a:ln>
                  <a:solidFill>
                    <a:schemeClr val="bg1"/>
                  </a:solidFill>
                  <a:effectLst/>
                  <a:uLnTx/>
                  <a:uFillTx/>
                  <a:latin typeface="Arial"/>
                  <a:cs typeface="Arial"/>
                  <a:sym typeface="Arial"/>
                </a:rPr>
                <a:t>)</a:t>
              </a:r>
            </a:p>
            <a:p>
              <a:pPr marL="0" marR="0" lvl="0" indent="0" algn="l" defTabSz="914400" rtl="0" eaLnBrk="1" fontAlgn="auto" latinLnBrk="0" hangingPunct="1">
                <a:lnSpc>
                  <a:spcPct val="100000"/>
                </a:lnSpc>
                <a:spcBef>
                  <a:spcPts val="0"/>
                </a:spcBef>
                <a:spcAft>
                  <a:spcPts val="600"/>
                </a:spcAft>
                <a:buClrTx/>
                <a:buSzPct val="25000"/>
                <a:buFontTx/>
                <a:buNone/>
                <a:tabLst/>
                <a:defRPr/>
              </a:pPr>
              <a:r>
                <a:rPr kumimoji="0" lang="nl-NL" sz="1800" b="1" i="0" u="none" strike="noStrike" kern="1200" cap="none" spc="0" normalizeH="0" baseline="0" noProof="0" dirty="0">
                  <a:ln>
                    <a:noFill/>
                  </a:ln>
                  <a:solidFill>
                    <a:prstClr val="white"/>
                  </a:solidFill>
                  <a:effectLst/>
                  <a:uLnTx/>
                  <a:uFillTx/>
                  <a:latin typeface="Arial"/>
                  <a:ea typeface="Arial"/>
                  <a:cs typeface="Arial"/>
                  <a:sym typeface="Arial"/>
                  <a:rtl val="0"/>
                </a:rPr>
                <a:t>HBO-ICT propedeuse blok 1</a:t>
              </a:r>
            </a:p>
          </p:txBody>
        </p:sp>
      </p:grpSp>
      <p:pic>
        <p:nvPicPr>
          <p:cNvPr id="18" name="Afbeelding 17" descr="evolution_man_pc.jpg">
            <a:extLst>
              <a:ext uri="{FF2B5EF4-FFF2-40B4-BE49-F238E27FC236}">
                <a16:creationId xmlns:a16="http://schemas.microsoft.com/office/drawing/2014/main" id="{BFC10868-A6A0-4990-A542-0C45F33F1B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261" y="1632778"/>
            <a:ext cx="5855624" cy="2213426"/>
          </a:xfrm>
          <a:prstGeom prst="rect">
            <a:avLst/>
          </a:prstGeom>
        </p:spPr>
      </p:pic>
      <p:sp>
        <p:nvSpPr>
          <p:cNvPr id="19" name="Rechthoek 18">
            <a:extLst>
              <a:ext uri="{FF2B5EF4-FFF2-40B4-BE49-F238E27FC236}">
                <a16:creationId xmlns:a16="http://schemas.microsoft.com/office/drawing/2014/main" id="{D8D93D72-0AE4-4BBF-9B0D-7214767F6CD2}"/>
              </a:ext>
            </a:extLst>
          </p:cNvPr>
          <p:cNvSpPr/>
          <p:nvPr/>
        </p:nvSpPr>
        <p:spPr>
          <a:xfrm>
            <a:off x="4001717" y="3809133"/>
            <a:ext cx="3596182" cy="246221"/>
          </a:xfrm>
          <a:prstGeom prst="rect">
            <a:avLst/>
          </a:prstGeom>
        </p:spPr>
        <p:txBody>
          <a:bodyPr wrap="none">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dirty="0">
                <a:ln>
                  <a:noFill/>
                </a:ln>
                <a:solidFill>
                  <a:srgbClr val="000000"/>
                </a:solidFill>
                <a:effectLst/>
                <a:uLnTx/>
                <a:uFillTx/>
                <a:latin typeface="Arial"/>
                <a:cs typeface="Arial"/>
                <a:sym typeface="Arial"/>
                <a:hlinkClick r:id="rId5"/>
                <a:rtl val="0"/>
              </a:rPr>
              <a:t>Man Chain </a:t>
            </a:r>
            <a:r>
              <a:rPr kumimoji="0" lang="nl-NL" sz="1000" b="0" i="0" u="none" strike="noStrike" kern="1200" cap="none" spc="0" normalizeH="0" baseline="0" noProof="0" dirty="0" err="1">
                <a:ln>
                  <a:noFill/>
                </a:ln>
                <a:solidFill>
                  <a:srgbClr val="000000"/>
                </a:solidFill>
                <a:effectLst/>
                <a:uLnTx/>
                <a:uFillTx/>
                <a:latin typeface="Arial"/>
                <a:cs typeface="Arial"/>
                <a:sym typeface="Arial"/>
                <a:hlinkClick r:id="rId5"/>
                <a:rtl val="0"/>
              </a:rPr>
              <a:t>illustration</a:t>
            </a:r>
            <a:r>
              <a:rPr kumimoji="0" lang="nl-NL" sz="1000" b="0" i="0" u="none" strike="noStrike" kern="120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1200" cap="none" spc="0" normalizeH="0" baseline="0" noProof="0" dirty="0" err="1">
                <a:ln>
                  <a:noFill/>
                </a:ln>
                <a:solidFill>
                  <a:srgbClr val="000000"/>
                </a:solidFill>
                <a:effectLst/>
                <a:uLnTx/>
                <a:uFillTx/>
                <a:latin typeface="Arial"/>
                <a:cs typeface="Arial"/>
                <a:sym typeface="Arial"/>
                <a:rtl val="0"/>
              </a:rPr>
              <a:t>by</a:t>
            </a:r>
            <a:r>
              <a:rPr kumimoji="0" lang="nl-NL" sz="1000" b="0" i="0" u="none" strike="noStrike" kern="120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1200" cap="none" spc="0" normalizeH="0" baseline="0" noProof="0" dirty="0">
                <a:ln>
                  <a:noFill/>
                </a:ln>
                <a:solidFill>
                  <a:srgbClr val="000000"/>
                </a:solidFill>
                <a:effectLst/>
                <a:uLnTx/>
                <a:uFillTx/>
                <a:latin typeface="Arial"/>
                <a:cs typeface="Arial"/>
                <a:sym typeface="Arial"/>
                <a:hlinkClick r:id="rId6"/>
                <a:rtl val="0"/>
              </a:rPr>
              <a:t>Frits </a:t>
            </a:r>
            <a:r>
              <a:rPr kumimoji="0" lang="nl-NL" sz="1000" b="0" i="0" u="none" strike="noStrike" kern="1200" cap="none" spc="0" normalizeH="0" baseline="0" noProof="0" dirty="0" err="1">
                <a:ln>
                  <a:noFill/>
                </a:ln>
                <a:solidFill>
                  <a:srgbClr val="000000"/>
                </a:solidFill>
                <a:effectLst/>
                <a:uLnTx/>
                <a:uFillTx/>
                <a:latin typeface="Arial"/>
                <a:cs typeface="Arial"/>
                <a:sym typeface="Arial"/>
                <a:hlinkClick r:id="rId6"/>
                <a:rtl val="0"/>
              </a:rPr>
              <a:t>Ahlefeldt-Laurvig</a:t>
            </a:r>
            <a:r>
              <a:rPr kumimoji="0" lang="nl-NL" sz="1000" b="0" i="0" u="none" strike="noStrike" kern="1200" cap="none" spc="0" normalizeH="0" baseline="0" noProof="0" dirty="0">
                <a:ln>
                  <a:noFill/>
                </a:ln>
                <a:solidFill>
                  <a:srgbClr val="000000"/>
                </a:solidFill>
                <a:effectLst/>
                <a:uLnTx/>
                <a:uFillTx/>
                <a:latin typeface="Arial"/>
                <a:cs typeface="Arial"/>
                <a:sym typeface="Arial"/>
                <a:rtl val="0"/>
              </a:rPr>
              <a:t> | </a:t>
            </a:r>
            <a:r>
              <a:rPr kumimoji="0" lang="nl-NL" sz="1000" b="0" i="0" u="none" strike="noStrike" kern="1200" cap="none" spc="0" normalizeH="0" baseline="0" noProof="0" dirty="0">
                <a:ln>
                  <a:noFill/>
                </a:ln>
                <a:solidFill>
                  <a:srgbClr val="000000"/>
                </a:solidFill>
                <a:effectLst/>
                <a:uLnTx/>
                <a:uFillTx/>
                <a:latin typeface="Arial"/>
                <a:cs typeface="Arial"/>
                <a:sym typeface="Arial"/>
                <a:hlinkClick r:id="rId7"/>
                <a:rtl val="0"/>
              </a:rPr>
              <a:t>CC BY-ND</a:t>
            </a:r>
            <a:endParaRPr kumimoji="0" lang="nl-NL" sz="1000" b="0" i="0" u="none" strike="noStrike" kern="1200" cap="none" spc="0" normalizeH="0" baseline="0" noProof="0" dirty="0">
              <a:ln>
                <a:noFill/>
              </a:ln>
              <a:solidFill>
                <a:srgbClr val="000000"/>
              </a:solidFill>
              <a:effectLst/>
              <a:uLnTx/>
              <a:uFillTx/>
              <a:latin typeface="Arial"/>
              <a:cs typeface="Arial"/>
              <a:sym typeface="Arial"/>
              <a:rtl val="0"/>
            </a:endParaRPr>
          </a:p>
        </p:txBody>
      </p:sp>
    </p:spTree>
    <p:extLst>
      <p:ext uri="{BB962C8B-B14F-4D97-AF65-F5344CB8AC3E}">
        <p14:creationId xmlns:p14="http://schemas.microsoft.com/office/powerpoint/2010/main" val="814902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52A2D02-46EA-4F5A-9046-5DD0A81E05A1}"/>
              </a:ext>
            </a:extLst>
          </p:cNvPr>
          <p:cNvSpPr txBox="1">
            <a:spLocks/>
          </p:cNvSpPr>
          <p:nvPr/>
        </p:nvSpPr>
        <p:spPr bwMode="auto">
          <a:xfrm>
            <a:off x="685800" y="1216526"/>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GUI (</a:t>
            </a:r>
            <a:r>
              <a:rPr kumimoji="0" lang="en-US" sz="3600" b="1" i="0" u="none" strike="noStrike" kern="0" cap="none" spc="0" normalizeH="0" baseline="0" noProof="0" dirty="0" err="1">
                <a:ln>
                  <a:noFill/>
                </a:ln>
                <a:solidFill>
                  <a:prstClr val="black"/>
                </a:solidFill>
                <a:effectLst/>
                <a:uLnTx/>
                <a:uFillTx/>
              </a:rPr>
              <a:t>Grafische</a:t>
            </a:r>
            <a:r>
              <a:rPr kumimoji="0" lang="en-US" sz="3600" b="1" i="0" u="none" strike="noStrike" kern="0" cap="none" spc="0" normalizeH="0" baseline="0" noProof="0" dirty="0">
                <a:ln>
                  <a:noFill/>
                </a:ln>
                <a:solidFill>
                  <a:prstClr val="black"/>
                </a:solidFill>
                <a:effectLst/>
                <a:uLnTx/>
                <a:uFillTx/>
              </a:rPr>
              <a:t> User Interface) - Tkinter</a:t>
            </a:r>
            <a:endParaRPr kumimoji="0" lang="en-US" sz="2000" b="0" i="0" u="none" strike="noStrike" kern="0" cap="none" spc="0" normalizeH="0" baseline="0" noProof="0" dirty="0">
              <a:ln>
                <a:noFill/>
              </a:ln>
              <a:solidFill>
                <a:prstClr val="black"/>
              </a:solidFill>
              <a:effectLst/>
              <a:uLnTx/>
              <a:uFillTx/>
            </a:endParaRPr>
          </a:p>
        </p:txBody>
      </p:sp>
      <p:sp>
        <p:nvSpPr>
          <p:cNvPr id="13" name="TextBox 6">
            <a:extLst>
              <a:ext uri="{FF2B5EF4-FFF2-40B4-BE49-F238E27FC236}">
                <a16:creationId xmlns:a16="http://schemas.microsoft.com/office/drawing/2014/main" id="{A9920188-5FEB-4921-A423-9B6D86A673D5}"/>
              </a:ext>
            </a:extLst>
          </p:cNvPr>
          <p:cNvSpPr txBox="1"/>
          <p:nvPr/>
        </p:nvSpPr>
        <p:spPr>
          <a:xfrm>
            <a:off x="685800" y="3323652"/>
            <a:ext cx="7772400" cy="907941"/>
          </a:xfrm>
          <a:prstGeom prst="rect">
            <a:avLst/>
          </a:prstGeom>
          <a:noFill/>
        </p:spPr>
        <p:txBody>
          <a:bodyPr wrap="square" rtlCol="0">
            <a:spAutoFit/>
          </a:bodyPr>
          <a:lstStyle/>
          <a:p>
            <a:pPr marL="344488" marR="0" lvl="0" indent="-344488" defTabSz="457200" eaLnBrk="1" fontAlgn="auto" latinLnBrk="0" hangingPunct="1">
              <a:lnSpc>
                <a:spcPct val="100000"/>
              </a:lnSpc>
              <a:spcBef>
                <a:spcPts val="0"/>
              </a:spcBef>
              <a:spcAft>
                <a:spcPts val="600"/>
              </a:spcAft>
              <a:buClr>
                <a:srgbClr val="800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Tkinter</a:t>
            </a:r>
            <a:r>
              <a:rPr kumimoji="0" lang="en-US" sz="2400" b="0" i="0" u="none" strike="noStrike" kern="0" cap="none" spc="0" normalizeH="0" baseline="0" noProof="0" dirty="0">
                <a:ln>
                  <a:noFill/>
                </a:ln>
                <a:solidFill>
                  <a:srgbClr val="294171"/>
                </a:solidFill>
                <a:effectLst/>
                <a:uLnTx/>
                <a:uFillTx/>
              </a:rPr>
              <a:t> </a:t>
            </a:r>
            <a:r>
              <a:rPr kumimoji="0" lang="en-US" sz="2400" b="0" i="0" u="none" strike="noStrike" kern="0" cap="none" spc="0" normalizeH="0" baseline="0" noProof="0" dirty="0" err="1">
                <a:ln>
                  <a:noFill/>
                </a:ln>
                <a:solidFill>
                  <a:srgbClr val="294171"/>
                </a:solidFill>
                <a:effectLst/>
                <a:uLnTx/>
                <a:uFillTx/>
              </a:rPr>
              <a:t>basisvaardigheden</a:t>
            </a:r>
            <a:endParaRPr kumimoji="0" lang="en-US" sz="2400" b="0" i="0" u="none" strike="noStrike" kern="0" cap="none" spc="0" normalizeH="0" baseline="0" noProof="0" dirty="0">
              <a:ln>
                <a:noFill/>
              </a:ln>
              <a:solidFill>
                <a:prstClr val="black"/>
              </a:solidFill>
              <a:effectLst/>
              <a:uLnTx/>
              <a:uFillTx/>
              <a:latin typeface="Courier New" panose="02070309020205020404" pitchFamily="49" charset="0"/>
              <a:cs typeface="Courier New" panose="02070309020205020404" pitchFamily="49" charset="0"/>
            </a:endParaRPr>
          </a:p>
          <a:p>
            <a:pPr marL="344488" marR="0" lvl="0" indent="-344488" defTabSz="457200" eaLnBrk="1" fontAlgn="auto" latinLnBrk="0" hangingPunct="1">
              <a:lnSpc>
                <a:spcPct val="100000"/>
              </a:lnSpc>
              <a:spcBef>
                <a:spcPts val="0"/>
              </a:spcBef>
              <a:spcAft>
                <a:spcPts val="600"/>
              </a:spcAft>
              <a:buClr>
                <a:srgbClr val="FF0000"/>
              </a:buClr>
              <a:buSzTx/>
              <a:buFont typeface="Wingdings" charset="2"/>
              <a:buChar char="§"/>
              <a:tabLst/>
              <a:defRPr/>
            </a:pPr>
            <a:r>
              <a:rPr kumimoji="0" lang="en-US" sz="2400" b="0" i="0" u="none" strike="noStrike" kern="0" cap="none" spc="0" normalizeH="0" baseline="0" noProof="0" dirty="0">
                <a:ln>
                  <a:noFill/>
                </a:ln>
                <a:solidFill>
                  <a:srgbClr val="294171"/>
                </a:solidFill>
                <a:effectLst/>
                <a:uLnTx/>
                <a:uFillTx/>
              </a:rPr>
              <a:t>Tkinter </a:t>
            </a:r>
            <a:r>
              <a:rPr kumimoji="0" lang="en-US" sz="2400" b="0" i="0" u="none" strike="noStrike" kern="0" cap="none" spc="0" normalizeH="0" baseline="0" noProof="0" dirty="0" err="1">
                <a:ln>
                  <a:noFill/>
                </a:ln>
                <a:solidFill>
                  <a:srgbClr val="294171"/>
                </a:solidFill>
                <a:effectLst/>
                <a:uLnTx/>
                <a:uFillTx/>
              </a:rPr>
              <a:t>layoutmanager</a:t>
            </a:r>
            <a:endParaRPr kumimoji="0" lang="en-US" sz="2400" b="0" i="0" u="none" strike="noStrike" kern="0" cap="none" spc="0" normalizeH="0" baseline="0" noProof="0" dirty="0">
              <a:ln>
                <a:noFill/>
              </a:ln>
              <a:solidFill>
                <a:srgbClr val="294171"/>
              </a:solidFill>
              <a:effectLst/>
              <a:uLnTx/>
              <a:uFillTx/>
            </a:endParaRPr>
          </a:p>
        </p:txBody>
      </p:sp>
    </p:spTree>
    <p:extLst>
      <p:ext uri="{BB962C8B-B14F-4D97-AF65-F5344CB8AC3E}">
        <p14:creationId xmlns:p14="http://schemas.microsoft.com/office/powerpoint/2010/main" val="2318623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8E450160-09EB-B62A-E296-EEEF3DEC875B}"/>
              </a:ext>
            </a:extLst>
          </p:cNvPr>
          <p:cNvPicPr>
            <a:picLocks noChangeAspect="1"/>
          </p:cNvPicPr>
          <p:nvPr/>
        </p:nvPicPr>
        <p:blipFill rotWithShape="1">
          <a:blip r:embed="rId3"/>
          <a:srcRect b="1068"/>
          <a:stretch/>
        </p:blipFill>
        <p:spPr>
          <a:xfrm>
            <a:off x="6486525" y="2141034"/>
            <a:ext cx="5705475" cy="4716966"/>
          </a:xfrm>
          <a:prstGeom prst="rect">
            <a:avLst/>
          </a:prstGeom>
        </p:spPr>
      </p:pic>
      <p:sp>
        <p:nvSpPr>
          <p:cNvPr id="5" name="Title 1">
            <a:extLst>
              <a:ext uri="{FF2B5EF4-FFF2-40B4-BE49-F238E27FC236}">
                <a16:creationId xmlns:a16="http://schemas.microsoft.com/office/drawing/2014/main" id="{DFFCDFCB-E816-ADB4-04FE-03C75F123A2F}"/>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Grafische</a:t>
            </a:r>
            <a:r>
              <a:rPr kumimoji="0" lang="en-US" sz="3600" b="1" i="0" u="none" strike="noStrike" kern="0" cap="none" spc="0" normalizeH="0" baseline="0" noProof="0" dirty="0">
                <a:ln>
                  <a:noFill/>
                </a:ln>
                <a:solidFill>
                  <a:prstClr val="black"/>
                </a:solidFill>
                <a:effectLst/>
                <a:uLnTx/>
                <a:uFillTx/>
              </a:rPr>
              <a:t> User Interface(s)</a:t>
            </a:r>
            <a:endParaRPr kumimoji="0" lang="en-US" sz="2000" b="0" i="0" u="none" strike="noStrike" kern="0" cap="none" spc="0" normalizeH="0" baseline="0" noProof="0" dirty="0">
              <a:ln>
                <a:noFill/>
              </a:ln>
              <a:solidFill>
                <a:prstClr val="black"/>
              </a:solidFill>
              <a:effectLst/>
              <a:uLnTx/>
              <a:uFillTx/>
            </a:endParaRPr>
          </a:p>
        </p:txBody>
      </p:sp>
      <p:sp>
        <p:nvSpPr>
          <p:cNvPr id="6" name="Rectangle 26">
            <a:extLst>
              <a:ext uri="{FF2B5EF4-FFF2-40B4-BE49-F238E27FC236}">
                <a16:creationId xmlns:a16="http://schemas.microsoft.com/office/drawing/2014/main" id="{96600D56-155E-DAC7-0DFD-EA794B10539E}"/>
              </a:ext>
            </a:extLst>
          </p:cNvPr>
          <p:cNvSpPr/>
          <p:nvPr/>
        </p:nvSpPr>
        <p:spPr>
          <a:xfrm>
            <a:off x="295248" y="1653780"/>
            <a:ext cx="9123960" cy="4031873"/>
          </a:xfrm>
          <a:prstGeom prst="rect">
            <a:avLst/>
          </a:prstGeom>
          <a:noFill/>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lang="en-US" sz="2000" kern="0" dirty="0">
                <a:solidFill>
                  <a:srgbClr val="294171"/>
                </a:solidFill>
              </a:rPr>
              <a:t>De </a:t>
            </a:r>
            <a:r>
              <a:rPr lang="en-US" sz="2000" kern="0" dirty="0" err="1">
                <a:solidFill>
                  <a:srgbClr val="294171"/>
                </a:solidFill>
              </a:rPr>
              <a:t>meeste</a:t>
            </a:r>
            <a:r>
              <a:rPr lang="en-US" sz="2000" kern="0" dirty="0">
                <a:solidFill>
                  <a:srgbClr val="294171"/>
                </a:solidFill>
              </a:rPr>
              <a:t> </a:t>
            </a:r>
            <a:r>
              <a:rPr lang="en-US" sz="2000" kern="0" dirty="0" err="1">
                <a:solidFill>
                  <a:srgbClr val="294171"/>
                </a:solidFill>
              </a:rPr>
              <a:t>moderne</a:t>
            </a:r>
            <a:r>
              <a:rPr lang="en-US" sz="2000" kern="0" dirty="0">
                <a:solidFill>
                  <a:srgbClr val="294171"/>
                </a:solidFill>
              </a:rPr>
              <a:t> </a:t>
            </a:r>
            <a:r>
              <a:rPr lang="en-US" sz="2000" kern="0" dirty="0" err="1">
                <a:solidFill>
                  <a:srgbClr val="294171"/>
                </a:solidFill>
              </a:rPr>
              <a:t>applicaties</a:t>
            </a:r>
            <a:r>
              <a:rPr lang="en-US" sz="2000" kern="0" dirty="0">
                <a:solidFill>
                  <a:srgbClr val="294171"/>
                </a:solidFill>
              </a:rPr>
              <a:t> </a:t>
            </a:r>
            <a:r>
              <a:rPr lang="en-US" sz="2000" kern="0" dirty="0" err="1">
                <a:solidFill>
                  <a:srgbClr val="294171"/>
                </a:solidFill>
              </a:rPr>
              <a:t>hebben</a:t>
            </a:r>
            <a:r>
              <a:rPr lang="en-US" sz="2000" kern="0" dirty="0">
                <a:solidFill>
                  <a:srgbClr val="294171"/>
                </a:solidFill>
              </a:rPr>
              <a:t> </a:t>
            </a:r>
            <a:r>
              <a:rPr lang="en-US" sz="2000" kern="0" dirty="0" err="1">
                <a:solidFill>
                  <a:srgbClr val="294171"/>
                </a:solidFill>
              </a:rPr>
              <a:t>een</a:t>
            </a:r>
            <a:r>
              <a:rPr lang="en-US" sz="2000" kern="0" dirty="0">
                <a:solidFill>
                  <a:srgbClr val="294171"/>
                </a:solidFill>
              </a:rPr>
              <a:t> </a:t>
            </a:r>
            <a:r>
              <a:rPr lang="en-US" sz="2000" kern="0" dirty="0" err="1">
                <a:solidFill>
                  <a:srgbClr val="294171"/>
                </a:solidFill>
              </a:rPr>
              <a:t>grafische</a:t>
            </a:r>
            <a:r>
              <a:rPr lang="en-US" sz="2000" kern="0" dirty="0">
                <a:solidFill>
                  <a:srgbClr val="294171"/>
                </a:solidFill>
              </a:rPr>
              <a:t> user interface (GUI)</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294171"/>
              </a:solidFill>
              <a:effectLst/>
              <a:uLnTx/>
              <a:uFillTx/>
            </a:endParaRPr>
          </a:p>
          <a:p>
            <a:pPr marL="738188" marR="0" lvl="1" indent="-280988" defTabSz="914400" eaLnBrk="1" fontAlgn="base" latinLnBrk="0" hangingPunct="1">
              <a:lnSpc>
                <a:spcPct val="100000"/>
              </a:lnSpc>
              <a:spcBef>
                <a:spcPct val="0"/>
              </a:spcBef>
              <a:spcAft>
                <a:spcPct val="0"/>
              </a:spcAft>
              <a:buClr>
                <a:srgbClr val="294171"/>
              </a:buClr>
              <a:buSzTx/>
              <a:buFont typeface="Arial"/>
              <a:buChar char="•"/>
              <a:tabLst/>
              <a:defRPr/>
            </a:pPr>
            <a:r>
              <a:rPr kumimoji="0" lang="en-US" sz="1800" b="0" i="0" u="none" strike="noStrike" kern="0" cap="none" spc="0" normalizeH="0" baseline="0" noProof="0" dirty="0">
                <a:ln>
                  <a:noFill/>
                </a:ln>
                <a:solidFill>
                  <a:prstClr val="black"/>
                </a:solidFill>
                <a:effectLst/>
                <a:uLnTx/>
                <a:uFillTx/>
              </a:rPr>
              <a:t>Beter </a:t>
            </a:r>
            <a:r>
              <a:rPr kumimoji="0" lang="en-US" sz="1800" b="0" i="0" u="none" strike="noStrike" kern="0" cap="none" spc="0" normalizeH="0" baseline="0" noProof="0" dirty="0" err="1">
                <a:ln>
                  <a:noFill/>
                </a:ln>
                <a:solidFill>
                  <a:prstClr val="black"/>
                </a:solidFill>
                <a:effectLst/>
                <a:uLnTx/>
                <a:uFillTx/>
              </a:rPr>
              <a:t>overzicht</a:t>
            </a:r>
            <a:r>
              <a:rPr kumimoji="0" lang="en-US" sz="1800" b="0" i="0" u="none" strike="noStrike" kern="0" cap="none" spc="0" normalizeH="0" baseline="0" noProof="0" dirty="0">
                <a:ln>
                  <a:noFill/>
                </a:ln>
                <a:solidFill>
                  <a:prstClr val="black"/>
                </a:solidFill>
                <a:effectLst/>
                <a:uLnTx/>
                <a:uFillTx/>
              </a:rPr>
              <a:t> van </a:t>
            </a:r>
            <a:r>
              <a:rPr kumimoji="0" lang="en-US" sz="1800" b="0" i="0" u="none" strike="noStrike" kern="0" cap="none" spc="0" normalizeH="0" baseline="0" noProof="0" dirty="0" err="1">
                <a:ln>
                  <a:noFill/>
                </a:ln>
                <a:solidFill>
                  <a:prstClr val="black"/>
                </a:solidFill>
                <a:effectLst/>
                <a:uLnTx/>
                <a:uFillTx/>
              </a:rPr>
              <a:t>functionaliteiten</a:t>
            </a:r>
            <a:endParaRPr kumimoji="0" lang="en-US" sz="1800" b="0" i="0" u="none" strike="noStrike" kern="0" cap="none" spc="0" normalizeH="0" baseline="0" noProof="0" dirty="0">
              <a:ln>
                <a:noFill/>
              </a:ln>
              <a:solidFill>
                <a:prstClr val="black"/>
              </a:solidFill>
              <a:effectLst/>
              <a:uLnTx/>
              <a:uFillTx/>
            </a:endParaRPr>
          </a:p>
          <a:p>
            <a:pPr marL="738188" marR="0" lvl="1" indent="-280988" defTabSz="914400" eaLnBrk="1" fontAlgn="base" latinLnBrk="0" hangingPunct="1">
              <a:lnSpc>
                <a:spcPct val="100000"/>
              </a:lnSpc>
              <a:spcBef>
                <a:spcPct val="0"/>
              </a:spcBef>
              <a:spcAft>
                <a:spcPct val="0"/>
              </a:spcAft>
              <a:buClr>
                <a:srgbClr val="294171"/>
              </a:buClr>
              <a:buSzTx/>
              <a:buFont typeface="Arial"/>
              <a:buChar char="•"/>
              <a:tabLst/>
              <a:defRPr/>
            </a:pPr>
            <a:r>
              <a:rPr lang="en-US" kern="0" dirty="0" err="1">
                <a:solidFill>
                  <a:prstClr val="black"/>
                </a:solidFill>
              </a:rPr>
              <a:t>Eenvoudiger</a:t>
            </a:r>
            <a:r>
              <a:rPr lang="en-US" kern="0" dirty="0">
                <a:solidFill>
                  <a:prstClr val="black"/>
                </a:solidFill>
              </a:rPr>
              <a:t> in </a:t>
            </a:r>
            <a:r>
              <a:rPr lang="en-US" kern="0" dirty="0" err="1">
                <a:solidFill>
                  <a:prstClr val="black"/>
                </a:solidFill>
              </a:rPr>
              <a:t>gebruik</a:t>
            </a:r>
            <a:endParaRPr kumimoji="0" lang="en-US" sz="1800" b="0" i="0" u="none" strike="noStrike" kern="0" cap="none" spc="0" normalizeH="0" baseline="0" noProof="0" dirty="0">
              <a:ln>
                <a:noFill/>
              </a:ln>
              <a:solidFill>
                <a:prstClr val="black"/>
              </a:solidFill>
              <a:effectLst/>
              <a:uLnTx/>
              <a:uFillTx/>
            </a:endParaRPr>
          </a:p>
          <a:p>
            <a:pPr fontAlgn="base">
              <a:spcBef>
                <a:spcPct val="0"/>
              </a:spcBef>
              <a:spcAft>
                <a:spcPct val="0"/>
              </a:spcAft>
              <a:buClr>
                <a:srgbClr val="294171"/>
              </a:buClr>
              <a:defRPr/>
            </a:pPr>
            <a:endParaRPr lang="en-US" kern="0" dirty="0">
              <a:solidFill>
                <a:prstClr val="black"/>
              </a:solidFill>
            </a:endParaRPr>
          </a:p>
          <a:p>
            <a:pPr fontAlgn="base">
              <a:spcBef>
                <a:spcPct val="0"/>
              </a:spcBef>
              <a:spcAft>
                <a:spcPct val="0"/>
              </a:spcAft>
              <a:buClr>
                <a:srgbClr val="294171"/>
              </a:buClr>
              <a:defRPr/>
            </a:pPr>
            <a:r>
              <a:rPr lang="en-US" sz="1800" kern="0" dirty="0">
                <a:solidFill>
                  <a:srgbClr val="294171"/>
                </a:solidFill>
              </a:rPr>
              <a:t>Er </a:t>
            </a:r>
            <a:r>
              <a:rPr lang="en-US" sz="1800" kern="0" dirty="0" err="1">
                <a:solidFill>
                  <a:srgbClr val="294171"/>
                </a:solidFill>
              </a:rPr>
              <a:t>zijn</a:t>
            </a:r>
            <a:r>
              <a:rPr lang="en-US" sz="1800" kern="0" dirty="0">
                <a:solidFill>
                  <a:srgbClr val="294171"/>
                </a:solidFill>
              </a:rPr>
              <a:t> </a:t>
            </a:r>
            <a:r>
              <a:rPr lang="en-US" sz="1800" kern="0" dirty="0" err="1">
                <a:solidFill>
                  <a:srgbClr val="294171"/>
                </a:solidFill>
              </a:rPr>
              <a:t>verschillende</a:t>
            </a:r>
            <a:r>
              <a:rPr lang="en-US" sz="1800" kern="0" dirty="0">
                <a:solidFill>
                  <a:srgbClr val="294171"/>
                </a:solidFill>
              </a:rPr>
              <a:t> GUI libraries </a:t>
            </a:r>
            <a:r>
              <a:rPr lang="en-US" sz="1800" kern="0" dirty="0" err="1">
                <a:solidFill>
                  <a:srgbClr val="294171"/>
                </a:solidFill>
              </a:rPr>
              <a:t>voor</a:t>
            </a:r>
            <a:r>
              <a:rPr lang="en-US" sz="1800" kern="0" dirty="0">
                <a:solidFill>
                  <a:srgbClr val="294171"/>
                </a:solidFill>
              </a:rPr>
              <a:t> Python, </a:t>
            </a:r>
            <a:r>
              <a:rPr lang="en-US" sz="1800" kern="0" dirty="0" err="1">
                <a:solidFill>
                  <a:srgbClr val="294171"/>
                </a:solidFill>
              </a:rPr>
              <a:t>wij</a:t>
            </a:r>
            <a:r>
              <a:rPr lang="en-US" sz="1800" kern="0" dirty="0">
                <a:solidFill>
                  <a:srgbClr val="294171"/>
                </a:solidFill>
              </a:rPr>
              <a:t> </a:t>
            </a:r>
            <a:r>
              <a:rPr lang="en-US" sz="1800" kern="0" dirty="0" err="1">
                <a:solidFill>
                  <a:srgbClr val="294171"/>
                </a:solidFill>
              </a:rPr>
              <a:t>gebruiken</a:t>
            </a:r>
            <a:r>
              <a:rPr lang="en-US" sz="1800" kern="0" dirty="0">
                <a:solidFill>
                  <a:srgbClr val="294171"/>
                </a:solidFill>
              </a:rPr>
              <a:t> </a:t>
            </a:r>
            <a:r>
              <a:rPr lang="en-US" sz="1800" i="1" kern="0" dirty="0" err="1">
                <a:solidFill>
                  <a:srgbClr val="294171"/>
                </a:solidFill>
                <a:hlinkClick r:id="rId4"/>
              </a:rPr>
              <a:t>tkinter</a:t>
            </a:r>
            <a:r>
              <a:rPr lang="en-US" sz="1800" kern="0" dirty="0">
                <a:solidFill>
                  <a:srgbClr val="294171"/>
                </a:solidFill>
              </a:rPr>
              <a:t>!</a:t>
            </a:r>
          </a:p>
          <a:p>
            <a:pPr fontAlgn="base">
              <a:spcBef>
                <a:spcPct val="0"/>
              </a:spcBef>
              <a:spcAft>
                <a:spcPct val="0"/>
              </a:spcAft>
              <a:buClr>
                <a:srgbClr val="294171"/>
              </a:buClr>
              <a:defRPr/>
            </a:pPr>
            <a:endParaRPr lang="en-US" sz="1800" kern="0" dirty="0">
              <a:solidFill>
                <a:srgbClr val="294171"/>
              </a:solidFill>
            </a:endParaRPr>
          </a:p>
          <a:p>
            <a:pPr marL="742950" lvl="1" indent="-285750" fontAlgn="base">
              <a:spcBef>
                <a:spcPct val="0"/>
              </a:spcBef>
              <a:spcAft>
                <a:spcPct val="0"/>
              </a:spcAft>
              <a:buClr>
                <a:srgbClr val="294171"/>
              </a:buClr>
              <a:buFont typeface="Arial" panose="020B0604020202020204" pitchFamily="34" charset="0"/>
              <a:buChar char="•"/>
              <a:defRPr/>
            </a:pPr>
            <a:r>
              <a:rPr lang="en-US" kern="0" dirty="0" err="1">
                <a:solidFill>
                  <a:prstClr val="black"/>
                </a:solidFill>
              </a:rPr>
              <a:t>Tkinter</a:t>
            </a:r>
            <a:r>
              <a:rPr lang="en-US" kern="0" dirty="0">
                <a:solidFill>
                  <a:prstClr val="black"/>
                </a:solidFill>
              </a:rPr>
              <a:t> is </a:t>
            </a:r>
            <a:r>
              <a:rPr lang="en-US" kern="0" dirty="0" err="1">
                <a:solidFill>
                  <a:prstClr val="black"/>
                </a:solidFill>
              </a:rPr>
              <a:t>onderdeel</a:t>
            </a:r>
            <a:r>
              <a:rPr lang="en-US" kern="0" dirty="0">
                <a:solidFill>
                  <a:prstClr val="black"/>
                </a:solidFill>
              </a:rPr>
              <a:t> van de Python Standard Library!</a:t>
            </a:r>
          </a:p>
          <a:p>
            <a:pPr marL="742950" lvl="1" indent="-285750" fontAlgn="base">
              <a:spcBef>
                <a:spcPct val="0"/>
              </a:spcBef>
              <a:spcAft>
                <a:spcPct val="0"/>
              </a:spcAft>
              <a:buClr>
                <a:srgbClr val="294171"/>
              </a:buClr>
              <a:buFont typeface="Arial" panose="020B0604020202020204" pitchFamily="34" charset="0"/>
              <a:buChar char="•"/>
              <a:defRPr/>
            </a:pPr>
            <a:r>
              <a:rPr kumimoji="0" lang="en-US" b="0" i="0" u="none" strike="noStrike" kern="0" cap="none" spc="0" normalizeH="0" baseline="0" noProof="0" dirty="0" err="1">
                <a:ln>
                  <a:noFill/>
                </a:ln>
                <a:solidFill>
                  <a:prstClr val="black"/>
                </a:solidFill>
                <a:effectLst/>
                <a:uLnTx/>
                <a:uFillTx/>
              </a:rPr>
              <a:t>Tkinter</a:t>
            </a:r>
            <a:r>
              <a:rPr kumimoji="0" lang="en-US" b="0" i="0" u="none" strike="noStrike" kern="0" cap="none" spc="0" normalizeH="0" baseline="0" noProof="0" dirty="0">
                <a:ln>
                  <a:noFill/>
                </a:ln>
                <a:solidFill>
                  <a:prstClr val="black"/>
                </a:solidFill>
                <a:effectLst/>
                <a:uLnTx/>
                <a:uFillTx/>
              </a:rPr>
              <a:t> </a:t>
            </a:r>
            <a:r>
              <a:rPr kumimoji="0" lang="en-US" b="0" i="0" u="none" strike="noStrike" kern="0" cap="none" spc="0" normalizeH="0" baseline="0" noProof="0" dirty="0" err="1">
                <a:ln>
                  <a:noFill/>
                </a:ln>
                <a:solidFill>
                  <a:prstClr val="black"/>
                </a:solidFill>
                <a:effectLst/>
                <a:uLnTx/>
                <a:uFillTx/>
              </a:rPr>
              <a:t>levert</a:t>
            </a:r>
            <a:r>
              <a:rPr kumimoji="0" lang="en-US" b="0" i="0" u="none" strike="noStrike" kern="0" cap="none" spc="0" normalizeH="0" baseline="0" noProof="0" dirty="0">
                <a:ln>
                  <a:noFill/>
                </a:ln>
                <a:solidFill>
                  <a:prstClr val="black"/>
                </a:solidFill>
                <a:effectLst/>
                <a:uLnTx/>
                <a:uFillTx/>
              </a:rPr>
              <a:t> widgets (</a:t>
            </a:r>
            <a:r>
              <a:rPr lang="en-US" kern="0" dirty="0">
                <a:solidFill>
                  <a:prstClr val="black"/>
                </a:solidFill>
              </a:rPr>
              <a:t>‘</a:t>
            </a:r>
            <a:r>
              <a:rPr lang="en-US" kern="0" dirty="0" err="1">
                <a:solidFill>
                  <a:prstClr val="black"/>
                </a:solidFill>
              </a:rPr>
              <a:t>bouwblokken</a:t>
            </a:r>
            <a:r>
              <a:rPr lang="en-US" kern="0" dirty="0">
                <a:solidFill>
                  <a:prstClr val="black"/>
                </a:solidFill>
              </a:rPr>
              <a:t>’) </a:t>
            </a:r>
            <a:r>
              <a:rPr lang="en-US" kern="0" dirty="0" err="1">
                <a:solidFill>
                  <a:prstClr val="black"/>
                </a:solidFill>
              </a:rPr>
              <a:t>zoals</a:t>
            </a:r>
            <a:r>
              <a:rPr lang="en-US" kern="0" dirty="0">
                <a:solidFill>
                  <a:prstClr val="black"/>
                </a:solidFill>
              </a:rPr>
              <a:t> </a:t>
            </a:r>
            <a:r>
              <a:rPr lang="en-US" kern="0" dirty="0" err="1">
                <a:solidFill>
                  <a:prstClr val="black"/>
                </a:solidFill>
              </a:rPr>
              <a:t>vensters</a:t>
            </a:r>
            <a:r>
              <a:rPr lang="en-US" kern="0" dirty="0">
                <a:solidFill>
                  <a:prstClr val="black"/>
                </a:solidFill>
              </a:rPr>
              <a:t>, </a:t>
            </a:r>
            <a:br>
              <a:rPr lang="en-US" kern="0" dirty="0">
                <a:solidFill>
                  <a:prstClr val="black"/>
                </a:solidFill>
              </a:rPr>
            </a:br>
            <a:r>
              <a:rPr lang="en-US" kern="0" dirty="0"/>
              <a:t>frames, </a:t>
            </a:r>
            <a:r>
              <a:rPr lang="en-US" kern="0" dirty="0" err="1"/>
              <a:t>knoppen</a:t>
            </a:r>
            <a:r>
              <a:rPr lang="en-US" kern="0" dirty="0"/>
              <a:t>, labels, </a:t>
            </a:r>
            <a:r>
              <a:rPr lang="en-US" kern="0" dirty="0" err="1"/>
              <a:t>invoervelden</a:t>
            </a:r>
            <a:r>
              <a:rPr lang="en-US" kern="0" dirty="0"/>
              <a:t> etc.</a:t>
            </a:r>
          </a:p>
          <a:p>
            <a:pPr marL="742950" lvl="1" indent="-285750" fontAlgn="base">
              <a:spcBef>
                <a:spcPct val="0"/>
              </a:spcBef>
              <a:spcAft>
                <a:spcPct val="0"/>
              </a:spcAft>
              <a:buClr>
                <a:srgbClr val="294171"/>
              </a:buClr>
              <a:buFont typeface="Arial" panose="020B0604020202020204" pitchFamily="34" charset="0"/>
              <a:buChar char="•"/>
              <a:defRPr/>
            </a:pPr>
            <a:endParaRPr kumimoji="0" lang="en-US" b="0" i="0" u="none" strike="noStrike" kern="0" cap="none" spc="0" normalizeH="0" baseline="0" noProof="0" dirty="0">
              <a:ln>
                <a:noFill/>
              </a:ln>
              <a:solidFill>
                <a:prstClr val="black"/>
              </a:solidFill>
              <a:effectLst/>
              <a:uLnTx/>
              <a:uFillTx/>
            </a:endParaRPr>
          </a:p>
          <a:p>
            <a:pPr marL="742950" lvl="1" indent="-285750" fontAlgn="base">
              <a:spcBef>
                <a:spcPct val="0"/>
              </a:spcBef>
              <a:spcAft>
                <a:spcPct val="0"/>
              </a:spcAft>
              <a:buClr>
                <a:srgbClr val="294171"/>
              </a:buClr>
              <a:buFont typeface="Arial" panose="020B0604020202020204" pitchFamily="34" charset="0"/>
              <a:buChar char="•"/>
              <a:defRPr/>
            </a:pPr>
            <a:endParaRPr lang="en-US" kern="0" dirty="0">
              <a:solidFill>
                <a:prstClr val="black"/>
              </a:solidFill>
            </a:endParaRPr>
          </a:p>
          <a:p>
            <a:pPr marL="742950" lvl="1" indent="-285750" fontAlgn="base">
              <a:spcBef>
                <a:spcPct val="0"/>
              </a:spcBef>
              <a:spcAft>
                <a:spcPct val="0"/>
              </a:spcAft>
              <a:buClr>
                <a:srgbClr val="294171"/>
              </a:buClr>
              <a:buFont typeface="Arial" panose="020B0604020202020204" pitchFamily="34" charset="0"/>
              <a:buChar char="•"/>
              <a:defRPr/>
            </a:pPr>
            <a:endParaRPr kumimoji="0" lang="en-US" b="0" i="0" u="none" strike="noStrike" kern="0" cap="none" spc="0" normalizeH="0" baseline="0" noProof="0" dirty="0">
              <a:ln>
                <a:noFill/>
              </a:ln>
              <a:solidFill>
                <a:prstClr val="black"/>
              </a:solidFill>
              <a:effectLst/>
              <a:uLnTx/>
              <a:uFillTx/>
            </a:endParaRPr>
          </a:p>
          <a:p>
            <a:pPr fontAlgn="base">
              <a:spcBef>
                <a:spcPct val="0"/>
              </a:spcBef>
              <a:spcAft>
                <a:spcPct val="0"/>
              </a:spcAft>
              <a:buClr>
                <a:srgbClr val="294171"/>
              </a:buClr>
              <a:defRPr/>
            </a:pPr>
            <a:r>
              <a:rPr lang="en-US" sz="1800" kern="0" dirty="0">
                <a:solidFill>
                  <a:srgbClr val="294171"/>
                </a:solidFill>
              </a:rPr>
              <a:t>Op de </a:t>
            </a:r>
            <a:r>
              <a:rPr lang="en-US" sz="1800" kern="0" dirty="0" err="1">
                <a:solidFill>
                  <a:srgbClr val="294171"/>
                </a:solidFill>
              </a:rPr>
              <a:t>volgende</a:t>
            </a:r>
            <a:r>
              <a:rPr lang="en-US" sz="1800" kern="0" dirty="0">
                <a:solidFill>
                  <a:srgbClr val="294171"/>
                </a:solidFill>
              </a:rPr>
              <a:t> slides </a:t>
            </a:r>
            <a:r>
              <a:rPr lang="en-US" sz="1800" kern="0" dirty="0" err="1">
                <a:solidFill>
                  <a:srgbClr val="294171"/>
                </a:solidFill>
              </a:rPr>
              <a:t>werken</a:t>
            </a:r>
            <a:r>
              <a:rPr lang="en-US" sz="1800" kern="0" dirty="0">
                <a:solidFill>
                  <a:srgbClr val="294171"/>
                </a:solidFill>
              </a:rPr>
              <a:t> we </a:t>
            </a:r>
            <a:r>
              <a:rPr lang="en-US" sz="1800" kern="0" dirty="0" err="1">
                <a:solidFill>
                  <a:srgbClr val="294171"/>
                </a:solidFill>
              </a:rPr>
              <a:t>stap-voor-stap</a:t>
            </a:r>
            <a:r>
              <a:rPr lang="en-US" sz="1800" kern="0" dirty="0">
                <a:solidFill>
                  <a:srgbClr val="294171"/>
                </a:solidFill>
              </a:rPr>
              <a:t> </a:t>
            </a:r>
            <a:r>
              <a:rPr lang="en-US" sz="1800" kern="0" dirty="0" err="1">
                <a:solidFill>
                  <a:srgbClr val="294171"/>
                </a:solidFill>
              </a:rPr>
              <a:t>een</a:t>
            </a:r>
            <a:r>
              <a:rPr lang="en-US" sz="1800" kern="0" dirty="0">
                <a:solidFill>
                  <a:srgbClr val="294171"/>
                </a:solidFill>
              </a:rPr>
              <a:t> </a:t>
            </a:r>
            <a:r>
              <a:rPr lang="en-US" sz="1800" kern="0" dirty="0" err="1">
                <a:solidFill>
                  <a:srgbClr val="294171"/>
                </a:solidFill>
              </a:rPr>
              <a:t>voorbeeld</a:t>
            </a:r>
            <a:r>
              <a:rPr lang="en-US" sz="1800" kern="0" dirty="0">
                <a:solidFill>
                  <a:srgbClr val="294171"/>
                </a:solidFill>
              </a:rPr>
              <a:t> </a:t>
            </a:r>
            <a:r>
              <a:rPr lang="en-US" sz="1800" kern="0" dirty="0" err="1">
                <a:solidFill>
                  <a:srgbClr val="294171"/>
                </a:solidFill>
              </a:rPr>
              <a:t>uit</a:t>
            </a:r>
            <a:r>
              <a:rPr lang="en-US" sz="1800" kern="0" dirty="0">
                <a:solidFill>
                  <a:srgbClr val="294171"/>
                </a:solidFill>
              </a:rPr>
              <a:t>…</a:t>
            </a:r>
          </a:p>
        </p:txBody>
      </p:sp>
      <p:pic>
        <p:nvPicPr>
          <p:cNvPr id="7" name="Afbeelding 6">
            <a:extLst>
              <a:ext uri="{FF2B5EF4-FFF2-40B4-BE49-F238E27FC236}">
                <a16:creationId xmlns:a16="http://schemas.microsoft.com/office/drawing/2014/main" id="{6A1C2058-BCCC-19C0-14FC-68602426C83B}"/>
              </a:ext>
            </a:extLst>
          </p:cNvPr>
          <p:cNvPicPr>
            <a:picLocks noChangeAspect="1"/>
          </p:cNvPicPr>
          <p:nvPr/>
        </p:nvPicPr>
        <p:blipFill>
          <a:blip r:embed="rId5"/>
          <a:stretch>
            <a:fillRect/>
          </a:stretch>
        </p:blipFill>
        <p:spPr>
          <a:xfrm>
            <a:off x="10149840" y="4519234"/>
            <a:ext cx="800099" cy="639147"/>
          </a:xfrm>
          <a:prstGeom prst="rect">
            <a:avLst/>
          </a:prstGeom>
          <a:scene3d>
            <a:camera prst="perspectiveHeroicExtremeLeftFacing" fov="7200000">
              <a:rot lat="0" lon="600000" rev="21534000"/>
            </a:camera>
            <a:lightRig rig="threePt" dir="t"/>
          </a:scene3d>
        </p:spPr>
      </p:pic>
    </p:spTree>
    <p:extLst>
      <p:ext uri="{BB962C8B-B14F-4D97-AF65-F5344CB8AC3E}">
        <p14:creationId xmlns:p14="http://schemas.microsoft.com/office/powerpoint/2010/main" val="3521984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Een </a:t>
            </a:r>
            <a:r>
              <a:rPr kumimoji="0" lang="en-US" sz="3600" b="1" i="0" u="none" strike="noStrike" kern="0" cap="none" spc="0" normalizeH="0" baseline="0" noProof="0" dirty="0" err="1">
                <a:ln>
                  <a:noFill/>
                </a:ln>
                <a:solidFill>
                  <a:prstClr val="black"/>
                </a:solidFill>
                <a:effectLst/>
                <a:uLnTx/>
                <a:uFillTx/>
              </a:rPr>
              <a:t>minimale</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Tkinter</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applicatie</a:t>
            </a:r>
            <a:endParaRPr kumimoji="0" lang="en-US" sz="2000" b="0" i="0" u="none" strike="noStrike" kern="0" cap="none" spc="0" normalizeH="0" baseline="0" noProof="0" dirty="0">
              <a:ln>
                <a:noFill/>
              </a:ln>
              <a:solidFill>
                <a:prstClr val="black"/>
              </a:solidFill>
              <a:effectLst/>
              <a:uLnTx/>
              <a:uFillTx/>
            </a:endParaRPr>
          </a:p>
        </p:txBody>
      </p:sp>
      <p:pic>
        <p:nvPicPr>
          <p:cNvPr id="6" name="Afbeelding 5">
            <a:extLst>
              <a:ext uri="{FF2B5EF4-FFF2-40B4-BE49-F238E27FC236}">
                <a16:creationId xmlns:a16="http://schemas.microsoft.com/office/drawing/2014/main" id="{A5BAF884-745E-E03D-0C9E-4C09FB64F419}"/>
              </a:ext>
            </a:extLst>
          </p:cNvPr>
          <p:cNvPicPr>
            <a:picLocks noChangeAspect="1"/>
          </p:cNvPicPr>
          <p:nvPr/>
        </p:nvPicPr>
        <p:blipFill>
          <a:blip r:embed="rId2"/>
          <a:stretch>
            <a:fillRect/>
          </a:stretch>
        </p:blipFill>
        <p:spPr>
          <a:xfrm>
            <a:off x="9943846" y="1470025"/>
            <a:ext cx="1924050" cy="2209800"/>
          </a:xfrm>
          <a:prstGeom prst="rect">
            <a:avLst/>
          </a:prstGeom>
        </p:spPr>
      </p:pic>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2862322"/>
          </a:xfrm>
          <a:prstGeom prst="rect">
            <a:avLst/>
          </a:prstGeom>
        </p:spPr>
        <p:txBody>
          <a:bodyPr wrap="square">
            <a:spAutoFit/>
          </a:bodyPr>
          <a:lstStyle/>
          <a:p>
            <a:pPr lvl="0" fontAlgn="base">
              <a:spcBef>
                <a:spcPct val="0"/>
              </a:spcBef>
              <a:spcAft>
                <a:spcPct val="0"/>
              </a:spcAft>
              <a:defRPr/>
            </a:pPr>
            <a:r>
              <a:rPr kumimoji="0" lang="en-US" b="0" i="0" u="none" strike="noStrike" kern="0" cap="none" spc="0" normalizeH="0" baseline="0" noProof="0" dirty="0" err="1">
                <a:ln>
                  <a:noFill/>
                </a:ln>
                <a:solidFill>
                  <a:srgbClr val="294171"/>
                </a:solidFill>
                <a:effectLst/>
                <a:uLnTx/>
                <a:uFillTx/>
              </a:rPr>
              <a:t>Importeer</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alles</a:t>
            </a:r>
            <a:r>
              <a:rPr kumimoji="0" lang="en-US" b="0" i="0" u="none" strike="noStrike" kern="0" cap="none" spc="0" normalizeH="0" baseline="0" noProof="0" dirty="0">
                <a:ln>
                  <a:noFill/>
                </a:ln>
                <a:solidFill>
                  <a:srgbClr val="294171"/>
                </a:solidFill>
                <a:effectLst/>
                <a:uLnTx/>
                <a:uFillTx/>
              </a:rPr>
              <a:t> (*) van de </a:t>
            </a:r>
            <a:r>
              <a:rPr kumimoji="0" lang="en-US" b="0" i="0" u="none" strike="noStrike" kern="0" cap="none" spc="0" normalizeH="0" baseline="0" noProof="0" dirty="0" err="1">
                <a:ln>
                  <a:noFill/>
                </a:ln>
                <a:solidFill>
                  <a:srgbClr val="294171"/>
                </a:solidFill>
                <a:effectLst/>
                <a:uLnTx/>
                <a:uFillTx/>
              </a:rPr>
              <a:t>tkinte</a:t>
            </a:r>
            <a:r>
              <a:rPr lang="en-US" kern="0" dirty="0">
                <a:solidFill>
                  <a:srgbClr val="294171"/>
                </a:solidFill>
              </a:rPr>
              <a:t>r-module. Dan </a:t>
            </a:r>
            <a:r>
              <a:rPr lang="en-US" kern="0" dirty="0" err="1">
                <a:solidFill>
                  <a:srgbClr val="294171"/>
                </a:solidFill>
              </a:rPr>
              <a:t>hoef</a:t>
            </a:r>
            <a:r>
              <a:rPr lang="en-US" kern="0" dirty="0">
                <a:solidFill>
                  <a:srgbClr val="294171"/>
                </a:solidFill>
              </a:rPr>
              <a:t> je </a:t>
            </a:r>
            <a:r>
              <a:rPr lang="en-US" kern="0" dirty="0" err="1">
                <a:solidFill>
                  <a:srgbClr val="294171"/>
                </a:solidFill>
              </a:rPr>
              <a:t>niet</a:t>
            </a:r>
            <a:r>
              <a:rPr lang="en-US" kern="0" dirty="0">
                <a:solidFill>
                  <a:srgbClr val="294171"/>
                </a:solidFill>
              </a:rPr>
              <a:t> </a:t>
            </a:r>
            <a:r>
              <a:rPr lang="en-US" b="1" i="1" u="sng" kern="0" dirty="0" err="1">
                <a:solidFill>
                  <a:srgbClr val="294171"/>
                </a:solidFill>
              </a:rPr>
              <a:t>tkinter.</a:t>
            </a:r>
            <a:r>
              <a:rPr lang="en-US" kern="0" dirty="0" err="1">
                <a:solidFill>
                  <a:srgbClr val="294171"/>
                </a:solidFill>
              </a:rPr>
              <a:t>Tk</a:t>
            </a:r>
            <a:r>
              <a:rPr lang="en-US" kern="0" dirty="0">
                <a:solidFill>
                  <a:srgbClr val="294171"/>
                </a:solidFill>
              </a:rPr>
              <a:t>() </a:t>
            </a:r>
            <a:r>
              <a:rPr lang="en-US" kern="0" dirty="0" err="1">
                <a:solidFill>
                  <a:srgbClr val="294171"/>
                </a:solidFill>
              </a:rPr>
              <a:t>te</a:t>
            </a:r>
            <a:r>
              <a:rPr lang="en-US" kern="0" dirty="0">
                <a:solidFill>
                  <a:srgbClr val="294171"/>
                </a:solidFill>
              </a:rPr>
              <a:t> </a:t>
            </a:r>
            <a:r>
              <a:rPr lang="en-US" kern="0" dirty="0" err="1">
                <a:solidFill>
                  <a:srgbClr val="294171"/>
                </a:solidFill>
              </a:rPr>
              <a:t>typen</a:t>
            </a:r>
            <a:r>
              <a:rPr lang="en-US" kern="0" dirty="0">
                <a:solidFill>
                  <a:srgbClr val="294171"/>
                </a:solidFill>
              </a:rPr>
              <a:t>! T</a:t>
            </a:r>
            <a:r>
              <a:rPr kumimoji="0" lang="en-US" b="0" i="0" u="none" strike="noStrike" kern="0" cap="none" spc="0" normalizeH="0" baseline="0" noProof="0" dirty="0">
                <a:ln>
                  <a:noFill/>
                </a:ln>
                <a:solidFill>
                  <a:srgbClr val="294171"/>
                </a:solidFill>
                <a:effectLst/>
                <a:uLnTx/>
                <a:uFillTx/>
              </a:rPr>
              <a:t>k() is </a:t>
            </a:r>
            <a:r>
              <a:rPr kumimoji="0" lang="en-US" b="0" i="0" u="none" strike="noStrike" kern="0" cap="none" spc="0" normalizeH="0" baseline="0" noProof="0" dirty="0" err="1">
                <a:ln>
                  <a:noFill/>
                </a:ln>
                <a:solidFill>
                  <a:srgbClr val="294171"/>
                </a:solidFill>
                <a:effectLst/>
                <a:uLnTx/>
                <a:uFillTx/>
              </a:rPr>
              <a:t>enkel</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een</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venster</a:t>
            </a:r>
            <a:r>
              <a:rPr kumimoji="0" lang="en-US" b="0" i="0" u="none" strike="noStrike" kern="0" cap="none" spc="0" normalizeH="0" baseline="0" noProof="0" dirty="0">
                <a:ln>
                  <a:noFill/>
                </a:ln>
                <a:solidFill>
                  <a:srgbClr val="294171"/>
                </a:solidFill>
                <a:effectLst/>
                <a:uLnTx/>
                <a:uFillTx/>
              </a:rPr>
              <a:t> (window);</a:t>
            </a:r>
            <a:r>
              <a:rPr lang="en-US" kern="0" dirty="0">
                <a:solidFill>
                  <a:srgbClr val="294171"/>
                </a:solidFill>
              </a:rPr>
              <a:t> de </a:t>
            </a:r>
            <a:r>
              <a:rPr kumimoji="0" lang="en-US" b="0" i="0" u="none" strike="noStrike" kern="0" cap="none" spc="0" normalizeH="0" baseline="0" noProof="0" dirty="0">
                <a:ln>
                  <a:noFill/>
                </a:ln>
                <a:solidFill>
                  <a:srgbClr val="294171"/>
                </a:solidFill>
                <a:effectLst/>
                <a:uLnTx/>
                <a:uFillTx/>
              </a:rPr>
              <a:t>‘root’ van je GUI</a:t>
            </a:r>
            <a:r>
              <a:rPr lang="en-US" kern="0" dirty="0">
                <a:solidFill>
                  <a:srgbClr val="294171"/>
                </a:solidFill>
              </a:rPr>
              <a:t>! </a:t>
            </a:r>
            <a:endParaRPr kumimoji="0" lang="en-US" b="0" i="0" u="none" strike="noStrike" kern="0" cap="none" spc="0" normalizeH="0" baseline="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algn="l"/>
            <a:r>
              <a:rPr lang="en-US" kern="0" dirty="0">
                <a:solidFill>
                  <a:srgbClr val="294171"/>
                </a:solidFill>
              </a:rPr>
              <a:t>Om </a:t>
            </a:r>
            <a:r>
              <a:rPr lang="en-US" kern="0" dirty="0" err="1">
                <a:solidFill>
                  <a:srgbClr val="294171"/>
                </a:solidFill>
              </a:rPr>
              <a:t>dit</a:t>
            </a:r>
            <a:r>
              <a:rPr lang="en-US" kern="0" dirty="0">
                <a:solidFill>
                  <a:srgbClr val="294171"/>
                </a:solidFill>
              </a:rPr>
              <a:t> </a:t>
            </a:r>
            <a:r>
              <a:rPr lang="en-US" kern="0" dirty="0" err="1">
                <a:solidFill>
                  <a:srgbClr val="294171"/>
                </a:solidFill>
              </a:rPr>
              <a:t>venster</a:t>
            </a:r>
            <a:r>
              <a:rPr lang="en-US" kern="0" dirty="0">
                <a:solidFill>
                  <a:srgbClr val="294171"/>
                </a:solidFill>
              </a:rPr>
              <a:t> </a:t>
            </a:r>
            <a:r>
              <a:rPr lang="en-US" kern="0" dirty="0" err="1">
                <a:solidFill>
                  <a:srgbClr val="294171"/>
                </a:solidFill>
              </a:rPr>
              <a:t>te</a:t>
            </a:r>
            <a:r>
              <a:rPr lang="en-US" kern="0" dirty="0">
                <a:solidFill>
                  <a:srgbClr val="294171"/>
                </a:solidFill>
              </a:rPr>
              <a:t> </a:t>
            </a:r>
            <a:r>
              <a:rPr lang="en-US" kern="0" dirty="0" err="1">
                <a:solidFill>
                  <a:srgbClr val="294171"/>
                </a:solidFill>
              </a:rPr>
              <a:t>tonen</a:t>
            </a:r>
            <a:r>
              <a:rPr lang="en-US" kern="0" dirty="0">
                <a:solidFill>
                  <a:srgbClr val="294171"/>
                </a:solidFill>
              </a:rPr>
              <a:t>, </a:t>
            </a:r>
            <a:r>
              <a:rPr lang="en-US" kern="0" dirty="0" err="1">
                <a:solidFill>
                  <a:srgbClr val="294171"/>
                </a:solidFill>
              </a:rPr>
              <a:t>moet</a:t>
            </a:r>
            <a:r>
              <a:rPr lang="en-US" kern="0" dirty="0">
                <a:solidFill>
                  <a:srgbClr val="294171"/>
                </a:solidFill>
              </a:rPr>
              <a:t> de </a:t>
            </a:r>
            <a:r>
              <a:rPr lang="en-US" kern="0" dirty="0" err="1">
                <a:solidFill>
                  <a:srgbClr val="294171"/>
                </a:solidFill>
              </a:rPr>
              <a:t>mainloop</a:t>
            </a:r>
            <a:r>
              <a:rPr lang="en-US" kern="0" dirty="0">
                <a:solidFill>
                  <a:srgbClr val="294171"/>
                </a:solidFill>
              </a:rPr>
              <a:t>() </a:t>
            </a:r>
            <a:r>
              <a:rPr lang="en-US" kern="0" dirty="0" err="1">
                <a:solidFill>
                  <a:srgbClr val="294171"/>
                </a:solidFill>
              </a:rPr>
              <a:t>methode</a:t>
            </a:r>
            <a:r>
              <a:rPr lang="en-US" kern="0" dirty="0">
                <a:solidFill>
                  <a:srgbClr val="294171"/>
                </a:solidFill>
              </a:rPr>
              <a:t> </a:t>
            </a:r>
            <a:r>
              <a:rPr lang="en-US" kern="0" dirty="0" err="1">
                <a:solidFill>
                  <a:srgbClr val="294171"/>
                </a:solidFill>
              </a:rPr>
              <a:t>aangeroepen</a:t>
            </a:r>
            <a:r>
              <a:rPr lang="en-US" kern="0" dirty="0">
                <a:solidFill>
                  <a:srgbClr val="294171"/>
                </a:solidFill>
              </a:rPr>
              <a:t> </a:t>
            </a:r>
            <a:r>
              <a:rPr lang="en-US" kern="0" dirty="0" err="1">
                <a:solidFill>
                  <a:srgbClr val="294171"/>
                </a:solidFill>
              </a:rPr>
              <a:t>worden</a:t>
            </a:r>
            <a:r>
              <a:rPr lang="en-US" kern="0" dirty="0">
                <a:solidFill>
                  <a:srgbClr val="294171"/>
                </a:solidFill>
              </a:rPr>
              <a:t> op de ‘widget’. </a:t>
            </a:r>
          </a:p>
          <a:p>
            <a:pPr algn="l"/>
            <a:endParaRPr lang="en-US" kern="0" dirty="0">
              <a:solidFill>
                <a:srgbClr val="294171"/>
              </a:solidFill>
            </a:endParaRPr>
          </a:p>
          <a:p>
            <a:pPr algn="l"/>
            <a:r>
              <a:rPr lang="en-US" kern="0" dirty="0" err="1">
                <a:solidFill>
                  <a:srgbClr val="294171"/>
                </a:solidFill>
              </a:rPr>
              <a:t>Deze</a:t>
            </a:r>
            <a:r>
              <a:rPr lang="en-US" kern="0" dirty="0">
                <a:solidFill>
                  <a:srgbClr val="294171"/>
                </a:solidFill>
              </a:rPr>
              <a:t> loop </a:t>
            </a:r>
            <a:r>
              <a:rPr lang="en-US" kern="0" dirty="0" err="1">
                <a:solidFill>
                  <a:srgbClr val="294171"/>
                </a:solidFill>
              </a:rPr>
              <a:t>tekent</a:t>
            </a:r>
            <a:r>
              <a:rPr lang="en-US" kern="0" dirty="0">
                <a:solidFill>
                  <a:srgbClr val="294171"/>
                </a:solidFill>
              </a:rPr>
              <a:t> </a:t>
            </a:r>
            <a:r>
              <a:rPr lang="en-US" kern="0" dirty="0" err="1">
                <a:solidFill>
                  <a:srgbClr val="294171"/>
                </a:solidFill>
              </a:rPr>
              <a:t>telkens</a:t>
            </a:r>
            <a:r>
              <a:rPr lang="en-US" kern="0" dirty="0">
                <a:solidFill>
                  <a:srgbClr val="294171"/>
                </a:solidFill>
              </a:rPr>
              <a:t> het </a:t>
            </a:r>
            <a:r>
              <a:rPr lang="en-US" kern="0" dirty="0" err="1">
                <a:solidFill>
                  <a:srgbClr val="294171"/>
                </a:solidFill>
              </a:rPr>
              <a:t>venster</a:t>
            </a:r>
            <a:r>
              <a:rPr lang="en-US" kern="0" dirty="0">
                <a:solidFill>
                  <a:srgbClr val="294171"/>
                </a:solidFill>
              </a:rPr>
              <a:t> (</a:t>
            </a:r>
            <a:r>
              <a:rPr lang="en-US" kern="0" dirty="0" err="1">
                <a:solidFill>
                  <a:srgbClr val="294171"/>
                </a:solidFill>
              </a:rPr>
              <a:t>en</a:t>
            </a:r>
            <a:r>
              <a:rPr lang="en-US" kern="0" dirty="0">
                <a:solidFill>
                  <a:srgbClr val="294171"/>
                </a:solidFill>
              </a:rPr>
              <a:t> </a:t>
            </a:r>
            <a:r>
              <a:rPr lang="en-US" kern="0" dirty="0" err="1">
                <a:solidFill>
                  <a:srgbClr val="294171"/>
                </a:solidFill>
              </a:rPr>
              <a:t>alles</a:t>
            </a:r>
            <a:r>
              <a:rPr lang="en-US" kern="0" dirty="0">
                <a:solidFill>
                  <a:srgbClr val="294171"/>
                </a:solidFill>
              </a:rPr>
              <a:t> </a:t>
            </a:r>
            <a:r>
              <a:rPr lang="en-US" kern="0" dirty="0" err="1">
                <a:solidFill>
                  <a:srgbClr val="294171"/>
                </a:solidFill>
              </a:rPr>
              <a:t>erop</a:t>
            </a:r>
            <a:r>
              <a:rPr lang="en-US" kern="0" dirty="0">
                <a:solidFill>
                  <a:srgbClr val="294171"/>
                </a:solidFill>
              </a:rPr>
              <a:t>), </a:t>
            </a:r>
            <a:r>
              <a:rPr lang="en-US" kern="0" dirty="0" err="1">
                <a:solidFill>
                  <a:srgbClr val="294171"/>
                </a:solidFill>
              </a:rPr>
              <a:t>voorkomt</a:t>
            </a:r>
            <a:r>
              <a:rPr lang="en-US" kern="0" dirty="0">
                <a:solidFill>
                  <a:srgbClr val="294171"/>
                </a:solidFill>
              </a:rPr>
              <a:t> </a:t>
            </a:r>
            <a:r>
              <a:rPr lang="en-US" kern="0" dirty="0" err="1">
                <a:solidFill>
                  <a:srgbClr val="294171"/>
                </a:solidFill>
              </a:rPr>
              <a:t>dat</a:t>
            </a:r>
            <a:r>
              <a:rPr lang="en-US" kern="0" dirty="0">
                <a:solidFill>
                  <a:srgbClr val="294171"/>
                </a:solidFill>
              </a:rPr>
              <a:t> het </a:t>
            </a:r>
            <a:r>
              <a:rPr lang="en-US" kern="0" dirty="0" err="1">
                <a:solidFill>
                  <a:srgbClr val="294171"/>
                </a:solidFill>
              </a:rPr>
              <a:t>programma</a:t>
            </a:r>
            <a:r>
              <a:rPr lang="en-US" kern="0" dirty="0">
                <a:solidFill>
                  <a:srgbClr val="294171"/>
                </a:solidFill>
              </a:rPr>
              <a:t> </a:t>
            </a:r>
            <a:r>
              <a:rPr lang="en-US" kern="0" dirty="0" err="1">
                <a:solidFill>
                  <a:srgbClr val="294171"/>
                </a:solidFill>
              </a:rPr>
              <a:t>stopt</a:t>
            </a:r>
            <a:r>
              <a:rPr lang="en-US" kern="0" dirty="0">
                <a:solidFill>
                  <a:srgbClr val="294171"/>
                </a:solidFill>
              </a:rPr>
              <a:t>, </a:t>
            </a:r>
            <a:r>
              <a:rPr lang="en-US" kern="0" dirty="0" err="1">
                <a:solidFill>
                  <a:srgbClr val="294171"/>
                </a:solidFill>
              </a:rPr>
              <a:t>en</a:t>
            </a:r>
            <a:r>
              <a:rPr lang="en-US" kern="0" dirty="0">
                <a:solidFill>
                  <a:srgbClr val="294171"/>
                </a:solidFill>
              </a:rPr>
              <a:t> </a:t>
            </a:r>
            <a:r>
              <a:rPr lang="en-US" kern="0" dirty="0" err="1">
                <a:solidFill>
                  <a:srgbClr val="294171"/>
                </a:solidFill>
              </a:rPr>
              <a:t>verwerkt</a:t>
            </a:r>
            <a:r>
              <a:rPr lang="en-US" kern="0" dirty="0">
                <a:solidFill>
                  <a:srgbClr val="294171"/>
                </a:solidFill>
              </a:rPr>
              <a:t> </a:t>
            </a:r>
            <a:r>
              <a:rPr lang="en-US" kern="0" dirty="0" err="1">
                <a:solidFill>
                  <a:srgbClr val="294171"/>
                </a:solidFill>
              </a:rPr>
              <a:t>gebruikersinvoer</a:t>
            </a:r>
            <a:r>
              <a:rPr lang="en-US" kern="0" dirty="0">
                <a:solidFill>
                  <a:srgbClr val="294171"/>
                </a:solidFill>
              </a:rPr>
              <a:t> </a:t>
            </a:r>
            <a:r>
              <a:rPr lang="en-US" kern="0" dirty="0" err="1">
                <a:solidFill>
                  <a:srgbClr val="294171"/>
                </a:solidFill>
              </a:rPr>
              <a:t>voor</a:t>
            </a:r>
            <a:r>
              <a:rPr lang="en-US" kern="0" dirty="0">
                <a:solidFill>
                  <a:srgbClr val="294171"/>
                </a:solidFill>
              </a:rPr>
              <a:t> </a:t>
            </a:r>
            <a:r>
              <a:rPr lang="en-US" kern="0" dirty="0" err="1">
                <a:solidFill>
                  <a:srgbClr val="294171"/>
                </a:solidFill>
              </a:rPr>
              <a:t>ons</a:t>
            </a:r>
            <a:r>
              <a:rPr lang="en-US" kern="0" dirty="0">
                <a:solidFill>
                  <a:srgbClr val="294171"/>
                </a:solidFill>
              </a:rPr>
              <a:t>!</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Afbeelding 9">
            <a:extLst>
              <a:ext uri="{FF2B5EF4-FFF2-40B4-BE49-F238E27FC236}">
                <a16:creationId xmlns:a16="http://schemas.microsoft.com/office/drawing/2014/main" id="{DC04E8ED-B5BE-FFD0-5D6C-CBBB2F5AE6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18916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Tkinter widgets: Label</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en-US" sz="1600" b="0" i="0" dirty="0">
                <a:solidFill>
                  <a:srgbClr val="A9B7C6"/>
                </a:solidFill>
                <a:latin typeface="Consolas" panose="020B0609020204030204" pitchFamily="49" charset="0"/>
              </a:rPr>
              <a:t>label = Label(</a:t>
            </a:r>
            <a:r>
              <a:rPr lang="en-US" sz="1600" b="0" i="0" dirty="0">
                <a:solidFill>
                  <a:srgbClr val="AA4926"/>
                </a:solidFill>
                <a:latin typeface="Consolas" panose="020B0609020204030204" pitchFamily="49" charset="0"/>
              </a:rPr>
              <a:t>master</a:t>
            </a:r>
            <a:r>
              <a:rPr lang="en-US" sz="1600" b="0" i="0" dirty="0">
                <a:solidFill>
                  <a:srgbClr val="A9B7C6"/>
                </a:solidFill>
                <a:latin typeface="Consolas" panose="020B0609020204030204" pitchFamily="49" charset="0"/>
              </a:rPr>
              <a:t>=root</a:t>
            </a:r>
            <a:r>
              <a:rPr lang="en-US" sz="1600" b="0" i="0" dirty="0">
                <a:solidFill>
                  <a:srgbClr val="CC7832"/>
                </a:solidFill>
                <a:latin typeface="Consolas" panose="020B0609020204030204" pitchFamily="49" charset="0"/>
              </a:rPr>
              <a:t>, </a:t>
            </a:r>
            <a:br>
              <a:rPr lang="en-US" sz="1600" b="0" i="0" dirty="0">
                <a:solidFill>
                  <a:srgbClr val="CC7832"/>
                </a:solidFill>
                <a:latin typeface="Consolas" panose="020B0609020204030204" pitchFamily="49" charset="0"/>
              </a:rPr>
            </a:br>
            <a:r>
              <a:rPr lang="en-US" sz="1600" b="0" i="0" dirty="0">
                <a:solidFill>
                  <a:srgbClr val="CC7832"/>
                </a:solidFill>
                <a:latin typeface="Consolas" panose="020B0609020204030204" pitchFamily="49" charset="0"/>
              </a:rPr>
              <a:t>              </a:t>
            </a:r>
            <a:r>
              <a:rPr lang="en-US" sz="1600" b="0" i="0" dirty="0">
                <a:solidFill>
                  <a:srgbClr val="AA4926"/>
                </a:solidFill>
                <a:latin typeface="Consolas" panose="020B0609020204030204" pitchFamily="49" charset="0"/>
              </a:rPr>
              <a:t>text</a:t>
            </a:r>
            <a:r>
              <a:rPr lang="en-US" sz="1600" b="0" i="0" dirty="0">
                <a:solidFill>
                  <a:srgbClr val="A9B7C6"/>
                </a:solidFill>
                <a:latin typeface="Consolas" panose="020B0609020204030204" pitchFamily="49" charset="0"/>
              </a:rPr>
              <a:t>=</a:t>
            </a:r>
            <a:r>
              <a:rPr lang="en-US" sz="1600" b="0" i="0" dirty="0">
                <a:solidFill>
                  <a:srgbClr val="6A8759"/>
                </a:solidFill>
                <a:latin typeface="Consolas" panose="020B0609020204030204" pitchFamily="49" charset="0"/>
              </a:rPr>
              <a:t>'Hello World'</a:t>
            </a:r>
            <a:r>
              <a:rPr lang="en-US" sz="1600" b="0" i="0" dirty="0">
                <a:solidFill>
                  <a:srgbClr val="CC7832"/>
                </a:solidFill>
                <a:latin typeface="Consolas" panose="020B0609020204030204" pitchFamily="49" charset="0"/>
              </a:rPr>
              <a:t>, </a:t>
            </a:r>
            <a:br>
              <a:rPr lang="en-US" sz="1600" b="0" i="0" dirty="0">
                <a:solidFill>
                  <a:srgbClr val="CC7832"/>
                </a:solidFill>
                <a:latin typeface="Consolas" panose="020B0609020204030204" pitchFamily="49" charset="0"/>
              </a:rPr>
            </a:br>
            <a:r>
              <a:rPr lang="en-US" sz="1600" b="0" i="0" dirty="0">
                <a:solidFill>
                  <a:srgbClr val="CC7832"/>
                </a:solidFill>
                <a:latin typeface="Consolas" panose="020B0609020204030204" pitchFamily="49" charset="0"/>
              </a:rPr>
              <a:t>              </a:t>
            </a:r>
            <a:r>
              <a:rPr lang="en-US" sz="1600" b="0" i="0" dirty="0">
                <a:solidFill>
                  <a:srgbClr val="AA4926"/>
                </a:solidFill>
                <a:latin typeface="Consolas" panose="020B0609020204030204" pitchFamily="49" charset="0"/>
              </a:rPr>
              <a:t>background</a:t>
            </a:r>
            <a:r>
              <a:rPr lang="en-US" sz="1600" b="0" i="0" dirty="0">
                <a:solidFill>
                  <a:srgbClr val="A9B7C6"/>
                </a:solidFill>
                <a:latin typeface="Consolas" panose="020B0609020204030204" pitchFamily="49" charset="0"/>
              </a:rPr>
              <a:t>=</a:t>
            </a:r>
            <a:r>
              <a:rPr lang="en-US" sz="1600" b="0" i="0" dirty="0">
                <a:solidFill>
                  <a:srgbClr val="6A8759"/>
                </a:solidFill>
                <a:latin typeface="Consolas" panose="020B0609020204030204" pitchFamily="49" charset="0"/>
              </a:rPr>
              <a:t>'yellow'</a:t>
            </a:r>
            <a:r>
              <a:rPr lang="en-US" sz="1600" b="0" i="0" dirty="0">
                <a:solidFill>
                  <a:srgbClr val="A9B7C6"/>
                </a:solidFill>
                <a:latin typeface="Consolas" panose="020B0609020204030204" pitchFamily="49" charset="0"/>
              </a:rPr>
              <a:t>)</a:t>
            </a:r>
          </a:p>
          <a:p>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2862322"/>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Een </a:t>
            </a:r>
            <a:r>
              <a:rPr lang="en-US" kern="0" dirty="0">
                <a:solidFill>
                  <a:srgbClr val="294171"/>
                </a:solidFill>
              </a:rPr>
              <a:t>Label </a:t>
            </a:r>
            <a:r>
              <a:rPr lang="en-US" kern="0" dirty="0" err="1">
                <a:solidFill>
                  <a:srgbClr val="294171"/>
                </a:solidFill>
              </a:rPr>
              <a:t>kan</a:t>
            </a:r>
            <a:r>
              <a:rPr lang="en-US" kern="0" dirty="0">
                <a:solidFill>
                  <a:srgbClr val="294171"/>
                </a:solidFill>
              </a:rPr>
              <a:t> je </a:t>
            </a:r>
            <a:r>
              <a:rPr lang="en-US" kern="0" dirty="0" err="1">
                <a:solidFill>
                  <a:srgbClr val="294171"/>
                </a:solidFill>
              </a:rPr>
              <a:t>gebruiken</a:t>
            </a:r>
            <a:r>
              <a:rPr lang="en-US" kern="0" dirty="0">
                <a:solidFill>
                  <a:srgbClr val="294171"/>
                </a:solidFill>
              </a:rPr>
              <a:t> om </a:t>
            </a:r>
            <a:r>
              <a:rPr lang="en-US" kern="0" dirty="0" err="1">
                <a:solidFill>
                  <a:srgbClr val="294171"/>
                </a:solidFill>
              </a:rPr>
              <a:t>tekst</a:t>
            </a:r>
            <a:r>
              <a:rPr lang="en-US" kern="0" dirty="0">
                <a:solidFill>
                  <a:srgbClr val="294171"/>
                </a:solidFill>
              </a:rPr>
              <a:t> in </a:t>
            </a:r>
            <a:r>
              <a:rPr lang="en-US" kern="0" dirty="0" err="1">
                <a:solidFill>
                  <a:srgbClr val="294171"/>
                </a:solidFill>
              </a:rPr>
              <a:t>een</a:t>
            </a:r>
            <a:r>
              <a:rPr lang="en-US" kern="0" dirty="0">
                <a:solidFill>
                  <a:srgbClr val="294171"/>
                </a:solidFill>
              </a:rPr>
              <a:t> </a:t>
            </a:r>
            <a:r>
              <a:rPr lang="en-US" kern="0" dirty="0" err="1">
                <a:solidFill>
                  <a:srgbClr val="294171"/>
                </a:solidFill>
              </a:rPr>
              <a:t>venster</a:t>
            </a:r>
            <a:r>
              <a:rPr lang="en-US" kern="0" dirty="0">
                <a:solidFill>
                  <a:srgbClr val="294171"/>
                </a:solidFill>
              </a:rPr>
              <a:t> </a:t>
            </a:r>
            <a:r>
              <a:rPr lang="en-US" kern="0" dirty="0" err="1">
                <a:solidFill>
                  <a:srgbClr val="294171"/>
                </a:solidFill>
              </a:rPr>
              <a:t>te</a:t>
            </a:r>
            <a:r>
              <a:rPr lang="en-US" kern="0" dirty="0">
                <a:solidFill>
                  <a:srgbClr val="294171"/>
                </a:solidFill>
              </a:rPr>
              <a:t> </a:t>
            </a:r>
            <a:r>
              <a:rPr lang="en-US" kern="0" dirty="0" err="1">
                <a:solidFill>
                  <a:srgbClr val="294171"/>
                </a:solidFill>
              </a:rPr>
              <a:t>tonen</a:t>
            </a:r>
            <a:r>
              <a:rPr lang="en-US" kern="0" dirty="0">
                <a:solidFill>
                  <a:srgbClr val="294171"/>
                </a:solidFill>
              </a:rPr>
              <a:t>. Door het </a:t>
            </a:r>
            <a:r>
              <a:rPr lang="en-US" kern="0" dirty="0" err="1">
                <a:solidFill>
                  <a:srgbClr val="294171"/>
                </a:solidFill>
              </a:rPr>
              <a:t>importeren</a:t>
            </a:r>
            <a:r>
              <a:rPr lang="en-US" kern="0" dirty="0">
                <a:solidFill>
                  <a:srgbClr val="294171"/>
                </a:solidFill>
              </a:rPr>
              <a:t> van </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hebben</a:t>
            </a:r>
            <a:r>
              <a:rPr kumimoji="0" lang="en-US" b="0" i="0" u="none" strike="noStrike" kern="0" cap="none" spc="0" normalizeH="0" baseline="0" noProof="0" dirty="0">
                <a:ln>
                  <a:noFill/>
                </a:ln>
                <a:solidFill>
                  <a:srgbClr val="294171"/>
                </a:solidFill>
                <a:effectLst/>
                <a:uLnTx/>
                <a:uFillTx/>
              </a:rPr>
              <a:t> we </a:t>
            </a:r>
            <a:r>
              <a:rPr kumimoji="0" lang="en-US" b="0" i="0" u="none" strike="noStrike" kern="0" cap="none" spc="0" normalizeH="0" baseline="0" noProof="0" dirty="0" err="1">
                <a:ln>
                  <a:noFill/>
                </a:ln>
                <a:solidFill>
                  <a:srgbClr val="294171"/>
                </a:solidFill>
                <a:effectLst/>
                <a:uLnTx/>
                <a:uFillTx/>
              </a:rPr>
              <a:t>ook</a:t>
            </a:r>
            <a:r>
              <a:rPr kumimoji="0" lang="en-US" b="0" i="0" u="none" strike="noStrike" kern="0" cap="none" spc="0" normalizeH="0" baseline="0" noProof="0" dirty="0">
                <a:ln>
                  <a:noFill/>
                </a:ln>
                <a:solidFill>
                  <a:srgbClr val="294171"/>
                </a:solidFill>
                <a:effectLst/>
                <a:uLnTx/>
                <a:uFillTx/>
              </a:rPr>
              <a:t> het Label al </a:t>
            </a:r>
            <a:r>
              <a:rPr kumimoji="0" lang="en-US" b="0" i="0" u="none" strike="noStrike" kern="0" cap="none" spc="0" normalizeH="0" baseline="0" noProof="0" dirty="0" err="1">
                <a:ln>
                  <a:noFill/>
                </a:ln>
                <a:solidFill>
                  <a:srgbClr val="294171"/>
                </a:solidFill>
                <a:effectLst/>
                <a:uLnTx/>
                <a:uFillTx/>
              </a:rPr>
              <a:t>geïmporteerd</a:t>
            </a:r>
            <a:r>
              <a:rPr kumimoji="0" lang="en-US" b="0" i="0" u="none" strike="noStrike" kern="0" cap="none" spc="0" normalizeH="0" baseline="0" noProof="0" dirty="0">
                <a:ln>
                  <a:noFill/>
                </a:ln>
                <a:solidFill>
                  <a:srgbClr val="294171"/>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lvl="0" fontAlgn="base">
              <a:spcBef>
                <a:spcPct val="0"/>
              </a:spcBef>
              <a:spcAft>
                <a:spcPct val="0"/>
              </a:spcAft>
              <a:defRPr/>
            </a:pPr>
            <a:r>
              <a:rPr kumimoji="0" lang="en-US" b="0" i="0" u="none" strike="noStrike" kern="0" cap="none" spc="0" normalizeH="0" baseline="0" noProof="0" dirty="0">
                <a:ln>
                  <a:noFill/>
                </a:ln>
                <a:solidFill>
                  <a:srgbClr val="294171"/>
                </a:solidFill>
                <a:effectLst/>
                <a:uLnTx/>
                <a:uFillTx/>
              </a:rPr>
              <a:t>Het </a:t>
            </a:r>
            <a:r>
              <a:rPr kumimoji="0" lang="en-US" b="0" i="0" u="none" strike="noStrike" kern="0" cap="none" spc="0" normalizeH="0" baseline="0" noProof="0" dirty="0" err="1">
                <a:ln>
                  <a:noFill/>
                </a:ln>
                <a:solidFill>
                  <a:srgbClr val="294171"/>
                </a:solidFill>
                <a:effectLst/>
                <a:uLnTx/>
                <a:uFillTx/>
              </a:rPr>
              <a:t>eerste</a:t>
            </a:r>
            <a:r>
              <a:rPr kumimoji="0" lang="en-US" b="0" i="0" u="none" strike="noStrike" kern="0" cap="none" spc="0" normalizeH="0" baseline="0" noProof="0" dirty="0">
                <a:ln>
                  <a:noFill/>
                </a:ln>
                <a:solidFill>
                  <a:srgbClr val="294171"/>
                </a:solidFill>
                <a:effectLst/>
                <a:uLnTx/>
                <a:uFillTx/>
              </a:rPr>
              <a:t> argument </a:t>
            </a:r>
            <a:r>
              <a:rPr kumimoji="0" lang="en-US" b="0" i="0" u="none" strike="noStrike" kern="0" cap="none" spc="0" normalizeH="0" baseline="0" noProof="0" dirty="0" err="1">
                <a:ln>
                  <a:noFill/>
                </a:ln>
                <a:solidFill>
                  <a:srgbClr val="294171"/>
                </a:solidFill>
                <a:effectLst/>
                <a:uLnTx/>
                <a:uFillTx/>
              </a:rPr>
              <a:t>zegt</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dat</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dit</a:t>
            </a:r>
            <a:r>
              <a:rPr kumimoji="0" lang="en-US" b="0" i="0" u="none" strike="noStrike" kern="0" cap="none" spc="0" normalizeH="0" baseline="0" noProof="0" dirty="0">
                <a:ln>
                  <a:noFill/>
                </a:ln>
                <a:solidFill>
                  <a:srgbClr val="294171"/>
                </a:solidFill>
                <a:effectLst/>
                <a:uLnTx/>
                <a:uFillTx/>
              </a:rPr>
              <a:t> Label in de root (het </a:t>
            </a:r>
            <a:r>
              <a:rPr kumimoji="0" lang="en-US" b="0" i="0" u="none" strike="noStrike" kern="0" cap="none" spc="0" normalizeH="0" baseline="0" noProof="0" dirty="0" err="1">
                <a:ln>
                  <a:noFill/>
                </a:ln>
                <a:solidFill>
                  <a:srgbClr val="294171"/>
                </a:solidFill>
                <a:effectLst/>
                <a:uLnTx/>
                <a:uFillTx/>
              </a:rPr>
              <a:t>venster</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leeft</a:t>
            </a:r>
            <a:r>
              <a:rPr kumimoji="0" lang="en-US" b="0" i="0" u="none" strike="noStrike" kern="0" cap="none" spc="0" normalizeH="0" baseline="0" noProof="0" dirty="0">
                <a:ln>
                  <a:noFill/>
                </a:ln>
                <a:solidFill>
                  <a:srgbClr val="294171"/>
                </a:solidFill>
                <a:effectLst/>
                <a:uLnTx/>
                <a:uFillTx/>
              </a:rPr>
              <a:t>’</a:t>
            </a:r>
            <a:r>
              <a:rPr lang="en-US" kern="0" dirty="0">
                <a:solidFill>
                  <a:srgbClr val="294171"/>
                </a:solidFill>
              </a:rPr>
              <a:t>. The text refers to the text displayed by the Label</a:t>
            </a:r>
            <a:r>
              <a:rPr kumimoji="0" lang="en-US" b="0" i="0" u="none" strike="noStrike" kern="0" cap="none" spc="0" normalizeH="0" baseline="0" noProof="0" dirty="0">
                <a:ln>
                  <a:noFill/>
                </a:ln>
                <a:solidFill>
                  <a:srgbClr val="294171"/>
                </a:solidFill>
                <a:effectLst/>
                <a:uLnTx/>
                <a:uFillTx/>
              </a:rPr>
              <a:t>.</a:t>
            </a:r>
          </a:p>
          <a:p>
            <a:pPr lvl="0" fontAlgn="base">
              <a:spcBef>
                <a:spcPct val="0"/>
              </a:spcBef>
              <a:spcAft>
                <a:spcPct val="0"/>
              </a:spcAft>
              <a:defRPr/>
            </a:pPr>
            <a:endParaRPr lang="en-US" kern="0" dirty="0">
              <a:solidFill>
                <a:srgbClr val="294171"/>
              </a:solidFill>
            </a:endParaRPr>
          </a:p>
          <a:p>
            <a:pPr lvl="0" fontAlgn="base">
              <a:spcBef>
                <a:spcPct val="0"/>
              </a:spcBef>
              <a:spcAft>
                <a:spcPct val="0"/>
              </a:spcAft>
              <a:defRPr/>
            </a:pPr>
            <a:r>
              <a:rPr kumimoji="0" lang="en-US" b="0" i="0" u="none" strike="noStrike" kern="0" cap="none" spc="0" normalizeH="0" baseline="0" noProof="0" dirty="0">
                <a:ln>
                  <a:noFill/>
                </a:ln>
                <a:solidFill>
                  <a:srgbClr val="294171"/>
                </a:solidFill>
                <a:effectLst/>
                <a:uLnTx/>
                <a:uFillTx/>
              </a:rPr>
              <a:t>With pack(), we position the Label in the root. Default centered and against the top.</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4" name="Afbeelding 3">
            <a:extLst>
              <a:ext uri="{FF2B5EF4-FFF2-40B4-BE49-F238E27FC236}">
                <a16:creationId xmlns:a16="http://schemas.microsoft.com/office/drawing/2014/main" id="{7E045F8A-E059-2435-0C3A-B5CD69304FC0}"/>
              </a:ext>
            </a:extLst>
          </p:cNvPr>
          <p:cNvPicPr>
            <a:picLocks noChangeAspect="1"/>
          </p:cNvPicPr>
          <p:nvPr/>
        </p:nvPicPr>
        <p:blipFill>
          <a:blip r:embed="rId2"/>
          <a:stretch>
            <a:fillRect/>
          </a:stretch>
        </p:blipFill>
        <p:spPr>
          <a:xfrm>
            <a:off x="10705846" y="1470025"/>
            <a:ext cx="1162050" cy="504825"/>
          </a:xfrm>
          <a:prstGeom prst="rect">
            <a:avLst/>
          </a:prstGeom>
        </p:spPr>
      </p:pic>
      <p:pic>
        <p:nvPicPr>
          <p:cNvPr id="8" name="Afbeelding 7">
            <a:extLst>
              <a:ext uri="{FF2B5EF4-FFF2-40B4-BE49-F238E27FC236}">
                <a16:creationId xmlns:a16="http://schemas.microsoft.com/office/drawing/2014/main" id="{7897F88D-EA55-4C82-C6D9-7DCA8CAD1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395957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Afbeelding 13">
            <a:extLst>
              <a:ext uri="{FF2B5EF4-FFF2-40B4-BE49-F238E27FC236}">
                <a16:creationId xmlns:a16="http://schemas.microsoft.com/office/drawing/2014/main" id="{F8B71A17-FEA0-5914-68C8-722A9EBDF7DE}"/>
              </a:ext>
            </a:extLst>
          </p:cNvPr>
          <p:cNvPicPr>
            <a:picLocks noChangeAspect="1"/>
          </p:cNvPicPr>
          <p:nvPr/>
        </p:nvPicPr>
        <p:blipFill>
          <a:blip r:embed="rId2"/>
          <a:stretch>
            <a:fillRect/>
          </a:stretch>
        </p:blipFill>
        <p:spPr>
          <a:xfrm>
            <a:off x="9934321" y="1470025"/>
            <a:ext cx="1933575" cy="2190750"/>
          </a:xfrm>
          <a:prstGeom prst="rect">
            <a:avLst/>
          </a:prstGeom>
        </p:spPr>
      </p:pic>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Label </a:t>
            </a:r>
            <a:r>
              <a:rPr kumimoji="0" lang="en-US" sz="3600" b="1" i="0" u="none" strike="noStrike" kern="0" cap="none" spc="0" normalizeH="0" baseline="0" noProof="0" dirty="0" err="1">
                <a:ln>
                  <a:noFill/>
                </a:ln>
                <a:solidFill>
                  <a:prstClr val="black"/>
                </a:solidFill>
                <a:effectLst/>
                <a:uLnTx/>
                <a:uFillTx/>
              </a:rPr>
              <a:t>stijl</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a:t>
            </a:r>
            <a:br>
              <a:rPr lang="nl-NL" sz="1600" b="0" i="0" dirty="0">
                <a:solidFill>
                  <a:srgbClr val="CC7832"/>
                </a:solidFill>
                <a:latin typeface="Consolas" panose="020B0609020204030204" pitchFamily="49" charset="0"/>
              </a:rPr>
            </a:b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a:t>
            </a:r>
            <a:br>
              <a:rPr lang="nl-NL" sz="1600" b="0" i="0" dirty="0">
                <a:solidFill>
                  <a:srgbClr val="CC7832"/>
                </a:solidFill>
                <a:latin typeface="Consolas" panose="020B0609020204030204" pitchFamily="49" charset="0"/>
              </a:rPr>
            </a:b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background</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yellow</a:t>
            </a:r>
            <a:r>
              <a:rPr lang="nl-NL" sz="1600" b="0" i="0" dirty="0">
                <a:solidFill>
                  <a:srgbClr val="6A8759"/>
                </a:solidFill>
                <a:latin typeface="Consolas" panose="020B0609020204030204" pitchFamily="49" charset="0"/>
              </a:rPr>
              <a:t>'</a:t>
            </a:r>
            <a:r>
              <a:rPr lang="nl-NL" sz="1600" b="0" i="0" dirty="0">
                <a:solidFill>
                  <a:srgbClr val="CC7832"/>
                </a:solidFill>
                <a:latin typeface="Consolas" panose="020B0609020204030204" pitchFamily="49" charset="0"/>
              </a:rPr>
              <a:t>,</a:t>
            </a:r>
            <a:br>
              <a:rPr lang="nl-NL" sz="1600" b="0" i="0" dirty="0">
                <a:solidFill>
                  <a:srgbClr val="CC7832"/>
                </a:solidFill>
                <a:latin typeface="Consolas" panose="020B0609020204030204" pitchFamily="49" charset="0"/>
              </a:rPr>
            </a:b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foreground</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'blue'</a:t>
            </a:r>
            <a:r>
              <a:rPr lang="nl-NL" sz="1600" b="0" i="0" dirty="0">
                <a:solidFill>
                  <a:srgbClr val="CC7832"/>
                </a:solidFill>
                <a:latin typeface="Consolas" panose="020B0609020204030204" pitchFamily="49" charset="0"/>
              </a:rPr>
              <a:t>,</a:t>
            </a:r>
            <a:br>
              <a:rPr lang="nl-NL" sz="1600" b="0" i="0" dirty="0">
                <a:solidFill>
                  <a:srgbClr val="CC7832"/>
                </a:solidFill>
                <a:latin typeface="Consolas" panose="020B0609020204030204" pitchFamily="49" charset="0"/>
              </a:rPr>
            </a:b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font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Helvetica</a:t>
            </a:r>
            <a:r>
              <a:rPr lang="nl-NL" sz="1600" b="0" i="0" dirty="0">
                <a:solidFill>
                  <a:srgbClr val="6A8759"/>
                </a:solidFill>
                <a:latin typeface="Consolas" panose="020B0609020204030204" pitchFamily="49" charset="0"/>
              </a:rPr>
              <a:t>'</a:t>
            </a:r>
            <a:r>
              <a:rPr lang="nl-NL" sz="1600" b="0" i="0" dirty="0">
                <a:solidFill>
                  <a:srgbClr val="CC7832"/>
                </a:solidFill>
                <a:latin typeface="Consolas" panose="020B0609020204030204" pitchFamily="49" charset="0"/>
              </a:rPr>
              <a:t>, </a:t>
            </a:r>
            <a:r>
              <a:rPr lang="nl-NL" sz="1600" b="0" i="0" dirty="0">
                <a:solidFill>
                  <a:srgbClr val="6897BB"/>
                </a:solidFill>
                <a:latin typeface="Consolas" panose="020B0609020204030204" pitchFamily="49" charset="0"/>
              </a:rPr>
              <a:t>16</a:t>
            </a:r>
            <a:r>
              <a:rPr lang="nl-NL" sz="1600" b="0" i="0" dirty="0">
                <a:solidFill>
                  <a:srgbClr val="CC7832"/>
                </a:solidFill>
                <a:latin typeface="Consolas" panose="020B0609020204030204" pitchFamily="49" charset="0"/>
              </a:rPr>
              <a:t>, </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bold</a:t>
            </a:r>
            <a:r>
              <a:rPr lang="nl-NL" sz="1600" b="0" i="0" dirty="0">
                <a:solidFill>
                  <a:srgbClr val="6A8759"/>
                </a:solidFill>
                <a:latin typeface="Consolas" panose="020B0609020204030204" pitchFamily="49" charset="0"/>
              </a:rPr>
              <a:t> italic'</a:t>
            </a:r>
            <a:r>
              <a:rPr lang="nl-NL" sz="1600" b="0" i="0" dirty="0">
                <a:solidFill>
                  <a:srgbClr val="A9B7C6"/>
                </a:solidFill>
                <a:latin typeface="Consolas" panose="020B0609020204030204" pitchFamily="49" charset="0"/>
              </a:rPr>
              <a:t>)</a:t>
            </a:r>
            <a:r>
              <a:rPr lang="nl-NL" sz="1600" b="0" i="0" dirty="0">
                <a:solidFill>
                  <a:srgbClr val="CC7832"/>
                </a:solidFill>
                <a:latin typeface="Consolas" panose="020B0609020204030204" pitchFamily="49" charset="0"/>
              </a:rPr>
              <a:t>,</a:t>
            </a:r>
            <a:br>
              <a:rPr lang="nl-NL" sz="1600" b="0" i="0" dirty="0">
                <a:solidFill>
                  <a:srgbClr val="CC7832"/>
                </a:solidFill>
                <a:latin typeface="Consolas" panose="020B0609020204030204" pitchFamily="49" charset="0"/>
              </a:rPr>
            </a:b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width</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15</a:t>
            </a:r>
            <a:r>
              <a:rPr lang="nl-NL" sz="1600" b="0" i="0" dirty="0">
                <a:solidFill>
                  <a:srgbClr val="CC7832"/>
                </a:solidFill>
                <a:latin typeface="Consolas" panose="020B0609020204030204" pitchFamily="49" charset="0"/>
              </a:rPr>
              <a:t>,</a:t>
            </a:r>
            <a:br>
              <a:rPr lang="nl-NL" sz="1600" b="0" i="0" dirty="0">
                <a:solidFill>
                  <a:srgbClr val="CC7832"/>
                </a:solidFill>
                <a:latin typeface="Consolas" panose="020B0609020204030204" pitchFamily="49" charset="0"/>
              </a:rPr>
            </a:b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8</a:t>
            </a:r>
            <a:r>
              <a:rPr lang="nl-NL" sz="1600" b="0" i="0" dirty="0">
                <a:solidFill>
                  <a:srgbClr val="A9B7C6"/>
                </a:solidFill>
                <a:latin typeface="Consolas" panose="020B0609020204030204" pitchFamily="49" charset="0"/>
              </a:rPr>
              <a:t>)</a:t>
            </a:r>
          </a:p>
          <a:p>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p>
          <a:p>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1754326"/>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Er </a:t>
            </a:r>
            <a:r>
              <a:rPr kumimoji="0" lang="en-US" b="0" i="0" u="none" strike="noStrike" kern="0" cap="none" spc="0" normalizeH="0" baseline="0" noProof="0" dirty="0" err="1">
                <a:ln>
                  <a:noFill/>
                </a:ln>
                <a:solidFill>
                  <a:srgbClr val="294171"/>
                </a:solidFill>
                <a:effectLst/>
                <a:uLnTx/>
                <a:uFillTx/>
              </a:rPr>
              <a:t>zijn</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verschillende</a:t>
            </a:r>
            <a:r>
              <a:rPr kumimoji="0" lang="en-US" b="0" i="0" u="none" strike="noStrike" kern="0" cap="none" spc="0" normalizeH="0" baseline="0" noProof="0" dirty="0">
                <a:ln>
                  <a:noFill/>
                </a:ln>
                <a:solidFill>
                  <a:srgbClr val="294171"/>
                </a:solidFill>
                <a:effectLst/>
                <a:uLnTx/>
                <a:uFillTx/>
              </a:rPr>
              <a:t> </a:t>
            </a:r>
            <a:r>
              <a:rPr kumimoji="0" lang="en-US" b="0" i="1" u="none" strike="noStrike" kern="0" cap="none" spc="0" normalizeH="0" baseline="0" noProof="0" dirty="0" err="1">
                <a:ln>
                  <a:noFill/>
                </a:ln>
                <a:solidFill>
                  <a:srgbClr val="294171"/>
                </a:solidFill>
                <a:effectLst/>
                <a:uLnTx/>
                <a:uFillTx/>
              </a:rPr>
              <a:t>optionele</a:t>
            </a:r>
            <a:r>
              <a:rPr kumimoji="0" lang="en-US" b="0" i="0" u="none" strike="noStrike" kern="0" cap="none" spc="0" normalizeH="0" baseline="0" noProof="0" dirty="0">
                <a:ln>
                  <a:noFill/>
                </a:ln>
                <a:solidFill>
                  <a:srgbClr val="294171"/>
                </a:solidFill>
                <a:effectLst/>
                <a:uLnTx/>
                <a:uFillTx/>
              </a:rPr>
              <a:t> parameters die </a:t>
            </a:r>
            <a:r>
              <a:rPr lang="en-US" kern="0" dirty="0">
                <a:solidFill>
                  <a:srgbClr val="294171"/>
                </a:solidFill>
              </a:rPr>
              <a:t>het </a:t>
            </a:r>
            <a:r>
              <a:rPr lang="en-US" kern="0" dirty="0" err="1">
                <a:solidFill>
                  <a:srgbClr val="294171"/>
                </a:solidFill>
              </a:rPr>
              <a:t>uiterlijk</a:t>
            </a:r>
            <a:r>
              <a:rPr lang="en-US" kern="0" dirty="0">
                <a:solidFill>
                  <a:srgbClr val="294171"/>
                </a:solidFill>
              </a:rPr>
              <a:t> </a:t>
            </a:r>
            <a:r>
              <a:rPr kumimoji="0" lang="en-US" b="0" i="0" u="none" strike="noStrike" kern="0" cap="none" spc="0" normalizeH="0" baseline="0" noProof="0" dirty="0">
                <a:ln>
                  <a:noFill/>
                </a:ln>
                <a:solidFill>
                  <a:srgbClr val="294171"/>
                </a:solidFill>
                <a:effectLst/>
                <a:uLnTx/>
                <a:uFillTx/>
              </a:rPr>
              <a:t>van </a:t>
            </a:r>
            <a:r>
              <a:rPr kumimoji="0" lang="en-US" b="0" i="0" u="none" strike="noStrike" kern="0" cap="none" spc="0" normalizeH="0" baseline="0" noProof="0" dirty="0" err="1">
                <a:ln>
                  <a:noFill/>
                </a:ln>
                <a:solidFill>
                  <a:srgbClr val="294171"/>
                </a:solidFill>
                <a:effectLst/>
                <a:uLnTx/>
                <a:uFillTx/>
              </a:rPr>
              <a:t>een</a:t>
            </a:r>
            <a:r>
              <a:rPr kumimoji="0" lang="en-US" b="0" i="0" u="none" strike="noStrike" kern="0" cap="none" spc="0" normalizeH="0" baseline="0" noProof="0" dirty="0">
                <a:ln>
                  <a:noFill/>
                </a:ln>
                <a:solidFill>
                  <a:srgbClr val="294171"/>
                </a:solidFill>
                <a:effectLst/>
                <a:uLnTx/>
                <a:uFillTx/>
              </a:rPr>
              <a:t> Label </a:t>
            </a:r>
            <a:r>
              <a:rPr kumimoji="0" lang="en-US" b="0" i="0" u="none" strike="noStrike" kern="0" cap="none" spc="0" normalizeH="0" baseline="0" noProof="0" dirty="0" err="1">
                <a:ln>
                  <a:noFill/>
                </a:ln>
                <a:solidFill>
                  <a:srgbClr val="294171"/>
                </a:solidFill>
                <a:effectLst/>
                <a:uLnTx/>
                <a:uFillTx/>
              </a:rPr>
              <a:t>beïnvloeden</a:t>
            </a:r>
            <a:r>
              <a:rPr kumimoji="0" lang="en-US" b="0" i="0" u="none" strike="noStrike" kern="0" cap="none" spc="0" normalizeH="0" baseline="0" noProof="0" dirty="0">
                <a:ln>
                  <a:noFill/>
                </a:ln>
                <a:solidFill>
                  <a:srgbClr val="294171"/>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294171"/>
                </a:solidFill>
                <a:effectLst/>
                <a:uLnTx/>
                <a:uFillTx/>
                <a:latin typeface="Consolas" panose="020B0609020204030204" pitchFamily="49" charset="0"/>
              </a:rPr>
              <a:t>height/width</a:t>
            </a:r>
            <a:r>
              <a:rPr kumimoji="0" lang="en-US" b="0" i="0" u="none" strike="noStrike" kern="0" cap="none" spc="0" normalizeH="0" baseline="0" noProof="0" dirty="0">
                <a:ln>
                  <a:noFill/>
                </a:ln>
                <a:solidFill>
                  <a:srgbClr val="294171"/>
                </a:solidFill>
                <a:effectLst/>
                <a:uLnTx/>
                <a:uFillTx/>
              </a:rPr>
              <a:t>: in </a:t>
            </a:r>
            <a:r>
              <a:rPr kumimoji="0" lang="en-US" b="0" i="0" u="none" strike="noStrike" kern="0" cap="none" spc="0" normalizeH="0" baseline="0" noProof="0" dirty="0" err="1">
                <a:ln>
                  <a:noFill/>
                </a:ln>
                <a:solidFill>
                  <a:srgbClr val="294171"/>
                </a:solidFill>
                <a:effectLst/>
                <a:uLnTx/>
                <a:uFillTx/>
              </a:rPr>
              <a:t>karakters</a:t>
            </a:r>
            <a:r>
              <a:rPr kumimoji="0" lang="en-US" b="0" i="0" u="none" strike="noStrike" kern="0" cap="none" spc="0" normalizeH="0" baseline="0" noProof="0" dirty="0">
                <a:ln>
                  <a:noFill/>
                </a:ln>
                <a:solidFill>
                  <a:srgbClr val="294171"/>
                </a:solidFill>
                <a:effectLst/>
                <a:uLnTx/>
                <a:uFillTx/>
              </a:rPr>
              <a:t> of pixels (</a:t>
            </a:r>
            <a:r>
              <a:rPr kumimoji="0" lang="en-US" b="0" i="0" u="none" strike="noStrike" kern="0" cap="none" spc="0" normalizeH="0" baseline="0" noProof="0" dirty="0" err="1">
                <a:ln>
                  <a:noFill/>
                </a:ln>
                <a:solidFill>
                  <a:srgbClr val="294171"/>
                </a:solidFill>
                <a:effectLst/>
                <a:uLnTx/>
                <a:uFillTx/>
              </a:rPr>
              <a:t>plaatjes</a:t>
            </a:r>
            <a:r>
              <a:rPr kumimoji="0" lang="en-US" b="0" i="0" u="none" strike="noStrike" kern="0" cap="none" spc="0" normalizeH="0" baseline="0" noProof="0" dirty="0">
                <a:ln>
                  <a:noFill/>
                </a:ln>
                <a:solidFill>
                  <a:srgbClr val="294171"/>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r>
              <a:rPr lang="en-US" sz="1600" kern="0" dirty="0">
                <a:solidFill>
                  <a:srgbClr val="294171"/>
                </a:solidFill>
                <a:latin typeface="Consolas" panose="020B0609020204030204" pitchFamily="49" charset="0"/>
              </a:rPr>
              <a:t>relief</a:t>
            </a:r>
            <a:r>
              <a:rPr lang="en-US" kern="0" dirty="0">
                <a:solidFill>
                  <a:srgbClr val="294171"/>
                </a:solidFill>
              </a:rPr>
              <a:t>: FLAT/GROOVE/RAISED/RIDGE/SUNKEN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err="1">
                <a:ln>
                  <a:noFill/>
                </a:ln>
                <a:solidFill>
                  <a:srgbClr val="294171"/>
                </a:solidFill>
                <a:effectLst/>
                <a:uLnTx/>
                <a:uFillTx/>
                <a:latin typeface="Consolas" panose="020B0609020204030204" pitchFamily="49" charset="0"/>
              </a:rPr>
              <a:t>borderwidth</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standaard</a:t>
            </a:r>
            <a:r>
              <a:rPr kumimoji="0" lang="en-US" b="0" i="0" u="none" strike="noStrike" kern="0" cap="none" spc="0" normalizeH="0" baseline="0" noProof="0" dirty="0">
                <a:ln>
                  <a:noFill/>
                </a:ln>
                <a:solidFill>
                  <a:srgbClr val="294171"/>
                </a:solidFill>
                <a:effectLst/>
                <a:uLnTx/>
                <a:uFillTx/>
              </a:rPr>
              <a:t> 0</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Afbeelding 7">
            <a:extLst>
              <a:ext uri="{FF2B5EF4-FFF2-40B4-BE49-F238E27FC236}">
                <a16:creationId xmlns:a16="http://schemas.microsoft.com/office/drawing/2014/main" id="{AE0DF5DE-030D-AA30-EFDF-D69EC0491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426063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Labels </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afbeeldingen</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1015663"/>
          </a:xfrm>
          <a:prstGeom prst="rect">
            <a:avLst/>
          </a:prstGeom>
        </p:spPr>
        <p:txBody>
          <a:bodyPr wrap="square">
            <a:spAutoFit/>
          </a:bodyPr>
          <a:lstStyle/>
          <a:p>
            <a:pPr fontAlgn="base">
              <a:spcBef>
                <a:spcPct val="0"/>
              </a:spcBef>
              <a:spcAft>
                <a:spcPct val="0"/>
              </a:spcAft>
              <a:defRPr/>
            </a:pPr>
            <a:r>
              <a:rPr lang="en-US" sz="2000" kern="0" dirty="0">
                <a:solidFill>
                  <a:srgbClr val="294171"/>
                </a:solidFill>
              </a:rPr>
              <a:t>Een Label </a:t>
            </a:r>
            <a:r>
              <a:rPr lang="en-US" sz="2000" kern="0" dirty="0" err="1">
                <a:solidFill>
                  <a:srgbClr val="294171"/>
                </a:solidFill>
              </a:rPr>
              <a:t>kan</a:t>
            </a:r>
            <a:r>
              <a:rPr lang="en-US" sz="2000" kern="0" dirty="0">
                <a:solidFill>
                  <a:srgbClr val="294171"/>
                </a:solidFill>
              </a:rPr>
              <a:t> </a:t>
            </a:r>
            <a:r>
              <a:rPr lang="en-US" sz="2000" kern="0" dirty="0" err="1">
                <a:solidFill>
                  <a:srgbClr val="294171"/>
                </a:solidFill>
              </a:rPr>
              <a:t>meer</a:t>
            </a:r>
            <a:r>
              <a:rPr lang="en-US" sz="2000" kern="0" dirty="0">
                <a:solidFill>
                  <a:srgbClr val="294171"/>
                </a:solidFill>
              </a:rPr>
              <a:t> dan </a:t>
            </a:r>
            <a:r>
              <a:rPr lang="en-US" sz="2000" kern="0" dirty="0" err="1">
                <a:solidFill>
                  <a:srgbClr val="294171"/>
                </a:solidFill>
              </a:rPr>
              <a:t>alleen</a:t>
            </a:r>
            <a:r>
              <a:rPr lang="en-US" sz="2000" kern="0" dirty="0">
                <a:solidFill>
                  <a:srgbClr val="294171"/>
                </a:solidFill>
              </a:rPr>
              <a:t> </a:t>
            </a:r>
            <a:r>
              <a:rPr lang="en-US" sz="2000" kern="0" dirty="0" err="1">
                <a:solidFill>
                  <a:srgbClr val="294171"/>
                </a:solidFill>
              </a:rPr>
              <a:t>tekst</a:t>
            </a:r>
            <a:r>
              <a:rPr lang="en-US" sz="2000" kern="0" dirty="0">
                <a:solidFill>
                  <a:srgbClr val="294171"/>
                </a:solidFill>
              </a:rPr>
              <a:t> </a:t>
            </a:r>
            <a:r>
              <a:rPr lang="en-US" sz="2000" kern="0" dirty="0" err="1">
                <a:solidFill>
                  <a:srgbClr val="294171"/>
                </a:solidFill>
              </a:rPr>
              <a:t>tonen</a:t>
            </a:r>
            <a:r>
              <a:rPr lang="en-US" sz="2000" kern="0" dirty="0">
                <a:solidFill>
                  <a:srgbClr val="294171"/>
                </a:solidFill>
              </a:rPr>
              <a:t>. Om </a:t>
            </a:r>
            <a:r>
              <a:rPr lang="en-US" sz="2000" kern="0" dirty="0" err="1">
                <a:solidFill>
                  <a:srgbClr val="294171"/>
                </a:solidFill>
              </a:rPr>
              <a:t>een</a:t>
            </a:r>
            <a:r>
              <a:rPr lang="en-US" sz="2000" kern="0" dirty="0">
                <a:solidFill>
                  <a:srgbClr val="294171"/>
                </a:solidFill>
              </a:rPr>
              <a:t> </a:t>
            </a:r>
            <a:r>
              <a:rPr lang="en-US" sz="2000" kern="0" dirty="0" err="1">
                <a:solidFill>
                  <a:srgbClr val="294171"/>
                </a:solidFill>
              </a:rPr>
              <a:t>afbeelding</a:t>
            </a:r>
            <a:r>
              <a:rPr lang="en-US" sz="2000" kern="0" dirty="0">
                <a:solidFill>
                  <a:srgbClr val="294171"/>
                </a:solidFill>
              </a:rPr>
              <a:t> </a:t>
            </a:r>
            <a:r>
              <a:rPr lang="en-US" sz="2000" kern="0" dirty="0" err="1">
                <a:solidFill>
                  <a:srgbClr val="294171"/>
                </a:solidFill>
              </a:rPr>
              <a:t>te</a:t>
            </a:r>
            <a:r>
              <a:rPr lang="en-US" sz="2000" kern="0" dirty="0">
                <a:solidFill>
                  <a:srgbClr val="294171"/>
                </a:solidFill>
              </a:rPr>
              <a:t> </a:t>
            </a:r>
            <a:r>
              <a:rPr lang="en-US" sz="2000" kern="0" dirty="0" err="1">
                <a:solidFill>
                  <a:srgbClr val="294171"/>
                </a:solidFill>
              </a:rPr>
              <a:t>tonen</a:t>
            </a:r>
            <a:r>
              <a:rPr lang="en-US" sz="2000" kern="0" dirty="0">
                <a:solidFill>
                  <a:srgbClr val="294171"/>
                </a:solidFill>
              </a:rPr>
              <a:t>, </a:t>
            </a:r>
            <a:r>
              <a:rPr lang="en-US" sz="2000" kern="0" dirty="0" err="1">
                <a:solidFill>
                  <a:srgbClr val="294171"/>
                </a:solidFill>
              </a:rPr>
              <a:t>moet</a:t>
            </a:r>
            <a:r>
              <a:rPr lang="en-US" sz="2000" kern="0" dirty="0">
                <a:solidFill>
                  <a:srgbClr val="294171"/>
                </a:solidFill>
              </a:rPr>
              <a:t> je parameter </a:t>
            </a:r>
            <a:r>
              <a:rPr lang="en-US" sz="2000" i="1" kern="0" dirty="0">
                <a:solidFill>
                  <a:srgbClr val="294171"/>
                </a:solidFill>
              </a:rPr>
              <a:t>image </a:t>
            </a:r>
            <a:r>
              <a:rPr lang="en-US" sz="2000" kern="0" dirty="0" err="1">
                <a:solidFill>
                  <a:srgbClr val="294171"/>
                </a:solidFill>
              </a:rPr>
              <a:t>gebruiken</a:t>
            </a:r>
            <a:r>
              <a:rPr lang="en-US" sz="2000" kern="0" dirty="0">
                <a:solidFill>
                  <a:srgbClr val="294171"/>
                </a:solidFill>
              </a:rPr>
              <a:t> </a:t>
            </a:r>
            <a:r>
              <a:rPr lang="en-US" sz="2000" kern="0" dirty="0" err="1">
                <a:solidFill>
                  <a:srgbClr val="294171"/>
                </a:solidFill>
              </a:rPr>
              <a:t>bij</a:t>
            </a:r>
            <a:r>
              <a:rPr lang="en-US" sz="2000" kern="0" dirty="0">
                <a:solidFill>
                  <a:srgbClr val="294171"/>
                </a:solidFill>
              </a:rPr>
              <a:t> het </a:t>
            </a:r>
            <a:r>
              <a:rPr lang="en-US" sz="2000" kern="0" dirty="0" err="1">
                <a:solidFill>
                  <a:srgbClr val="294171"/>
                </a:solidFill>
              </a:rPr>
              <a:t>maken</a:t>
            </a:r>
            <a:r>
              <a:rPr lang="en-US" sz="2000" kern="0" dirty="0">
                <a:solidFill>
                  <a:srgbClr val="294171"/>
                </a:solidFill>
              </a:rPr>
              <a:t> van </a:t>
            </a:r>
            <a:r>
              <a:rPr lang="en-US" sz="2000" kern="0" dirty="0" err="1">
                <a:solidFill>
                  <a:srgbClr val="294171"/>
                </a:solidFill>
              </a:rPr>
              <a:t>een</a:t>
            </a:r>
            <a:r>
              <a:rPr lang="en-US" sz="2000" kern="0" dirty="0">
                <a:solidFill>
                  <a:srgbClr val="294171"/>
                </a:solidFill>
              </a:rPr>
              <a:t> Label, in </a:t>
            </a:r>
            <a:r>
              <a:rPr lang="en-US" sz="2000" kern="0" dirty="0" err="1">
                <a:solidFill>
                  <a:srgbClr val="294171"/>
                </a:solidFill>
              </a:rPr>
              <a:t>plaats</a:t>
            </a:r>
            <a:r>
              <a:rPr lang="en-US" sz="2000" kern="0" dirty="0">
                <a:solidFill>
                  <a:srgbClr val="294171"/>
                </a:solidFill>
              </a:rPr>
              <a:t> van de </a:t>
            </a:r>
            <a:r>
              <a:rPr lang="en-US" sz="2000" i="1" kern="0" dirty="0">
                <a:solidFill>
                  <a:srgbClr val="294171"/>
                </a:solidFill>
              </a:rPr>
              <a:t>text </a:t>
            </a:r>
            <a:r>
              <a:rPr lang="en-US" sz="2000" kern="0" dirty="0">
                <a:solidFill>
                  <a:srgbClr val="294171"/>
                </a:solidFill>
              </a:rPr>
              <a:t>parameter. </a:t>
            </a:r>
          </a:p>
          <a:p>
            <a:pPr fontAlgn="base">
              <a:spcBef>
                <a:spcPct val="0"/>
              </a:spcBef>
              <a:spcAft>
                <a:spcPct val="0"/>
              </a:spcAft>
              <a:defRPr/>
            </a:pPr>
            <a:endParaRPr lang="en-US" sz="2000" kern="0" dirty="0">
              <a:solidFill>
                <a:srgbClr val="294171"/>
              </a:solidFill>
            </a:endParaRPr>
          </a:p>
        </p:txBody>
      </p:sp>
      <p:sp>
        <p:nvSpPr>
          <p:cNvPr id="6" name="Tekstvak 5">
            <a:extLst>
              <a:ext uri="{FF2B5EF4-FFF2-40B4-BE49-F238E27FC236}">
                <a16:creationId xmlns:a16="http://schemas.microsoft.com/office/drawing/2014/main" id="{1A67FB55-4DE9-A6F9-2D17-ACAD86D1F7A8}"/>
              </a:ext>
            </a:extLst>
          </p:cNvPr>
          <p:cNvSpPr txBox="1"/>
          <p:nvPr/>
        </p:nvSpPr>
        <p:spPr>
          <a:xfrm>
            <a:off x="485775" y="2790627"/>
            <a:ext cx="4381500" cy="2308324"/>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img</a:t>
            </a:r>
            <a:r>
              <a:rPr lang="nl-NL" sz="1600" b="0" i="0" dirty="0">
                <a:solidFill>
                  <a:srgbClr val="A9B7C6"/>
                </a:solidFill>
                <a:latin typeface="Consolas" panose="020B0609020204030204" pitchFamily="49" charset="0"/>
              </a:rPr>
              <a:t> = </a:t>
            </a:r>
            <a:r>
              <a:rPr lang="nl-NL" sz="1600" b="0" i="0" dirty="0" err="1">
                <a:solidFill>
                  <a:srgbClr val="A9B7C6"/>
                </a:solidFill>
                <a:latin typeface="Consolas" panose="020B0609020204030204" pitchFamily="49" charset="0"/>
              </a:rPr>
              <a:t>PhotoImage</a:t>
            </a:r>
            <a:r>
              <a:rPr lang="nl-NL" sz="1600" b="0" i="0" dirty="0">
                <a:solidFill>
                  <a:srgbClr val="A9B7C6"/>
                </a:solidFill>
                <a:latin typeface="Consolas" panose="020B0609020204030204" pitchFamily="49" charset="0"/>
              </a:rPr>
              <a:t>(</a:t>
            </a:r>
            <a:r>
              <a:rPr lang="nl-NL" sz="1600" b="0" i="0" dirty="0">
                <a:solidFill>
                  <a:srgbClr val="AA4926"/>
                </a:solidFill>
                <a:latin typeface="Consolas" panose="020B0609020204030204" pitchFamily="49" charset="0"/>
              </a:rPr>
              <a:t>file</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'beach.png'</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image</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img</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400" b="0" i="0" dirty="0">
              <a:solidFill>
                <a:srgbClr val="A9B7C6"/>
              </a:solidFill>
              <a:latin typeface="Consolas" panose="020B0609020204030204" pitchFamily="49" charset="0"/>
            </a:endParaRPr>
          </a:p>
        </p:txBody>
      </p:sp>
      <p:pic>
        <p:nvPicPr>
          <p:cNvPr id="10" name="Afbeelding 9">
            <a:extLst>
              <a:ext uri="{FF2B5EF4-FFF2-40B4-BE49-F238E27FC236}">
                <a16:creationId xmlns:a16="http://schemas.microsoft.com/office/drawing/2014/main" id="{E565316A-7008-8854-4B93-D641C589E4EB}"/>
              </a:ext>
            </a:extLst>
          </p:cNvPr>
          <p:cNvPicPr>
            <a:picLocks noChangeAspect="1"/>
          </p:cNvPicPr>
          <p:nvPr/>
        </p:nvPicPr>
        <p:blipFill>
          <a:blip r:embed="rId2"/>
          <a:stretch>
            <a:fillRect/>
          </a:stretch>
        </p:blipFill>
        <p:spPr>
          <a:xfrm>
            <a:off x="6260766" y="2763151"/>
            <a:ext cx="5445459" cy="3891949"/>
          </a:xfrm>
          <a:prstGeom prst="rect">
            <a:avLst/>
          </a:prstGeom>
        </p:spPr>
      </p:pic>
      <p:sp>
        <p:nvSpPr>
          <p:cNvPr id="7" name="Tekstvak 6">
            <a:extLst>
              <a:ext uri="{FF2B5EF4-FFF2-40B4-BE49-F238E27FC236}">
                <a16:creationId xmlns:a16="http://schemas.microsoft.com/office/drawing/2014/main" id="{E8B0EB2A-A6AD-9CCC-4912-77CD8058B3CA}"/>
              </a:ext>
            </a:extLst>
          </p:cNvPr>
          <p:cNvSpPr txBox="1"/>
          <p:nvPr/>
        </p:nvSpPr>
        <p:spPr>
          <a:xfrm>
            <a:off x="485775" y="5495902"/>
            <a:ext cx="4962918" cy="830997"/>
          </a:xfrm>
          <a:prstGeom prst="rect">
            <a:avLst/>
          </a:prstGeom>
          <a:noFill/>
        </p:spPr>
        <p:txBody>
          <a:bodyPr wrap="square">
            <a:spAutoFit/>
          </a:bodyPr>
          <a:lstStyle/>
          <a:p>
            <a:pPr fontAlgn="base">
              <a:spcBef>
                <a:spcPct val="0"/>
              </a:spcBef>
              <a:spcAft>
                <a:spcPct val="0"/>
              </a:spcAft>
              <a:defRPr/>
            </a:pPr>
            <a:r>
              <a:rPr lang="en-US" sz="1600" kern="0" dirty="0">
                <a:solidFill>
                  <a:srgbClr val="294171"/>
                </a:solidFill>
              </a:rPr>
              <a:t>Parameters </a:t>
            </a:r>
            <a:r>
              <a:rPr lang="en-US" sz="1600" i="1" kern="0" dirty="0">
                <a:solidFill>
                  <a:srgbClr val="294171"/>
                </a:solidFill>
              </a:rPr>
              <a:t>width </a:t>
            </a:r>
            <a:r>
              <a:rPr lang="en-US" sz="1600" kern="0" dirty="0" err="1">
                <a:solidFill>
                  <a:srgbClr val="294171"/>
                </a:solidFill>
              </a:rPr>
              <a:t>en</a:t>
            </a:r>
            <a:r>
              <a:rPr lang="en-US" sz="1600" kern="0" dirty="0">
                <a:solidFill>
                  <a:srgbClr val="294171"/>
                </a:solidFill>
              </a:rPr>
              <a:t> </a:t>
            </a:r>
            <a:r>
              <a:rPr lang="en-US" sz="1600" i="1" kern="0" dirty="0">
                <a:solidFill>
                  <a:srgbClr val="294171"/>
                </a:solidFill>
              </a:rPr>
              <a:t>height</a:t>
            </a:r>
            <a:r>
              <a:rPr lang="en-US" sz="1600" kern="0" dirty="0">
                <a:solidFill>
                  <a:srgbClr val="294171"/>
                </a:solidFill>
              </a:rPr>
              <a:t> </a:t>
            </a:r>
            <a:r>
              <a:rPr lang="en-US" sz="1600" kern="0" dirty="0" err="1">
                <a:solidFill>
                  <a:srgbClr val="294171"/>
                </a:solidFill>
              </a:rPr>
              <a:t>bepalen</a:t>
            </a:r>
            <a:r>
              <a:rPr lang="en-US" sz="1600" kern="0" dirty="0">
                <a:solidFill>
                  <a:srgbClr val="294171"/>
                </a:solidFill>
              </a:rPr>
              <a:t> de </a:t>
            </a:r>
            <a:r>
              <a:rPr lang="en-US" sz="1600" kern="0" dirty="0" err="1">
                <a:solidFill>
                  <a:srgbClr val="294171"/>
                </a:solidFill>
              </a:rPr>
              <a:t>grootte</a:t>
            </a:r>
            <a:r>
              <a:rPr lang="en-US" sz="1600" kern="0" dirty="0">
                <a:solidFill>
                  <a:srgbClr val="294171"/>
                </a:solidFill>
              </a:rPr>
              <a:t> van het label in pixels. Als je ze </a:t>
            </a:r>
            <a:r>
              <a:rPr lang="en-US" sz="1600" kern="0" dirty="0" err="1">
                <a:solidFill>
                  <a:srgbClr val="294171"/>
                </a:solidFill>
              </a:rPr>
              <a:t>weglaat</a:t>
            </a:r>
            <a:r>
              <a:rPr lang="en-US" sz="1600" kern="0" dirty="0">
                <a:solidFill>
                  <a:srgbClr val="294171"/>
                </a:solidFill>
              </a:rPr>
              <a:t>, </a:t>
            </a:r>
            <a:r>
              <a:rPr lang="en-US" sz="1600" kern="0" dirty="0" err="1">
                <a:solidFill>
                  <a:srgbClr val="294171"/>
                </a:solidFill>
              </a:rPr>
              <a:t>wordt</a:t>
            </a:r>
            <a:r>
              <a:rPr lang="en-US" sz="1600" kern="0" dirty="0">
                <a:solidFill>
                  <a:srgbClr val="294171"/>
                </a:solidFill>
              </a:rPr>
              <a:t> de </a:t>
            </a:r>
            <a:r>
              <a:rPr lang="en-US" sz="1600" kern="0" dirty="0" err="1">
                <a:solidFill>
                  <a:srgbClr val="294171"/>
                </a:solidFill>
              </a:rPr>
              <a:t>resolutie</a:t>
            </a:r>
            <a:r>
              <a:rPr lang="en-US" sz="1600" kern="0" dirty="0">
                <a:solidFill>
                  <a:srgbClr val="294171"/>
                </a:solidFill>
              </a:rPr>
              <a:t> van de </a:t>
            </a:r>
            <a:r>
              <a:rPr lang="en-US" sz="1600" kern="0" dirty="0" err="1">
                <a:solidFill>
                  <a:srgbClr val="294171"/>
                </a:solidFill>
              </a:rPr>
              <a:t>afbeelding</a:t>
            </a:r>
            <a:r>
              <a:rPr lang="en-US" sz="1600" kern="0" dirty="0">
                <a:solidFill>
                  <a:srgbClr val="294171"/>
                </a:solidFill>
              </a:rPr>
              <a:t> </a:t>
            </a:r>
            <a:r>
              <a:rPr lang="en-US" sz="1600" kern="0" dirty="0" err="1">
                <a:solidFill>
                  <a:srgbClr val="294171"/>
                </a:solidFill>
              </a:rPr>
              <a:t>gebruikt</a:t>
            </a:r>
            <a:r>
              <a:rPr lang="en-US" sz="1600" kern="0" dirty="0">
                <a:solidFill>
                  <a:srgbClr val="294171"/>
                </a:solidFill>
              </a:rPr>
              <a:t>.</a:t>
            </a:r>
          </a:p>
        </p:txBody>
      </p:sp>
    </p:spTree>
    <p:extLst>
      <p:ext uri="{BB962C8B-B14F-4D97-AF65-F5344CB8AC3E}">
        <p14:creationId xmlns:p14="http://schemas.microsoft.com/office/powerpoint/2010/main" val="3665419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Ons </a:t>
            </a:r>
            <a:r>
              <a:rPr kumimoji="0" lang="en-US" sz="3600" b="1" i="0" u="none" strike="noStrike" kern="0" cap="none" spc="0" normalizeH="0" baseline="0" noProof="0" dirty="0" err="1">
                <a:ln>
                  <a:noFill/>
                </a:ln>
                <a:solidFill>
                  <a:prstClr val="black"/>
                </a:solidFill>
                <a:effectLst/>
                <a:uLnTx/>
                <a:uFillTx/>
              </a:rPr>
              <a:t>definitieve</a:t>
            </a:r>
            <a:r>
              <a:rPr kumimoji="0" lang="en-US" sz="3600" b="1" i="0" u="none" strike="noStrike" kern="0" cap="none" spc="0" normalizeH="0" baseline="0" noProof="0" dirty="0">
                <a:ln>
                  <a:noFill/>
                </a:ln>
                <a:solidFill>
                  <a:prstClr val="black"/>
                </a:solidFill>
                <a:effectLst/>
                <a:uLnTx/>
                <a:uFillTx/>
              </a:rPr>
              <a:t> Label…</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369332"/>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Het Label </a:t>
            </a:r>
            <a:r>
              <a:rPr kumimoji="0" lang="en-US" b="0" i="0" u="none" strike="noStrike" kern="0" cap="none" spc="0" normalizeH="0" baseline="0" noProof="0" dirty="0" err="1">
                <a:ln>
                  <a:noFill/>
                </a:ln>
                <a:solidFill>
                  <a:srgbClr val="294171"/>
                </a:solidFill>
                <a:effectLst/>
                <a:uLnTx/>
                <a:uFillTx/>
              </a:rPr>
              <a:t>dat</a:t>
            </a:r>
            <a:r>
              <a:rPr kumimoji="0" lang="en-US" b="0" i="0" u="none" strike="noStrike" kern="0" cap="none" spc="0" normalizeH="0" baseline="0" noProof="0" dirty="0">
                <a:ln>
                  <a:noFill/>
                </a:ln>
                <a:solidFill>
                  <a:srgbClr val="294171"/>
                </a:solidFill>
                <a:effectLst/>
                <a:uLnTx/>
                <a:uFillTx/>
              </a:rPr>
              <a:t> we </a:t>
            </a:r>
            <a:r>
              <a:rPr kumimoji="0" lang="en-US" b="0" i="0" u="none" strike="noStrike" kern="0" cap="none" spc="0" normalizeH="0" baseline="0" noProof="0" dirty="0" err="1">
                <a:ln>
                  <a:noFill/>
                </a:ln>
                <a:solidFill>
                  <a:srgbClr val="294171"/>
                </a:solidFill>
                <a:effectLst/>
                <a:uLnTx/>
                <a:uFillTx/>
              </a:rPr>
              <a:t>vanaf</a:t>
            </a:r>
            <a:r>
              <a:rPr kumimoji="0" lang="en-US" b="0" i="0" u="none" strike="noStrike" kern="0" cap="none" spc="0" normalizeH="0" baseline="0" noProof="0" dirty="0">
                <a:ln>
                  <a:noFill/>
                </a:ln>
                <a:solidFill>
                  <a:srgbClr val="294171"/>
                </a:solidFill>
                <a:effectLst/>
                <a:uLnTx/>
                <a:uFillTx/>
              </a:rPr>
              <a:t> nu </a:t>
            </a:r>
            <a:r>
              <a:rPr kumimoji="0" lang="en-US" b="0" i="0" u="none" strike="noStrike" kern="0" cap="none" spc="0" normalizeH="0" baseline="0" noProof="0" dirty="0" err="1">
                <a:ln>
                  <a:noFill/>
                </a:ln>
                <a:solidFill>
                  <a:srgbClr val="294171"/>
                </a:solidFill>
                <a:effectLst/>
                <a:uLnTx/>
                <a:uFillTx/>
              </a:rPr>
              <a:t>gebruiken</a:t>
            </a:r>
            <a:r>
              <a:rPr kumimoji="0" lang="en-US" b="0" i="0" u="none" strike="noStrike" kern="0" cap="none" spc="0" normalizeH="0" baseline="0" noProof="0" dirty="0">
                <a:ln>
                  <a:noFill/>
                </a:ln>
                <a:solidFill>
                  <a:srgbClr val="294171"/>
                </a:solidFill>
                <a:effectLst/>
                <a:uLnTx/>
                <a:uFillTx/>
              </a:rPr>
              <a:t>…</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4" name="Afbeelding 3">
            <a:extLst>
              <a:ext uri="{FF2B5EF4-FFF2-40B4-BE49-F238E27FC236}">
                <a16:creationId xmlns:a16="http://schemas.microsoft.com/office/drawing/2014/main" id="{C4FE49C7-701F-CD3B-F74E-A05E22906F66}"/>
              </a:ext>
            </a:extLst>
          </p:cNvPr>
          <p:cNvPicPr>
            <a:picLocks noChangeAspect="1"/>
          </p:cNvPicPr>
          <p:nvPr/>
        </p:nvPicPr>
        <p:blipFill>
          <a:blip r:embed="rId2"/>
          <a:stretch>
            <a:fillRect/>
          </a:stretch>
        </p:blipFill>
        <p:spPr>
          <a:xfrm>
            <a:off x="10312696" y="1470025"/>
            <a:ext cx="1555200" cy="866833"/>
          </a:xfrm>
          <a:prstGeom prst="rect">
            <a:avLst/>
          </a:prstGeom>
        </p:spPr>
      </p:pic>
      <p:pic>
        <p:nvPicPr>
          <p:cNvPr id="10" name="Afbeelding 9">
            <a:extLst>
              <a:ext uri="{FF2B5EF4-FFF2-40B4-BE49-F238E27FC236}">
                <a16:creationId xmlns:a16="http://schemas.microsoft.com/office/drawing/2014/main" id="{F8B115F1-99E2-5D67-FDE2-803E14302C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4126764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Button widget</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2585323"/>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Buttons </a:t>
            </a:r>
            <a:r>
              <a:rPr kumimoji="0" lang="en-US" b="1" i="1" u="none" strike="noStrike" kern="0" cap="none" spc="0" normalizeH="0" baseline="0" noProof="0" dirty="0" err="1">
                <a:ln>
                  <a:noFill/>
                </a:ln>
                <a:solidFill>
                  <a:srgbClr val="294171"/>
                </a:solidFill>
                <a:effectLst/>
                <a:uLnTx/>
                <a:uFillTx/>
              </a:rPr>
              <a:t>kan</a:t>
            </a:r>
            <a:r>
              <a:rPr kumimoji="0" lang="en-US" u="none" strike="noStrike" kern="0" cap="none" spc="0" normalizeH="0" baseline="0" noProof="0" dirty="0">
                <a:ln>
                  <a:noFill/>
                </a:ln>
                <a:solidFill>
                  <a:srgbClr val="294171"/>
                </a:solidFill>
                <a:effectLst/>
                <a:uLnTx/>
                <a:uFillTx/>
              </a:rPr>
              <a:t> je </a:t>
            </a:r>
            <a:r>
              <a:rPr kumimoji="0" lang="en-US" u="none" strike="noStrike" kern="0" cap="none" spc="0" normalizeH="0" baseline="0" noProof="0" dirty="0" err="1">
                <a:ln>
                  <a:noFill/>
                </a:ln>
                <a:solidFill>
                  <a:srgbClr val="294171"/>
                </a:solidFill>
                <a:effectLst/>
                <a:uLnTx/>
                <a:uFillTx/>
              </a:rPr>
              <a:t>gebruiken</a:t>
            </a:r>
            <a:r>
              <a:rPr kumimoji="0" lang="en-US" u="none" strike="noStrike" kern="0" cap="none" spc="0" normalizeH="0" baseline="0" noProof="0" dirty="0">
                <a:ln>
                  <a:noFill/>
                </a:ln>
                <a:solidFill>
                  <a:srgbClr val="294171"/>
                </a:solidFill>
                <a:effectLst/>
                <a:uLnTx/>
                <a:uFillTx/>
              </a:rPr>
              <a:t> </a:t>
            </a:r>
            <a:r>
              <a:rPr kumimoji="0" lang="en-US" u="none" strike="noStrike" kern="0" cap="none" spc="0" normalizeH="0" baseline="0" noProof="0" dirty="0" err="1">
                <a:ln>
                  <a:noFill/>
                </a:ln>
                <a:solidFill>
                  <a:srgbClr val="294171"/>
                </a:solidFill>
                <a:effectLst/>
                <a:uLnTx/>
                <a:uFillTx/>
              </a:rPr>
              <a:t>voor</a:t>
            </a:r>
            <a:r>
              <a:rPr kumimoji="0" lang="en-US" u="none" strike="noStrike" kern="0" cap="none" spc="0" normalizeH="0" baseline="0" noProof="0" dirty="0">
                <a:ln>
                  <a:noFill/>
                </a:ln>
                <a:solidFill>
                  <a:srgbClr val="294171"/>
                </a:solidFill>
                <a:effectLst/>
                <a:uLnTx/>
                <a:uFillTx/>
              </a:rPr>
              <a:t> </a:t>
            </a:r>
            <a:r>
              <a:rPr kumimoji="0" lang="en-US" u="none" strike="noStrike" kern="0" cap="none" spc="0" normalizeH="0" baseline="0" noProof="0" dirty="0" err="1">
                <a:ln>
                  <a:noFill/>
                </a:ln>
                <a:solidFill>
                  <a:srgbClr val="294171"/>
                </a:solidFill>
                <a:effectLst/>
                <a:uLnTx/>
                <a:uFillTx/>
              </a:rPr>
              <a:t>gebruikers-invoer</a:t>
            </a:r>
            <a:r>
              <a:rPr lang="en-US" kern="0" dirty="0">
                <a:solidFill>
                  <a:srgbClr val="294171"/>
                </a:solidFill>
              </a:rPr>
              <a:t>. </a:t>
            </a:r>
            <a:r>
              <a:rPr lang="en-US" kern="0" dirty="0" err="1">
                <a:solidFill>
                  <a:srgbClr val="294171"/>
                </a:solidFill>
              </a:rPr>
              <a:t>Deze</a:t>
            </a:r>
            <a:r>
              <a:rPr lang="en-US" kern="0" dirty="0">
                <a:solidFill>
                  <a:srgbClr val="294171"/>
                </a:solidFill>
              </a:rPr>
              <a:t> Button is nu </a:t>
            </a:r>
            <a:r>
              <a:rPr lang="en-US" kern="0" dirty="0" err="1">
                <a:solidFill>
                  <a:srgbClr val="294171"/>
                </a:solidFill>
              </a:rPr>
              <a:t>nog</a:t>
            </a:r>
            <a:r>
              <a:rPr lang="en-US" kern="0" dirty="0">
                <a:solidFill>
                  <a:srgbClr val="294171"/>
                </a:solidFill>
              </a:rPr>
              <a:t> </a:t>
            </a:r>
            <a:r>
              <a:rPr lang="en-US" kern="0" dirty="0" err="1">
                <a:solidFill>
                  <a:srgbClr val="294171"/>
                </a:solidFill>
              </a:rPr>
              <a:t>niet</a:t>
            </a:r>
            <a:r>
              <a:rPr lang="en-US" kern="0" dirty="0">
                <a:solidFill>
                  <a:srgbClr val="294171"/>
                </a:solidFill>
              </a:rPr>
              <a:t> </a:t>
            </a:r>
            <a:r>
              <a:rPr lang="en-US" kern="0" dirty="0" err="1">
                <a:solidFill>
                  <a:srgbClr val="294171"/>
                </a:solidFill>
              </a:rPr>
              <a:t>interactief</a:t>
            </a:r>
            <a:r>
              <a:rPr lang="en-US" kern="0" dirty="0">
                <a:solidFill>
                  <a:srgbClr val="294171"/>
                </a:solidFill>
              </a:rPr>
              <a:t>!</a:t>
            </a:r>
            <a:endParaRPr kumimoji="0" lang="en-US" b="0" i="0" u="none" strike="noStrike" kern="0" cap="none" spc="0" normalizeH="0" baseline="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lang="en-US" kern="0" dirty="0">
                <a:solidFill>
                  <a:srgbClr val="294171"/>
                </a:solidFill>
              </a:rPr>
              <a:t>Parameter ‘master’ </a:t>
            </a:r>
            <a:r>
              <a:rPr lang="en-US" kern="0" dirty="0" err="1">
                <a:solidFill>
                  <a:srgbClr val="294171"/>
                </a:solidFill>
              </a:rPr>
              <a:t>wijst</a:t>
            </a:r>
            <a:r>
              <a:rPr lang="en-US" kern="0" dirty="0">
                <a:solidFill>
                  <a:srgbClr val="294171"/>
                </a:solidFill>
              </a:rPr>
              <a:t> </a:t>
            </a:r>
            <a:r>
              <a:rPr lang="en-US" kern="0" dirty="0" err="1">
                <a:solidFill>
                  <a:srgbClr val="294171"/>
                </a:solidFill>
              </a:rPr>
              <a:t>naar</a:t>
            </a:r>
            <a:r>
              <a:rPr lang="en-US" kern="0" dirty="0">
                <a:solidFill>
                  <a:srgbClr val="294171"/>
                </a:solidFill>
              </a:rPr>
              <a:t> de widget ‘</a:t>
            </a:r>
            <a:r>
              <a:rPr lang="en-US" kern="0" dirty="0" err="1">
                <a:solidFill>
                  <a:srgbClr val="294171"/>
                </a:solidFill>
              </a:rPr>
              <a:t>waarin</a:t>
            </a:r>
            <a:r>
              <a:rPr lang="en-US" kern="0" dirty="0">
                <a:solidFill>
                  <a:srgbClr val="294171"/>
                </a:solidFill>
              </a:rPr>
              <a:t>’ de Button </a:t>
            </a:r>
            <a:r>
              <a:rPr lang="en-US" i="1" kern="0" dirty="0" err="1">
                <a:solidFill>
                  <a:srgbClr val="294171"/>
                </a:solidFill>
              </a:rPr>
              <a:t>leeft</a:t>
            </a:r>
            <a:r>
              <a:rPr lang="en-US" kern="0" dirty="0">
                <a:solidFill>
                  <a:srgbClr val="294171"/>
                </a:solidFill>
              </a:rPr>
              <a:t>.</a:t>
            </a:r>
            <a:endParaRPr kumimoji="0" lang="en-US" b="0" i="0" u="none" strike="noStrike" kern="0" cap="none" spc="0" normalizeH="0" baseline="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lang="nl-NL" kern="0" noProof="0" dirty="0">
                <a:solidFill>
                  <a:srgbClr val="294171"/>
                </a:solidFill>
              </a:rPr>
              <a:t>Net als bij het Label wordt de </a:t>
            </a:r>
            <a:r>
              <a:rPr lang="nl-NL" kern="0" noProof="0" dirty="0" err="1">
                <a:solidFill>
                  <a:srgbClr val="294171"/>
                </a:solidFill>
              </a:rPr>
              <a:t>text</a:t>
            </a:r>
            <a:r>
              <a:rPr lang="nl-NL" kern="0" noProof="0" dirty="0">
                <a:solidFill>
                  <a:srgbClr val="294171"/>
                </a:solidFill>
              </a:rPr>
              <a:t>-parameter gebruikt voor de tekst op de button, terwijl </a:t>
            </a:r>
            <a:r>
              <a:rPr lang="nl-NL" kern="0" noProof="0" dirty="0" err="1">
                <a:solidFill>
                  <a:srgbClr val="294171"/>
                </a:solidFill>
              </a:rPr>
              <a:t>pady</a:t>
            </a:r>
            <a:r>
              <a:rPr lang="nl-NL" kern="0" noProof="0" dirty="0">
                <a:solidFill>
                  <a:srgbClr val="294171"/>
                </a:solidFill>
              </a:rPr>
              <a:t> wat ruimte (10 pixels) creëert op de y-as! </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Afbeelding 7">
            <a:extLst>
              <a:ext uri="{FF2B5EF4-FFF2-40B4-BE49-F238E27FC236}">
                <a16:creationId xmlns:a16="http://schemas.microsoft.com/office/drawing/2014/main" id="{A92F51D9-0CC8-A37D-F80C-1A3B81530037}"/>
              </a:ext>
            </a:extLst>
          </p:cNvPr>
          <p:cNvPicPr>
            <a:picLocks noChangeAspect="1"/>
          </p:cNvPicPr>
          <p:nvPr/>
        </p:nvPicPr>
        <p:blipFill>
          <a:blip r:embed="rId2"/>
          <a:stretch>
            <a:fillRect/>
          </a:stretch>
        </p:blipFill>
        <p:spPr>
          <a:xfrm>
            <a:off x="10311700" y="1470025"/>
            <a:ext cx="1556196" cy="1454151"/>
          </a:xfrm>
          <a:prstGeom prst="rect">
            <a:avLst/>
          </a:prstGeom>
        </p:spPr>
      </p:pic>
      <p:pic>
        <p:nvPicPr>
          <p:cNvPr id="10" name="Afbeelding 9">
            <a:extLst>
              <a:ext uri="{FF2B5EF4-FFF2-40B4-BE49-F238E27FC236}">
                <a16:creationId xmlns:a16="http://schemas.microsoft.com/office/drawing/2014/main" id="{C79C75F6-438E-AFA1-11FB-56EC66383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2670932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Entry widget</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entry = Entry(</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entry.pack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padx</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2585323"/>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Een Entry </a:t>
            </a:r>
            <a:r>
              <a:rPr kumimoji="0" lang="en-US" b="0" i="0" u="none" strike="noStrike" kern="0" cap="none" spc="0" normalizeH="0" baseline="0" noProof="0" dirty="0" err="1">
                <a:ln>
                  <a:noFill/>
                </a:ln>
                <a:solidFill>
                  <a:srgbClr val="294171"/>
                </a:solidFill>
                <a:effectLst/>
                <a:uLnTx/>
                <a:uFillTx/>
              </a:rPr>
              <a:t>gebruik</a:t>
            </a:r>
            <a:r>
              <a:rPr kumimoji="0" lang="en-US" b="0" i="0" u="none" strike="noStrike" kern="0" cap="none" spc="0" normalizeH="0" baseline="0" noProof="0" dirty="0">
                <a:ln>
                  <a:noFill/>
                </a:ln>
                <a:solidFill>
                  <a:srgbClr val="294171"/>
                </a:solidFill>
                <a:effectLst/>
                <a:uLnTx/>
                <a:uFillTx/>
              </a:rPr>
              <a:t> je </a:t>
            </a:r>
            <a:r>
              <a:rPr kumimoji="0" lang="en-US" b="0" i="0" u="none" strike="noStrike" kern="0" cap="none" spc="0" normalizeH="0" baseline="0" noProof="0" dirty="0" err="1">
                <a:ln>
                  <a:noFill/>
                </a:ln>
                <a:solidFill>
                  <a:srgbClr val="294171"/>
                </a:solidFill>
                <a:effectLst/>
                <a:uLnTx/>
                <a:uFillTx/>
              </a:rPr>
              <a:t>voor</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een</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tekst-invoerveld</a:t>
            </a:r>
            <a:r>
              <a:rPr kumimoji="0" lang="en-US" b="0" i="0" u="none" strike="noStrike" kern="0" cap="none" spc="0" normalizeH="0" baseline="0" noProof="0" dirty="0">
                <a:ln>
                  <a:noFill/>
                </a:ln>
                <a:solidFill>
                  <a:srgbClr val="294171"/>
                </a:solidFill>
                <a:effectLst/>
                <a:uLnTx/>
                <a:uFillTx/>
              </a:rPr>
              <a:t> (met </a:t>
            </a:r>
            <a:r>
              <a:rPr kumimoji="0" lang="en-US" b="0" i="0" u="none" strike="noStrike" kern="0" cap="none" spc="0" normalizeH="0" baseline="0" noProof="0" dirty="0" err="1">
                <a:ln>
                  <a:noFill/>
                </a:ln>
                <a:solidFill>
                  <a:srgbClr val="294171"/>
                </a:solidFill>
                <a:effectLst/>
                <a:uLnTx/>
                <a:uFillTx/>
              </a:rPr>
              <a:t>één</a:t>
            </a:r>
            <a:r>
              <a:rPr kumimoji="0" lang="en-US" b="0" i="0" u="none" strike="noStrike" kern="0" cap="none" spc="0" normalizeH="0" baseline="0" noProof="0" dirty="0">
                <a:ln>
                  <a:noFill/>
                </a:ln>
                <a:solidFill>
                  <a:srgbClr val="294171"/>
                </a:solidFill>
                <a:effectLst/>
                <a:uLnTx/>
                <a:uFillTx/>
              </a:rPr>
              <a:t> regel) </a:t>
            </a:r>
            <a:r>
              <a:rPr kumimoji="0" lang="en-US" b="0" i="0" u="none" strike="noStrike" kern="0" cap="none" spc="0" normalizeH="0" baseline="0" noProof="0" dirty="0" err="1">
                <a:ln>
                  <a:noFill/>
                </a:ln>
                <a:solidFill>
                  <a:srgbClr val="294171"/>
                </a:solidFill>
                <a:effectLst/>
                <a:uLnTx/>
                <a:uFillTx/>
              </a:rPr>
              <a:t>zoals</a:t>
            </a:r>
            <a:r>
              <a:rPr kumimoji="0" lang="en-US" b="0" i="0" u="none" strike="noStrike" kern="0" cap="none" spc="0" normalizeH="0" baseline="0" noProof="0" dirty="0">
                <a:ln>
                  <a:noFill/>
                </a:ln>
                <a:solidFill>
                  <a:srgbClr val="294171"/>
                </a:solidFill>
                <a:effectLst/>
                <a:uLnTx/>
                <a:uFillTx/>
              </a:rPr>
              <a:t> je van </a:t>
            </a:r>
            <a:r>
              <a:rPr kumimoji="0" lang="en-US" b="0" i="0" u="none" strike="noStrike" kern="0" cap="none" spc="0" normalizeH="0" baseline="0" noProof="0" dirty="0" err="1">
                <a:ln>
                  <a:noFill/>
                </a:ln>
                <a:solidFill>
                  <a:srgbClr val="294171"/>
                </a:solidFill>
                <a:effectLst/>
                <a:uLnTx/>
                <a:uFillTx/>
              </a:rPr>
              <a:t>webpagina’s</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kent</a:t>
            </a:r>
            <a:r>
              <a:rPr lang="en-US" kern="0" dirty="0">
                <a:solidFill>
                  <a:srgbClr val="294171"/>
                </a:solidFill>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lang="en-US" kern="0" dirty="0">
                <a:solidFill>
                  <a:srgbClr val="294171"/>
                </a:solidFill>
              </a:rPr>
              <a:t>In </a:t>
            </a:r>
            <a:r>
              <a:rPr lang="en-US" kern="0" dirty="0" err="1">
                <a:solidFill>
                  <a:srgbClr val="294171"/>
                </a:solidFill>
              </a:rPr>
              <a:t>dit</a:t>
            </a:r>
            <a:r>
              <a:rPr lang="en-US" kern="0" dirty="0">
                <a:solidFill>
                  <a:srgbClr val="294171"/>
                </a:solidFill>
              </a:rPr>
              <a:t> </a:t>
            </a:r>
            <a:r>
              <a:rPr lang="en-US" kern="0" dirty="0" err="1">
                <a:solidFill>
                  <a:srgbClr val="294171"/>
                </a:solidFill>
              </a:rPr>
              <a:t>programma</a:t>
            </a:r>
            <a:r>
              <a:rPr lang="en-US" kern="0" dirty="0">
                <a:solidFill>
                  <a:srgbClr val="294171"/>
                </a:solidFill>
              </a:rPr>
              <a:t> laten we de </a:t>
            </a:r>
            <a:r>
              <a:rPr lang="en-US" kern="0" dirty="0" err="1">
                <a:solidFill>
                  <a:srgbClr val="294171"/>
                </a:solidFill>
              </a:rPr>
              <a:t>gebruiker</a:t>
            </a:r>
            <a:r>
              <a:rPr lang="en-US" kern="0" dirty="0">
                <a:solidFill>
                  <a:srgbClr val="294171"/>
                </a:solidFill>
              </a:rPr>
              <a:t> </a:t>
            </a:r>
            <a:r>
              <a:rPr lang="en-US" kern="0" dirty="0" err="1">
                <a:solidFill>
                  <a:srgbClr val="294171"/>
                </a:solidFill>
              </a:rPr>
              <a:t>een</a:t>
            </a:r>
            <a:r>
              <a:rPr lang="en-US" kern="0" dirty="0">
                <a:solidFill>
                  <a:srgbClr val="294171"/>
                </a:solidFill>
              </a:rPr>
              <a:t> </a:t>
            </a:r>
            <a:r>
              <a:rPr lang="en-US" kern="0" dirty="0" err="1">
                <a:solidFill>
                  <a:srgbClr val="294171"/>
                </a:solidFill>
              </a:rPr>
              <a:t>geheel</a:t>
            </a:r>
            <a:r>
              <a:rPr lang="en-US" kern="0" dirty="0">
                <a:solidFill>
                  <a:srgbClr val="294171"/>
                </a:solidFill>
              </a:rPr>
              <a:t> </a:t>
            </a:r>
            <a:r>
              <a:rPr lang="en-US" kern="0" dirty="0" err="1">
                <a:solidFill>
                  <a:srgbClr val="294171"/>
                </a:solidFill>
              </a:rPr>
              <a:t>getal</a:t>
            </a:r>
            <a:r>
              <a:rPr lang="en-US" kern="0" dirty="0">
                <a:solidFill>
                  <a:srgbClr val="294171"/>
                </a:solidFill>
              </a:rPr>
              <a:t> </a:t>
            </a:r>
            <a:r>
              <a:rPr lang="en-US" kern="0" dirty="0" err="1">
                <a:solidFill>
                  <a:srgbClr val="294171"/>
                </a:solidFill>
              </a:rPr>
              <a:t>invoeren</a:t>
            </a:r>
            <a:r>
              <a:rPr lang="en-US" kern="0" dirty="0">
                <a:solidFill>
                  <a:srgbClr val="294171"/>
                </a:solidFill>
              </a:rPr>
              <a:t>, </a:t>
            </a:r>
            <a:r>
              <a:rPr lang="en-US" kern="0" dirty="0" err="1">
                <a:solidFill>
                  <a:srgbClr val="294171"/>
                </a:solidFill>
              </a:rPr>
              <a:t>waarna</a:t>
            </a:r>
            <a:r>
              <a:rPr lang="en-US" kern="0" dirty="0">
                <a:solidFill>
                  <a:srgbClr val="294171"/>
                </a:solidFill>
              </a:rPr>
              <a:t> </a:t>
            </a:r>
            <a:r>
              <a:rPr lang="en-US" kern="0" dirty="0" err="1">
                <a:solidFill>
                  <a:srgbClr val="294171"/>
                </a:solidFill>
              </a:rPr>
              <a:t>deze</a:t>
            </a:r>
            <a:r>
              <a:rPr lang="en-US" kern="0" dirty="0">
                <a:solidFill>
                  <a:srgbClr val="294171"/>
                </a:solidFill>
              </a:rPr>
              <a:t> de button </a:t>
            </a:r>
            <a:r>
              <a:rPr lang="en-US" kern="0" dirty="0" err="1">
                <a:solidFill>
                  <a:srgbClr val="294171"/>
                </a:solidFill>
              </a:rPr>
              <a:t>moet</a:t>
            </a:r>
            <a:r>
              <a:rPr lang="en-US" kern="0" dirty="0">
                <a:solidFill>
                  <a:srgbClr val="294171"/>
                </a:solidFill>
              </a:rPr>
              <a:t> </a:t>
            </a:r>
            <a:r>
              <a:rPr lang="en-US" kern="0" dirty="0" err="1">
                <a:solidFill>
                  <a:srgbClr val="294171"/>
                </a:solidFill>
              </a:rPr>
              <a:t>indrukken</a:t>
            </a:r>
            <a:r>
              <a:rPr kumimoji="0" lang="en-US" b="0" i="0" u="none" strike="noStrike" kern="0" cap="none" spc="0" normalizeH="0" baseline="0" noProof="0" dirty="0">
                <a:ln>
                  <a:noFill/>
                </a:ln>
                <a:solidFill>
                  <a:srgbClr val="294171"/>
                </a:solidFill>
                <a:effectLst/>
                <a:uLnTx/>
                <a:uFillTx/>
              </a:rPr>
              <a:t>. </a:t>
            </a: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err="1">
                <a:ln>
                  <a:noFill/>
                </a:ln>
                <a:solidFill>
                  <a:srgbClr val="294171"/>
                </a:solidFill>
                <a:effectLst/>
                <a:uLnTx/>
                <a:uFillTx/>
              </a:rPr>
              <a:t>Uiteindelijk</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moet</a:t>
            </a:r>
            <a:r>
              <a:rPr kumimoji="0" lang="en-US" b="0" i="0" u="none" strike="noStrike" kern="0" cap="none" spc="0" normalizeH="0" baseline="0" noProof="0" dirty="0">
                <a:ln>
                  <a:noFill/>
                </a:ln>
                <a:solidFill>
                  <a:srgbClr val="294171"/>
                </a:solidFill>
                <a:effectLst/>
                <a:uLnTx/>
                <a:uFillTx/>
              </a:rPr>
              <a:t> het </a:t>
            </a:r>
            <a:r>
              <a:rPr kumimoji="0" lang="en-US" b="0" i="0" u="none" strike="noStrike" kern="0" cap="none" spc="0" normalizeH="0" baseline="0" noProof="0" dirty="0" err="1">
                <a:ln>
                  <a:noFill/>
                </a:ln>
                <a:solidFill>
                  <a:srgbClr val="294171"/>
                </a:solidFill>
                <a:effectLst/>
                <a:uLnTx/>
                <a:uFillTx/>
              </a:rPr>
              <a:t>programma</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straks</a:t>
            </a:r>
            <a:r>
              <a:rPr kumimoji="0" lang="en-US" b="0" i="0" u="none" strike="noStrike" kern="0" cap="none" spc="0" normalizeH="0" baseline="0" noProof="0" dirty="0">
                <a:ln>
                  <a:noFill/>
                </a:ln>
                <a:solidFill>
                  <a:srgbClr val="294171"/>
                </a:solidFill>
                <a:effectLst/>
                <a:uLnTx/>
                <a:uFillTx/>
              </a:rPr>
              <a:t> het </a:t>
            </a:r>
            <a:r>
              <a:rPr kumimoji="0" lang="en-US" b="0" i="0" u="none" strike="noStrike" kern="0" cap="none" spc="0" normalizeH="0" baseline="0" noProof="0" dirty="0" err="1">
                <a:ln>
                  <a:noFill/>
                </a:ln>
                <a:solidFill>
                  <a:srgbClr val="294171"/>
                </a:solidFill>
                <a:effectLst/>
                <a:uLnTx/>
                <a:uFillTx/>
              </a:rPr>
              <a:t>kwadraat</a:t>
            </a:r>
            <a:r>
              <a:rPr kumimoji="0" lang="en-US" b="0" i="0" u="none" strike="noStrike" kern="0" cap="none" spc="0" normalizeH="0" baseline="0" noProof="0" dirty="0">
                <a:ln>
                  <a:noFill/>
                </a:ln>
                <a:solidFill>
                  <a:srgbClr val="294171"/>
                </a:solidFill>
                <a:effectLst/>
                <a:uLnTx/>
                <a:uFillTx/>
              </a:rPr>
              <a:t> van het </a:t>
            </a:r>
            <a:r>
              <a:rPr kumimoji="0" lang="en-US" b="0" i="0" u="none" strike="noStrike" kern="0" cap="none" spc="0" normalizeH="0" baseline="0" noProof="0" dirty="0" err="1">
                <a:ln>
                  <a:noFill/>
                </a:ln>
                <a:solidFill>
                  <a:srgbClr val="294171"/>
                </a:solidFill>
                <a:effectLst/>
                <a:uLnTx/>
                <a:uFillTx/>
              </a:rPr>
              <a:t>ingevoerde</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getal</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berekenen</a:t>
            </a:r>
            <a:r>
              <a:rPr kumimoji="0" lang="en-US" b="0" i="0" u="none" strike="noStrike" kern="0" cap="none" spc="0" normalizeH="0" baseline="0" noProof="0" dirty="0">
                <a:ln>
                  <a:noFill/>
                </a:ln>
                <a:solidFill>
                  <a:srgbClr val="294171"/>
                </a:solidFill>
                <a:effectLst/>
                <a:uLnTx/>
                <a:uFillTx/>
              </a:rPr>
              <a:t>.</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4" name="Afbeelding 3">
            <a:extLst>
              <a:ext uri="{FF2B5EF4-FFF2-40B4-BE49-F238E27FC236}">
                <a16:creationId xmlns:a16="http://schemas.microsoft.com/office/drawing/2014/main" id="{E0B7419E-928F-7BCB-9B46-A103A24932AB}"/>
              </a:ext>
            </a:extLst>
          </p:cNvPr>
          <p:cNvPicPr>
            <a:picLocks noChangeAspect="1"/>
          </p:cNvPicPr>
          <p:nvPr/>
        </p:nvPicPr>
        <p:blipFill>
          <a:blip r:embed="rId2"/>
          <a:stretch>
            <a:fillRect/>
          </a:stretch>
        </p:blipFill>
        <p:spPr>
          <a:xfrm>
            <a:off x="9999096" y="1470025"/>
            <a:ext cx="1868800" cy="1958400"/>
          </a:xfrm>
          <a:prstGeom prst="rect">
            <a:avLst/>
          </a:prstGeom>
        </p:spPr>
      </p:pic>
      <p:pic>
        <p:nvPicPr>
          <p:cNvPr id="8" name="Afbeelding 7">
            <a:extLst>
              <a:ext uri="{FF2B5EF4-FFF2-40B4-BE49-F238E27FC236}">
                <a16:creationId xmlns:a16="http://schemas.microsoft.com/office/drawing/2014/main" id="{85C9D5E1-B382-069F-14F7-BF91C8C17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3687132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CA96ABC7-A326-B35F-B793-0B58FB29DEB8}"/>
              </a:ext>
            </a:extLst>
          </p:cNvPr>
          <p:cNvPicPr>
            <a:picLocks noChangeAspect="1"/>
          </p:cNvPicPr>
          <p:nvPr/>
        </p:nvPicPr>
        <p:blipFill>
          <a:blip r:embed="rId2"/>
          <a:stretch>
            <a:fillRect/>
          </a:stretch>
        </p:blipFill>
        <p:spPr>
          <a:xfrm>
            <a:off x="9999096" y="1470600"/>
            <a:ext cx="1868800" cy="1958400"/>
          </a:xfrm>
          <a:prstGeom prst="rect">
            <a:avLst/>
          </a:prstGeom>
        </p:spPr>
      </p:pic>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De ‘onclick’ </a:t>
            </a:r>
            <a:r>
              <a:rPr kumimoji="0" lang="en-US" sz="3600" b="1" i="0" u="none" strike="noStrike" kern="0" cap="none" spc="0" normalizeH="0" baseline="0" noProof="0" dirty="0" err="1">
                <a:ln>
                  <a:noFill/>
                </a:ln>
                <a:solidFill>
                  <a:prstClr val="black"/>
                </a:solidFill>
                <a:effectLst/>
                <a:uLnTx/>
                <a:uFillTx/>
              </a:rPr>
              <a:t>functie</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CC7832"/>
                </a:solidFill>
                <a:latin typeface="Consolas" panose="020B0609020204030204" pitchFamily="49" charset="0"/>
              </a:rPr>
              <a:t>def</a:t>
            </a:r>
            <a:r>
              <a:rPr lang="nl-NL" sz="1600" b="0" i="0" dirty="0">
                <a:solidFill>
                  <a:srgbClr val="CC7832"/>
                </a:solidFill>
                <a:latin typeface="Consolas" panose="020B0609020204030204" pitchFamily="49" charset="0"/>
              </a:rPr>
              <a:t> </a:t>
            </a:r>
            <a:r>
              <a:rPr lang="nl-NL" sz="1600" b="0" i="0" dirty="0" err="1">
                <a:solidFill>
                  <a:srgbClr val="FFC66D"/>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label[</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text</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 = </a:t>
            </a:r>
            <a:r>
              <a:rPr lang="nl-NL" sz="1600" b="0" i="0" dirty="0" err="1">
                <a:solidFill>
                  <a:srgbClr val="A9B7C6"/>
                </a:solidFill>
                <a:latin typeface="Consolas" panose="020B0609020204030204" pitchFamily="49" charset="0"/>
              </a:rPr>
              <a:t>entry.get</a:t>
            </a:r>
            <a:r>
              <a:rPr lang="nl-NL" sz="1600" b="0" i="0" dirty="0">
                <a:solidFill>
                  <a:srgbClr val="A9B7C6"/>
                </a:solidFill>
                <a:latin typeface="Consolas" panose="020B0609020204030204" pitchFamily="49" charset="0"/>
              </a:rPr>
              <a:t>()</a:t>
            </a:r>
          </a:p>
          <a:p>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entry = Entry(</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entry.pack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padx</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2862322"/>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We </a:t>
            </a:r>
            <a:r>
              <a:rPr kumimoji="0" lang="en-US" b="0" i="0" u="none" strike="noStrike" kern="0" cap="none" spc="0" normalizeH="0" baseline="0" noProof="0" dirty="0" err="1">
                <a:ln>
                  <a:noFill/>
                </a:ln>
                <a:solidFill>
                  <a:srgbClr val="294171"/>
                </a:solidFill>
                <a:effectLst/>
                <a:uLnTx/>
                <a:uFillTx/>
              </a:rPr>
              <a:t>introduceren</a:t>
            </a:r>
            <a:r>
              <a:rPr kumimoji="0" lang="en-US" b="0" i="0" u="none" strike="noStrike" kern="0" cap="none" spc="0" normalizeH="0" baseline="0" noProof="0" dirty="0">
                <a:ln>
                  <a:noFill/>
                </a:ln>
                <a:solidFill>
                  <a:srgbClr val="294171"/>
                </a:solidFill>
                <a:effectLst/>
                <a:uLnTx/>
                <a:uFillTx/>
              </a:rPr>
              <a:t> de </a:t>
            </a:r>
            <a:r>
              <a:rPr kumimoji="0" lang="en-US" b="0" i="0" u="none" strike="noStrike" kern="0" cap="none" spc="0" normalizeH="0" baseline="0" noProof="0" dirty="0" err="1">
                <a:ln>
                  <a:noFill/>
                </a:ln>
                <a:solidFill>
                  <a:srgbClr val="294171"/>
                </a:solidFill>
                <a:effectLst/>
                <a:uLnTx/>
                <a:uFillTx/>
              </a:rPr>
              <a:t>functie</a:t>
            </a:r>
            <a:r>
              <a:rPr kumimoji="0" lang="en-US" b="0" i="0" u="none" strike="noStrike" kern="0" cap="none" spc="0" normalizeH="0" baseline="0" noProof="0" dirty="0">
                <a:ln>
                  <a:noFill/>
                </a:ln>
                <a:solidFill>
                  <a:srgbClr val="294171"/>
                </a:solidFill>
                <a:effectLst/>
                <a:uLnTx/>
                <a:uFillTx/>
              </a:rPr>
              <a:t> </a:t>
            </a:r>
            <a:r>
              <a:rPr kumimoji="0" lang="en-US" b="0" i="1" u="none" strike="noStrike" kern="0" cap="none" spc="0" normalizeH="0" baseline="0" noProof="0" dirty="0">
                <a:ln>
                  <a:noFill/>
                </a:ln>
                <a:solidFill>
                  <a:srgbClr val="294171"/>
                </a:solidFill>
                <a:effectLst/>
                <a:uLnTx/>
                <a:uFillTx/>
              </a:rPr>
              <a:t>onclick</a:t>
            </a:r>
            <a:r>
              <a:rPr kumimoji="0" lang="en-US" b="0" u="none" strike="noStrike" kern="0" cap="none" spc="0" normalizeH="0" baseline="0" noProof="0" dirty="0">
                <a:ln>
                  <a:noFill/>
                </a:ln>
                <a:solidFill>
                  <a:srgbClr val="294171"/>
                </a:solidFill>
                <a:effectLst/>
                <a:uLnTx/>
                <a:uFillTx/>
              </a:rPr>
              <a:t> om die </a:t>
            </a:r>
            <a:r>
              <a:rPr kumimoji="0" lang="en-US" b="0" u="none" strike="noStrike" kern="0" cap="none" spc="0" normalizeH="0" baseline="0" noProof="0" dirty="0" err="1">
                <a:ln>
                  <a:noFill/>
                </a:ln>
                <a:solidFill>
                  <a:srgbClr val="294171"/>
                </a:solidFill>
                <a:effectLst/>
                <a:uLnTx/>
                <a:uFillTx/>
              </a:rPr>
              <a:t>gelijknamige</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gebeurtenis</a:t>
            </a:r>
            <a:r>
              <a:rPr kumimoji="0" lang="en-US" b="0" u="none" strike="noStrike" kern="0" cap="none" spc="0" normalizeH="0" baseline="0" noProof="0" dirty="0">
                <a:ln>
                  <a:noFill/>
                </a:ln>
                <a:solidFill>
                  <a:srgbClr val="294171"/>
                </a:solidFill>
                <a:effectLst/>
                <a:uLnTx/>
                <a:uFillTx/>
              </a:rPr>
              <a:t> (</a:t>
            </a:r>
            <a:r>
              <a:rPr kumimoji="0" lang="en-US" i="1" u="none" strike="noStrike" kern="0" cap="none" spc="0" normalizeH="0" baseline="0" noProof="0" dirty="0">
                <a:ln>
                  <a:noFill/>
                </a:ln>
                <a:solidFill>
                  <a:srgbClr val="294171"/>
                </a:solidFill>
                <a:effectLst/>
                <a:uLnTx/>
                <a:uFillTx/>
              </a:rPr>
              <a:t>event</a:t>
            </a:r>
            <a:r>
              <a:rPr lang="en-US" kern="0" dirty="0">
                <a:solidFill>
                  <a:srgbClr val="294171"/>
                </a:solidFill>
              </a:rPr>
              <a:t>)</a:t>
            </a:r>
            <a:r>
              <a:rPr kumimoji="0" lang="en-US" b="1"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voor</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onze</a:t>
            </a:r>
            <a:r>
              <a:rPr kumimoji="0" lang="en-US" b="0" u="none" strike="noStrike" kern="0" cap="none" spc="0" normalizeH="0" baseline="0" noProof="0" dirty="0">
                <a:ln>
                  <a:noFill/>
                </a:ln>
                <a:solidFill>
                  <a:srgbClr val="294171"/>
                </a:solidFill>
                <a:effectLst/>
                <a:uLnTx/>
                <a:uFillTx/>
              </a:rPr>
              <a:t> knop </a:t>
            </a:r>
            <a:r>
              <a:rPr kumimoji="0" lang="en-US" b="0" u="none" strike="noStrike" kern="0" cap="none" spc="0" normalizeH="0" baseline="0" noProof="0" dirty="0" err="1">
                <a:ln>
                  <a:noFill/>
                </a:ln>
                <a:solidFill>
                  <a:srgbClr val="294171"/>
                </a:solidFill>
                <a:effectLst/>
                <a:uLnTx/>
                <a:uFillTx/>
              </a:rPr>
              <a:t>af</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te</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handelen</a:t>
            </a:r>
            <a:r>
              <a:rPr kumimoji="0" lang="en-US" b="0" u="none" strike="noStrike" kern="0" cap="none" spc="0" normalizeH="0" baseline="0" noProof="0" dirty="0">
                <a:ln>
                  <a:noFill/>
                </a:ln>
                <a:solidFill>
                  <a:srgbClr val="294171"/>
                </a:solidFill>
                <a:effectLst/>
                <a:uLnTx/>
                <a:uFillTx/>
              </a:rPr>
              <a:t>. D</a:t>
            </a:r>
            <a:r>
              <a:rPr lang="en-US" kern="0" dirty="0">
                <a:solidFill>
                  <a:srgbClr val="294171"/>
                </a:solidFill>
              </a:rPr>
              <a:t>e </a:t>
            </a:r>
            <a:r>
              <a:rPr lang="en-US" kern="0" dirty="0" err="1">
                <a:solidFill>
                  <a:srgbClr val="294171"/>
                </a:solidFill>
              </a:rPr>
              <a:t>functie</a:t>
            </a:r>
            <a:r>
              <a:rPr lang="en-US" kern="0" dirty="0">
                <a:solidFill>
                  <a:srgbClr val="294171"/>
                </a:solidFill>
              </a:rPr>
              <a:t> is </a:t>
            </a:r>
            <a:r>
              <a:rPr lang="en-US" kern="0" dirty="0" err="1">
                <a:solidFill>
                  <a:srgbClr val="294171"/>
                </a:solidFill>
              </a:rPr>
              <a:t>hier</a:t>
            </a:r>
            <a:r>
              <a:rPr lang="en-US" kern="0" dirty="0">
                <a:solidFill>
                  <a:srgbClr val="294171"/>
                </a:solidFill>
              </a:rPr>
              <a:t> </a:t>
            </a:r>
            <a:r>
              <a:rPr lang="en-US" kern="0" dirty="0" err="1">
                <a:solidFill>
                  <a:srgbClr val="294171"/>
                </a:solidFill>
              </a:rPr>
              <a:t>nog</a:t>
            </a:r>
            <a:r>
              <a:rPr lang="en-US" kern="0" dirty="0">
                <a:solidFill>
                  <a:srgbClr val="294171"/>
                </a:solidFill>
              </a:rPr>
              <a:t> </a:t>
            </a:r>
            <a:r>
              <a:rPr lang="en-US" kern="0" dirty="0" err="1">
                <a:solidFill>
                  <a:srgbClr val="294171"/>
                </a:solidFill>
              </a:rPr>
              <a:t>niet</a:t>
            </a:r>
            <a:r>
              <a:rPr lang="en-US" kern="0" dirty="0">
                <a:solidFill>
                  <a:srgbClr val="294171"/>
                </a:solidFill>
              </a:rPr>
              <a:t> </a:t>
            </a:r>
            <a:r>
              <a:rPr lang="en-US" kern="0" dirty="0" err="1">
                <a:solidFill>
                  <a:srgbClr val="294171"/>
                </a:solidFill>
              </a:rPr>
              <a:t>aan</a:t>
            </a:r>
            <a:r>
              <a:rPr lang="en-US" kern="0" dirty="0">
                <a:solidFill>
                  <a:srgbClr val="294171"/>
                </a:solidFill>
              </a:rPr>
              <a:t> de knop </a:t>
            </a:r>
            <a:r>
              <a:rPr lang="en-US" kern="0" dirty="0" err="1">
                <a:solidFill>
                  <a:srgbClr val="294171"/>
                </a:solidFill>
              </a:rPr>
              <a:t>gekoppeld</a:t>
            </a:r>
            <a:r>
              <a:rPr kumimoji="0" lang="en-US" b="0" u="none" strike="noStrike" kern="0" cap="none" spc="0" normalizeH="0" baseline="0" noProof="0" dirty="0">
                <a:ln>
                  <a:noFill/>
                </a:ln>
                <a:solidFill>
                  <a:srgbClr val="294171"/>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endParaRPr lang="en-US" i="0" kern="0" dirty="0">
              <a:solidFill>
                <a:srgbClr val="294171"/>
              </a:solidFill>
            </a:endParaRPr>
          </a:p>
          <a:p>
            <a:pPr fontAlgn="base">
              <a:spcBef>
                <a:spcPct val="0"/>
              </a:spcBef>
              <a:spcAft>
                <a:spcPct val="0"/>
              </a:spcAft>
              <a:defRPr/>
            </a:pPr>
            <a:r>
              <a:rPr kumimoji="0" lang="en-US" b="0" i="0" u="none" strike="noStrike" kern="0" cap="none" spc="0" normalizeH="0" baseline="0" noProof="0" dirty="0">
                <a:ln>
                  <a:noFill/>
                </a:ln>
                <a:solidFill>
                  <a:srgbClr val="294171"/>
                </a:solidFill>
                <a:effectLst/>
                <a:uLnTx/>
                <a:uFillTx/>
              </a:rPr>
              <a:t>In </a:t>
            </a:r>
            <a:r>
              <a:rPr kumimoji="0" lang="en-US" b="0" i="0" u="none" strike="noStrike" kern="0" cap="none" spc="0" normalizeH="0" baseline="0" noProof="0" dirty="0" err="1">
                <a:ln>
                  <a:noFill/>
                </a:ln>
                <a:solidFill>
                  <a:srgbClr val="294171"/>
                </a:solidFill>
                <a:effectLst/>
                <a:uLnTx/>
                <a:uFillTx/>
              </a:rPr>
              <a:t>dit</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voorbeeld</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wordt</a:t>
            </a:r>
            <a:r>
              <a:rPr kumimoji="0" lang="en-US" b="0" i="0" u="none" strike="noStrike" kern="0" cap="none" spc="0" normalizeH="0" baseline="0" noProof="0" dirty="0">
                <a:ln>
                  <a:noFill/>
                </a:ln>
                <a:solidFill>
                  <a:srgbClr val="294171"/>
                </a:solidFill>
                <a:effectLst/>
                <a:uLnTx/>
                <a:uFillTx/>
              </a:rPr>
              <a:t> de </a:t>
            </a:r>
            <a:r>
              <a:rPr kumimoji="0" lang="en-US" b="0" i="0" u="none" strike="noStrike" kern="0" cap="none" spc="0" normalizeH="0" baseline="0" noProof="0" dirty="0" err="1">
                <a:ln>
                  <a:noFill/>
                </a:ln>
                <a:solidFill>
                  <a:srgbClr val="294171"/>
                </a:solidFill>
                <a:effectLst/>
                <a:uLnTx/>
                <a:uFillTx/>
              </a:rPr>
              <a:t>ingevoerde</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tekst</a:t>
            </a:r>
            <a:r>
              <a:rPr kumimoji="0" lang="en-US" b="0" i="0" u="none" strike="noStrike" kern="0" cap="none" spc="0" normalizeH="0" baseline="0" noProof="0" dirty="0">
                <a:ln>
                  <a:noFill/>
                </a:ln>
                <a:solidFill>
                  <a:srgbClr val="294171"/>
                </a:solidFill>
                <a:effectLst/>
                <a:uLnTx/>
                <a:uFillTx/>
              </a:rPr>
              <a:t> – </a:t>
            </a:r>
            <a:r>
              <a:rPr kumimoji="0" lang="en-US" b="0" i="0" u="none" strike="noStrike" kern="0" cap="none" spc="0" normalizeH="0" baseline="0" noProof="0" dirty="0" err="1">
                <a:ln>
                  <a:noFill/>
                </a:ln>
                <a:solidFill>
                  <a:srgbClr val="294171"/>
                </a:solidFill>
                <a:effectLst/>
                <a:uLnTx/>
                <a:uFillTx/>
              </a:rPr>
              <a:t>entry.get</a:t>
            </a:r>
            <a:r>
              <a:rPr kumimoji="0" lang="en-US" b="0" i="0" u="none" strike="noStrike" kern="0" cap="none" spc="0" normalizeH="0" baseline="0" noProof="0" dirty="0">
                <a:ln>
                  <a:noFill/>
                </a:ln>
                <a:solidFill>
                  <a:srgbClr val="294171"/>
                </a:solidFill>
                <a:effectLst/>
                <a:uLnTx/>
                <a:uFillTx/>
              </a:rPr>
              <a:t>() – direct </a:t>
            </a:r>
            <a:r>
              <a:rPr lang="en-US" kern="0" dirty="0">
                <a:solidFill>
                  <a:srgbClr val="294171"/>
                </a:solidFill>
              </a:rPr>
              <a:t>in het label </a:t>
            </a:r>
            <a:r>
              <a:rPr lang="en-US" kern="0" dirty="0" err="1">
                <a:solidFill>
                  <a:srgbClr val="294171"/>
                </a:solidFill>
              </a:rPr>
              <a:t>geplaatst</a:t>
            </a:r>
            <a:r>
              <a:rPr lang="en-US" kern="0" dirty="0">
                <a:solidFill>
                  <a:srgbClr val="294171"/>
                </a:solidFill>
              </a:rPr>
              <a:t> door </a:t>
            </a:r>
            <a:r>
              <a:rPr kumimoji="0" lang="en-US" b="0" i="0" u="none" strike="noStrike" kern="0" cap="none" spc="0" normalizeH="0" baseline="0" noProof="0" dirty="0">
                <a:ln>
                  <a:noFill/>
                </a:ln>
                <a:solidFill>
                  <a:srgbClr val="294171"/>
                </a:solidFill>
                <a:effectLst/>
                <a:uLnTx/>
                <a:uFillTx/>
              </a:rPr>
              <a:t>het text-</a:t>
            </a:r>
            <a:r>
              <a:rPr kumimoji="0" lang="en-US" b="0" i="0" u="none" strike="noStrike" kern="0" cap="none" spc="0" normalizeH="0" baseline="0" noProof="0" dirty="0" err="1">
                <a:ln>
                  <a:noFill/>
                </a:ln>
                <a:solidFill>
                  <a:srgbClr val="294171"/>
                </a:solidFill>
                <a:effectLst/>
                <a:uLnTx/>
                <a:uFillTx/>
              </a:rPr>
              <a:t>attribuut</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te</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wijzigen</a:t>
            </a:r>
            <a:r>
              <a:rPr kumimoji="0" lang="en-US" b="0" i="0" u="none" strike="noStrike" kern="0" cap="none" spc="0" normalizeH="0" baseline="0" noProof="0" dirty="0">
                <a:ln>
                  <a:noFill/>
                </a:ln>
                <a:solidFill>
                  <a:srgbClr val="294171"/>
                </a:solidFill>
                <a:effectLst/>
                <a:uLnTx/>
                <a:uFillTx/>
              </a:rPr>
              <a:t>: label["text"]. </a:t>
            </a:r>
            <a:r>
              <a:rPr kumimoji="0" lang="en-US" b="0" i="0" u="none" strike="noStrike" kern="0" cap="none" spc="0" normalizeH="0" baseline="0" noProof="0" dirty="0" err="1">
                <a:ln>
                  <a:noFill/>
                </a:ln>
                <a:solidFill>
                  <a:srgbClr val="294171"/>
                </a:solidFill>
                <a:effectLst/>
                <a:uLnTx/>
                <a:uFillTx/>
              </a:rPr>
              <a:t>Nog</a:t>
            </a:r>
            <a:r>
              <a:rPr kumimoji="0" lang="en-US" b="0" i="0" u="none" strike="noStrike" kern="0" cap="none" spc="0" normalizeH="0" baseline="0" noProof="0" dirty="0">
                <a:ln>
                  <a:noFill/>
                </a:ln>
                <a:solidFill>
                  <a:srgbClr val="294171"/>
                </a:solidFill>
                <a:effectLst/>
                <a:uLnTx/>
                <a:uFillTx/>
              </a:rPr>
              <a:t> </a:t>
            </a:r>
            <a:r>
              <a:rPr lang="en-US" kern="0" dirty="0" err="1">
                <a:solidFill>
                  <a:srgbClr val="294171"/>
                </a:solidFill>
              </a:rPr>
              <a:t>niet</a:t>
            </a:r>
            <a:r>
              <a:rPr lang="en-US" kern="0" dirty="0">
                <a:solidFill>
                  <a:srgbClr val="294171"/>
                </a:solidFill>
              </a:rPr>
              <a:t> </a:t>
            </a:r>
            <a:r>
              <a:rPr lang="en-US" kern="0" dirty="0" err="1">
                <a:solidFill>
                  <a:srgbClr val="294171"/>
                </a:solidFill>
              </a:rPr>
              <a:t>echt</a:t>
            </a:r>
            <a:r>
              <a:rPr lang="en-US" kern="0" dirty="0">
                <a:solidFill>
                  <a:srgbClr val="294171"/>
                </a:solidFill>
              </a:rPr>
              <a:t> </a:t>
            </a:r>
            <a:r>
              <a:rPr lang="en-US" kern="0" dirty="0" err="1">
                <a:solidFill>
                  <a:srgbClr val="294171"/>
                </a:solidFill>
              </a:rPr>
              <a:t>een</a:t>
            </a:r>
            <a:r>
              <a:rPr lang="en-US" kern="0" dirty="0">
                <a:solidFill>
                  <a:srgbClr val="294171"/>
                </a:solidFill>
              </a:rPr>
              <a:t> </a:t>
            </a:r>
            <a:r>
              <a:rPr lang="en-US" kern="0" dirty="0" err="1">
                <a:solidFill>
                  <a:srgbClr val="294171"/>
                </a:solidFill>
              </a:rPr>
              <a:t>kwadraat</a:t>
            </a:r>
            <a:r>
              <a:rPr lang="en-US" kern="0" dirty="0">
                <a:solidFill>
                  <a:srgbClr val="294171"/>
                </a:solidFill>
              </a:rPr>
              <a:t>, </a:t>
            </a:r>
            <a:r>
              <a:rPr lang="en-US" kern="0" dirty="0" err="1">
                <a:solidFill>
                  <a:srgbClr val="294171"/>
                </a:solidFill>
              </a:rPr>
              <a:t>dus</a:t>
            </a:r>
            <a:r>
              <a:rPr lang="en-US" kern="0" dirty="0">
                <a:solidFill>
                  <a:srgbClr val="294171"/>
                </a:solidFill>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dirty="0">
              <a:ln>
                <a:noFill/>
              </a:ln>
              <a:solidFill>
                <a:srgbClr val="294171"/>
              </a:solidFill>
              <a:effectLst/>
              <a:uLnTx/>
              <a:uFillTx/>
            </a:endParaRP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Afbeelding 9">
            <a:extLst>
              <a:ext uri="{FF2B5EF4-FFF2-40B4-BE49-F238E27FC236}">
                <a16:creationId xmlns:a16="http://schemas.microsoft.com/office/drawing/2014/main" id="{A111583E-A09E-B995-E8B1-2693B2DA23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4973" y="2688527"/>
            <a:ext cx="113684" cy="180000"/>
          </a:xfrm>
          <a:prstGeom prst="rect">
            <a:avLst/>
          </a:prstGeom>
        </p:spPr>
      </p:pic>
      <p:pic>
        <p:nvPicPr>
          <p:cNvPr id="11" name="Afbeelding 10">
            <a:extLst>
              <a:ext uri="{FF2B5EF4-FFF2-40B4-BE49-F238E27FC236}">
                <a16:creationId xmlns:a16="http://schemas.microsoft.com/office/drawing/2014/main" id="{7300770E-656B-A348-589B-D66A7B67FD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3038706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2EB0C3CF-D82C-D472-6FB3-DF392CD14666}"/>
              </a:ext>
            </a:extLst>
          </p:cNvPr>
          <p:cNvPicPr>
            <a:picLocks noChangeAspect="1"/>
          </p:cNvPicPr>
          <p:nvPr/>
        </p:nvPicPr>
        <p:blipFill>
          <a:blip r:embed="rId2"/>
          <a:stretch>
            <a:fillRect/>
          </a:stretch>
        </p:blipFill>
        <p:spPr>
          <a:xfrm>
            <a:off x="9999096" y="1470025"/>
            <a:ext cx="1868800" cy="1958400"/>
          </a:xfrm>
          <a:prstGeom prst="rect">
            <a:avLst/>
          </a:prstGeom>
        </p:spPr>
      </p:pic>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Gebeurtenissen</a:t>
            </a:r>
            <a:r>
              <a:rPr kumimoji="0" lang="en-US" sz="3600" b="1" i="0" u="none" strike="noStrike" kern="0" cap="none" spc="0" normalizeH="0" baseline="0" noProof="0" dirty="0">
                <a:ln>
                  <a:noFill/>
                </a:ln>
                <a:solidFill>
                  <a:prstClr val="black"/>
                </a:solidFill>
                <a:effectLst/>
                <a:uLnTx/>
                <a:uFillTx/>
              </a:rPr>
              <a:t> (events) &amp; ‘command’</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CC7832"/>
                </a:solidFill>
                <a:latin typeface="Consolas" panose="020B0609020204030204" pitchFamily="49" charset="0"/>
              </a:rPr>
              <a:t>def</a:t>
            </a:r>
            <a:r>
              <a:rPr lang="nl-NL" sz="1600" b="0" i="0" dirty="0">
                <a:solidFill>
                  <a:srgbClr val="CC7832"/>
                </a:solidFill>
                <a:latin typeface="Consolas" panose="020B0609020204030204" pitchFamily="49" charset="0"/>
              </a:rPr>
              <a:t> </a:t>
            </a:r>
            <a:r>
              <a:rPr lang="nl-NL" sz="1600" b="0" i="0" dirty="0" err="1">
                <a:solidFill>
                  <a:srgbClr val="FFC66D"/>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label[</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text</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 = </a:t>
            </a:r>
            <a:r>
              <a:rPr lang="nl-NL" sz="1600" b="0" i="0" dirty="0" err="1">
                <a:solidFill>
                  <a:srgbClr val="A9B7C6"/>
                </a:solidFill>
                <a:latin typeface="Consolas" panose="020B0609020204030204" pitchFamily="49" charset="0"/>
              </a:rPr>
              <a:t>entry.get</a:t>
            </a:r>
            <a:r>
              <a:rPr lang="nl-NL" sz="1600" b="0" i="0" dirty="0">
                <a:solidFill>
                  <a:srgbClr val="A9B7C6"/>
                </a:solidFill>
                <a:latin typeface="Consolas" panose="020B0609020204030204" pitchFamily="49" charset="0"/>
              </a:rPr>
              <a:t>()</a:t>
            </a:r>
          </a:p>
          <a:p>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command</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entry = Entry(</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entry.pack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padx</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2585323"/>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De </a:t>
            </a:r>
            <a:r>
              <a:rPr kumimoji="0" lang="en-US" b="0" i="0" u="none" strike="noStrike" kern="0" cap="none" spc="0" normalizeH="0" baseline="0" noProof="0" dirty="0" err="1">
                <a:ln>
                  <a:noFill/>
                </a:ln>
                <a:solidFill>
                  <a:srgbClr val="294171"/>
                </a:solidFill>
                <a:effectLst/>
                <a:uLnTx/>
                <a:uFillTx/>
              </a:rPr>
              <a:t>mainloop</a:t>
            </a:r>
            <a:r>
              <a:rPr kumimoji="0" lang="en-US" b="0" i="0" u="none" strike="noStrike" kern="0" cap="none" spc="0" normalizeH="0" baseline="0" noProof="0" dirty="0">
                <a:ln>
                  <a:noFill/>
                </a:ln>
                <a:solidFill>
                  <a:srgbClr val="294171"/>
                </a:solidFill>
                <a:effectLst/>
                <a:uLnTx/>
                <a:uFillTx/>
              </a:rPr>
              <a:t> start </a:t>
            </a:r>
            <a:r>
              <a:rPr kumimoji="0" lang="en-US" b="0" i="0" u="none" strike="noStrike" kern="0" cap="none" spc="0" normalizeH="0" baseline="0" noProof="0" dirty="0" err="1">
                <a:ln>
                  <a:noFill/>
                </a:ln>
                <a:solidFill>
                  <a:srgbClr val="294171"/>
                </a:solidFill>
                <a:effectLst/>
                <a:uLnTx/>
                <a:uFillTx/>
              </a:rPr>
              <a:t>zelf</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ook</a:t>
            </a:r>
            <a:r>
              <a:rPr kumimoji="0" lang="en-US" b="0" i="0" u="none" strike="noStrike" kern="0" cap="none" spc="0" normalizeH="0" baseline="0" noProof="0" dirty="0">
                <a:ln>
                  <a:noFill/>
                </a:ln>
                <a:solidFill>
                  <a:srgbClr val="294171"/>
                </a:solidFill>
                <a:effectLst/>
                <a:uLnTx/>
                <a:uFillTx/>
              </a:rPr>
              <a:t> </a:t>
            </a:r>
            <a:r>
              <a:rPr kumimoji="0" lang="en-US" b="0" i="0" u="none" strike="noStrike" kern="0" cap="none" spc="0" normalizeH="0" baseline="0" noProof="0" dirty="0" err="1">
                <a:ln>
                  <a:noFill/>
                </a:ln>
                <a:solidFill>
                  <a:srgbClr val="294171"/>
                </a:solidFill>
                <a:effectLst/>
                <a:uLnTx/>
                <a:uFillTx/>
              </a:rPr>
              <a:t>een</a:t>
            </a:r>
            <a:r>
              <a:rPr kumimoji="0" lang="en-US" b="0" i="0" u="none" strike="noStrike" kern="0" cap="none" spc="0" normalizeH="0" baseline="0" noProof="0" dirty="0">
                <a:ln>
                  <a:noFill/>
                </a:ln>
                <a:solidFill>
                  <a:srgbClr val="294171"/>
                </a:solidFill>
                <a:effectLst/>
                <a:uLnTx/>
                <a:uFillTx/>
              </a:rPr>
              <a:t> event loop:</a:t>
            </a: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b="0" i="1" u="none" strike="noStrike" kern="0" cap="none" spc="0" normalizeH="0" baseline="0" noProof="0" dirty="0">
                <a:ln>
                  <a:noFill/>
                </a:ln>
                <a:solidFill>
                  <a:srgbClr val="294171"/>
                </a:solidFill>
                <a:effectLst/>
                <a:uLnTx/>
                <a:uFillTx/>
              </a:rPr>
              <a:t>while True:</a:t>
            </a:r>
          </a:p>
          <a:p>
            <a:pPr marL="0" marR="0" lvl="0" indent="0" defTabSz="914400" eaLnBrk="1" fontAlgn="base" latinLnBrk="0" hangingPunct="1">
              <a:lnSpc>
                <a:spcPct val="100000"/>
              </a:lnSpc>
              <a:spcBef>
                <a:spcPct val="0"/>
              </a:spcBef>
              <a:spcAft>
                <a:spcPct val="0"/>
              </a:spcAft>
              <a:buClrTx/>
              <a:buSzTx/>
              <a:buFontTx/>
              <a:buNone/>
              <a:tabLst/>
              <a:defRPr/>
            </a:pPr>
            <a:r>
              <a:rPr lang="en-US" i="1" kern="0" dirty="0">
                <a:solidFill>
                  <a:srgbClr val="294171"/>
                </a:solidFill>
              </a:rPr>
              <a:t>    </a:t>
            </a:r>
            <a:r>
              <a:rPr lang="en-US" i="1" kern="0" dirty="0" err="1">
                <a:solidFill>
                  <a:srgbClr val="294171"/>
                </a:solidFill>
              </a:rPr>
              <a:t>wacht</a:t>
            </a:r>
            <a:r>
              <a:rPr lang="en-US" i="1" kern="0" dirty="0">
                <a:solidFill>
                  <a:srgbClr val="294171"/>
                </a:solidFill>
              </a:rPr>
              <a:t> op </a:t>
            </a:r>
            <a:r>
              <a:rPr lang="en-US" i="1" kern="0" dirty="0" err="1">
                <a:solidFill>
                  <a:srgbClr val="294171"/>
                </a:solidFill>
              </a:rPr>
              <a:t>een</a:t>
            </a:r>
            <a:r>
              <a:rPr lang="en-US" i="1" kern="0" dirty="0">
                <a:solidFill>
                  <a:srgbClr val="294171"/>
                </a:solidFill>
              </a:rPr>
              <a:t> event in </a:t>
            </a:r>
            <a:r>
              <a:rPr lang="en-US" i="1" kern="0" dirty="0" err="1">
                <a:solidFill>
                  <a:srgbClr val="294171"/>
                </a:solidFill>
              </a:rPr>
              <a:t>een</a:t>
            </a:r>
            <a:r>
              <a:rPr lang="en-US" i="1" kern="0" dirty="0">
                <a:solidFill>
                  <a:srgbClr val="294171"/>
                </a:solidFill>
              </a:rPr>
              <a:t> widget</a:t>
            </a:r>
          </a:p>
          <a:p>
            <a:pPr marL="0" marR="0" lvl="0" indent="0" defTabSz="914400" eaLnBrk="1" fontAlgn="base" latinLnBrk="0" hangingPunct="1">
              <a:lnSpc>
                <a:spcPct val="100000"/>
              </a:lnSpc>
              <a:spcBef>
                <a:spcPct val="0"/>
              </a:spcBef>
              <a:spcAft>
                <a:spcPct val="0"/>
              </a:spcAft>
              <a:buClrTx/>
              <a:buSzTx/>
              <a:buFontTx/>
              <a:buNone/>
              <a:tabLst/>
              <a:defRPr/>
            </a:pPr>
            <a:r>
              <a:rPr kumimoji="0" lang="en-US" b="0" i="1" u="none" strike="noStrike" kern="0" cap="none" spc="0" normalizeH="0" baseline="0" noProof="0" dirty="0">
                <a:ln>
                  <a:noFill/>
                </a:ln>
                <a:solidFill>
                  <a:srgbClr val="294171"/>
                </a:solidFill>
                <a:effectLst/>
                <a:uLnTx/>
                <a:uFillTx/>
              </a:rPr>
              <a:t>    </a:t>
            </a:r>
            <a:r>
              <a:rPr lang="en-US" i="1" kern="0" dirty="0" err="1">
                <a:solidFill>
                  <a:srgbClr val="294171"/>
                </a:solidFill>
              </a:rPr>
              <a:t>voer</a:t>
            </a:r>
            <a:r>
              <a:rPr lang="en-US" i="1" kern="0" dirty="0">
                <a:solidFill>
                  <a:srgbClr val="294171"/>
                </a:solidFill>
              </a:rPr>
              <a:t> de </a:t>
            </a:r>
            <a:r>
              <a:rPr lang="en-US" i="1" kern="0" dirty="0" err="1">
                <a:solidFill>
                  <a:srgbClr val="294171"/>
                </a:solidFill>
              </a:rPr>
              <a:t>bijbehorende</a:t>
            </a:r>
            <a:r>
              <a:rPr lang="en-US" i="1" kern="0" dirty="0">
                <a:solidFill>
                  <a:srgbClr val="294171"/>
                </a:solidFill>
              </a:rPr>
              <a:t> handler-function </a:t>
            </a:r>
            <a:r>
              <a:rPr lang="en-US" i="1" kern="0" dirty="0" err="1">
                <a:solidFill>
                  <a:srgbClr val="294171"/>
                </a:solidFill>
              </a:rPr>
              <a:t>uit</a:t>
            </a:r>
            <a:endParaRPr kumimoji="0" lang="en-US" b="0" i="1" u="none" strike="noStrike" kern="0" cap="none" spc="0" normalizeH="0" baseline="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marL="0" marR="0" lvl="0" indent="0" defTabSz="914400" eaLnBrk="1" fontAlgn="base" latinLnBrk="0" hangingPunct="1">
              <a:lnSpc>
                <a:spcPct val="100000"/>
              </a:lnSpc>
              <a:spcBef>
                <a:spcPct val="0"/>
              </a:spcBef>
              <a:spcAft>
                <a:spcPct val="0"/>
              </a:spcAft>
              <a:buClrTx/>
              <a:buSzTx/>
              <a:buFontTx/>
              <a:buNone/>
              <a:tabLst/>
              <a:defRPr/>
            </a:pPr>
            <a:r>
              <a:rPr lang="en-US" kern="0" dirty="0">
                <a:solidFill>
                  <a:srgbClr val="294171"/>
                </a:solidFill>
              </a:rPr>
              <a:t>Met de command-parameter van de Button </a:t>
            </a:r>
            <a:r>
              <a:rPr lang="en-US" kern="0" dirty="0" err="1">
                <a:solidFill>
                  <a:srgbClr val="294171"/>
                </a:solidFill>
              </a:rPr>
              <a:t>geef</a:t>
            </a:r>
            <a:r>
              <a:rPr lang="en-US" kern="0" dirty="0">
                <a:solidFill>
                  <a:srgbClr val="294171"/>
                </a:solidFill>
              </a:rPr>
              <a:t> je de </a:t>
            </a:r>
            <a:r>
              <a:rPr lang="en-US" kern="0" dirty="0" err="1">
                <a:solidFill>
                  <a:srgbClr val="294171"/>
                </a:solidFill>
              </a:rPr>
              <a:t>functie</a:t>
            </a:r>
            <a:r>
              <a:rPr lang="en-US" kern="0" dirty="0">
                <a:solidFill>
                  <a:srgbClr val="294171"/>
                </a:solidFill>
              </a:rPr>
              <a:t> op die </a:t>
            </a:r>
            <a:r>
              <a:rPr lang="en-US" kern="0" dirty="0" err="1">
                <a:solidFill>
                  <a:srgbClr val="294171"/>
                </a:solidFill>
              </a:rPr>
              <a:t>aangeroepen</a:t>
            </a:r>
            <a:r>
              <a:rPr lang="en-US" kern="0" dirty="0">
                <a:solidFill>
                  <a:srgbClr val="294171"/>
                </a:solidFill>
              </a:rPr>
              <a:t> </a:t>
            </a:r>
            <a:r>
              <a:rPr lang="en-US" kern="0" dirty="0" err="1">
                <a:solidFill>
                  <a:srgbClr val="294171"/>
                </a:solidFill>
              </a:rPr>
              <a:t>moet</a:t>
            </a:r>
            <a:r>
              <a:rPr lang="en-US" kern="0" dirty="0">
                <a:solidFill>
                  <a:srgbClr val="294171"/>
                </a:solidFill>
              </a:rPr>
              <a:t> </a:t>
            </a:r>
            <a:r>
              <a:rPr lang="en-US" kern="0" dirty="0" err="1">
                <a:solidFill>
                  <a:srgbClr val="294171"/>
                </a:solidFill>
              </a:rPr>
              <a:t>worden</a:t>
            </a:r>
            <a:r>
              <a:rPr lang="en-US" kern="0" dirty="0">
                <a:solidFill>
                  <a:srgbClr val="294171"/>
                </a:solidFill>
              </a:rPr>
              <a:t> in </a:t>
            </a:r>
            <a:r>
              <a:rPr lang="en-US" kern="0" dirty="0" err="1">
                <a:solidFill>
                  <a:srgbClr val="294171"/>
                </a:solidFill>
              </a:rPr>
              <a:t>geval</a:t>
            </a:r>
            <a:r>
              <a:rPr lang="en-US" kern="0" dirty="0">
                <a:solidFill>
                  <a:srgbClr val="294171"/>
                </a:solidFill>
              </a:rPr>
              <a:t> van </a:t>
            </a:r>
            <a:r>
              <a:rPr lang="en-US" kern="0" dirty="0" err="1">
                <a:solidFill>
                  <a:srgbClr val="294171"/>
                </a:solidFill>
              </a:rPr>
              <a:t>een</a:t>
            </a:r>
            <a:r>
              <a:rPr lang="en-US" kern="0" dirty="0">
                <a:solidFill>
                  <a:srgbClr val="294171"/>
                </a:solidFill>
              </a:rPr>
              <a:t> Button-event!</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5" name="Afbeelding 14">
            <a:extLst>
              <a:ext uri="{FF2B5EF4-FFF2-40B4-BE49-F238E27FC236}">
                <a16:creationId xmlns:a16="http://schemas.microsoft.com/office/drawing/2014/main" id="{4C316838-2A93-1D58-AF5F-E300C969A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4973" y="2688527"/>
            <a:ext cx="113684" cy="180000"/>
          </a:xfrm>
          <a:prstGeom prst="rect">
            <a:avLst/>
          </a:prstGeom>
        </p:spPr>
      </p:pic>
      <p:sp>
        <p:nvSpPr>
          <p:cNvPr id="12" name="Tekstvak 11">
            <a:extLst>
              <a:ext uri="{FF2B5EF4-FFF2-40B4-BE49-F238E27FC236}">
                <a16:creationId xmlns:a16="http://schemas.microsoft.com/office/drawing/2014/main" id="{090FCE2E-85C4-9142-6ADF-4D5F15D8EE5B}"/>
              </a:ext>
            </a:extLst>
          </p:cNvPr>
          <p:cNvSpPr txBox="1"/>
          <p:nvPr/>
        </p:nvSpPr>
        <p:spPr>
          <a:xfrm>
            <a:off x="7265327" y="1518976"/>
            <a:ext cx="2545516" cy="1169551"/>
          </a:xfrm>
          <a:prstGeom prst="rect">
            <a:avLst/>
          </a:prstGeom>
          <a:noFill/>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lang="en-US" kern="0" dirty="0">
                <a:solidFill>
                  <a:srgbClr val="294171"/>
                </a:solidFill>
              </a:rPr>
              <a:t>Maak </a:t>
            </a:r>
            <a:r>
              <a:rPr lang="en-US" kern="0" dirty="0" err="1">
                <a:solidFill>
                  <a:srgbClr val="294171"/>
                </a:solidFill>
              </a:rPr>
              <a:t>niet</a:t>
            </a:r>
            <a:r>
              <a:rPr lang="en-US" kern="0" dirty="0">
                <a:solidFill>
                  <a:srgbClr val="294171"/>
                </a:solidFill>
              </a:rPr>
              <a:t> de </a:t>
            </a:r>
            <a:r>
              <a:rPr lang="en-US" kern="0" dirty="0" err="1">
                <a:solidFill>
                  <a:srgbClr val="294171"/>
                </a:solidFill>
              </a:rPr>
              <a:t>fout</a:t>
            </a:r>
            <a:r>
              <a:rPr lang="en-US" kern="0" dirty="0">
                <a:solidFill>
                  <a:srgbClr val="294171"/>
                </a:solidFill>
              </a:rPr>
              <a:t> om de </a:t>
            </a:r>
            <a:r>
              <a:rPr lang="en-US" kern="0" dirty="0" err="1">
                <a:solidFill>
                  <a:srgbClr val="294171"/>
                </a:solidFill>
              </a:rPr>
              <a:t>functie</a:t>
            </a:r>
            <a:r>
              <a:rPr lang="en-US" kern="0" dirty="0">
                <a:solidFill>
                  <a:srgbClr val="294171"/>
                </a:solidFill>
              </a:rPr>
              <a:t> </a:t>
            </a:r>
            <a:r>
              <a:rPr lang="en-US" kern="0" dirty="0" err="1">
                <a:solidFill>
                  <a:srgbClr val="294171"/>
                </a:solidFill>
              </a:rPr>
              <a:t>aan</a:t>
            </a:r>
            <a:r>
              <a:rPr lang="en-US" kern="0" dirty="0">
                <a:solidFill>
                  <a:srgbClr val="294171"/>
                </a:solidFill>
              </a:rPr>
              <a:t> </a:t>
            </a:r>
            <a:r>
              <a:rPr lang="en-US" kern="0" dirty="0" err="1">
                <a:solidFill>
                  <a:srgbClr val="294171"/>
                </a:solidFill>
              </a:rPr>
              <a:t>te</a:t>
            </a:r>
            <a:r>
              <a:rPr lang="en-US" kern="0" dirty="0">
                <a:solidFill>
                  <a:srgbClr val="294171"/>
                </a:solidFill>
              </a:rPr>
              <a:t> reopen!!</a:t>
            </a:r>
          </a:p>
          <a:p>
            <a:pPr marL="0" marR="0" lvl="0" indent="0" defTabSz="914400" eaLnBrk="1" fontAlgn="base" latinLnBrk="0" hangingPunct="1">
              <a:lnSpc>
                <a:spcPct val="100000"/>
              </a:lnSpc>
              <a:spcBef>
                <a:spcPct val="0"/>
              </a:spcBef>
              <a:spcAft>
                <a:spcPct val="0"/>
              </a:spcAft>
              <a:buClrTx/>
              <a:buSzTx/>
              <a:buFontTx/>
              <a:buNone/>
              <a:tabLst/>
              <a:defRPr/>
            </a:pPr>
            <a:endParaRPr lang="en-US" kern="0" dirty="0">
              <a:solidFill>
                <a:srgbClr val="294171"/>
              </a:solidFill>
            </a:endParaRPr>
          </a:p>
          <a:p>
            <a:pPr fontAlgn="base">
              <a:spcBef>
                <a:spcPct val="0"/>
              </a:spcBef>
              <a:spcAft>
                <a:spcPct val="0"/>
              </a:spcAft>
              <a:defRPr/>
            </a:pPr>
            <a:r>
              <a:rPr lang="en-US" sz="1600" b="1" kern="0" dirty="0">
                <a:solidFill>
                  <a:srgbClr val="294171"/>
                </a:solidFill>
                <a:latin typeface="Consolas" panose="020B0609020204030204" pitchFamily="49" charset="0"/>
              </a:rPr>
              <a:t>  </a:t>
            </a:r>
            <a:r>
              <a:rPr lang="en-US" sz="1600" b="1" strike="sngStrike" kern="0" dirty="0">
                <a:solidFill>
                  <a:srgbClr val="294171"/>
                </a:solidFill>
                <a:latin typeface="Consolas" panose="020B0609020204030204" pitchFamily="49" charset="0"/>
              </a:rPr>
              <a:t>command=onclick()</a:t>
            </a:r>
          </a:p>
        </p:txBody>
      </p:sp>
      <p:sp>
        <p:nvSpPr>
          <p:cNvPr id="13" name="Rechthoek 12">
            <a:extLst>
              <a:ext uri="{FF2B5EF4-FFF2-40B4-BE49-F238E27FC236}">
                <a16:creationId xmlns:a16="http://schemas.microsoft.com/office/drawing/2014/main" id="{3C50801C-4D32-680A-54F8-5E3623841219}"/>
              </a:ext>
            </a:extLst>
          </p:cNvPr>
          <p:cNvSpPr/>
          <p:nvPr/>
        </p:nvSpPr>
        <p:spPr>
          <a:xfrm>
            <a:off x="7267575" y="1470026"/>
            <a:ext cx="2451355" cy="1958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1" name="Afbeelding 10">
            <a:extLst>
              <a:ext uri="{FF2B5EF4-FFF2-40B4-BE49-F238E27FC236}">
                <a16:creationId xmlns:a16="http://schemas.microsoft.com/office/drawing/2014/main" id="{87A01C35-298A-8D32-FB46-B7B0F34244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9178" y="2709151"/>
            <a:ext cx="868005" cy="868005"/>
          </a:xfrm>
          <a:prstGeom prst="rect">
            <a:avLst/>
          </a:prstGeom>
        </p:spPr>
      </p:pic>
      <p:pic>
        <p:nvPicPr>
          <p:cNvPr id="17" name="Afbeelding 16">
            <a:extLst>
              <a:ext uri="{FF2B5EF4-FFF2-40B4-BE49-F238E27FC236}">
                <a16:creationId xmlns:a16="http://schemas.microsoft.com/office/drawing/2014/main" id="{948F2310-4467-1218-C359-15FE2657CA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169165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De </a:t>
            </a:r>
            <a:r>
              <a:rPr kumimoji="0" lang="en-US" sz="3600" b="1" i="0" u="none" strike="noStrike" kern="0" cap="none" spc="0" normalizeH="0" baseline="0" noProof="0" dirty="0" err="1">
                <a:ln>
                  <a:noFill/>
                </a:ln>
                <a:solidFill>
                  <a:prstClr val="black"/>
                </a:solidFill>
                <a:effectLst/>
                <a:uLnTx/>
                <a:uFillTx/>
              </a:rPr>
              <a:t>gebruikersinvoer</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verwerken</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CC7832"/>
                </a:solidFill>
                <a:latin typeface="Consolas" panose="020B0609020204030204" pitchFamily="49" charset="0"/>
              </a:rPr>
              <a:t>def</a:t>
            </a:r>
            <a:r>
              <a:rPr lang="nl-NL" sz="1600" b="0" i="0" dirty="0">
                <a:solidFill>
                  <a:srgbClr val="CC7832"/>
                </a:solidFill>
                <a:latin typeface="Consolas" panose="020B0609020204030204" pitchFamily="49" charset="0"/>
              </a:rPr>
              <a:t> </a:t>
            </a:r>
            <a:r>
              <a:rPr lang="nl-NL" sz="1600" b="0" i="0" dirty="0" err="1">
                <a:solidFill>
                  <a:srgbClr val="FFC66D"/>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base = </a:t>
            </a:r>
            <a:r>
              <a:rPr lang="nl-NL" sz="1600" b="0" i="0" dirty="0">
                <a:solidFill>
                  <a:srgbClr val="8888C6"/>
                </a:solidFill>
                <a:latin typeface="Consolas" panose="020B0609020204030204" pitchFamily="49" charset="0"/>
              </a:rPr>
              <a:t>int</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entry.get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6897BB"/>
                </a:solidFill>
                <a:latin typeface="Consolas" panose="020B0609020204030204" pitchFamily="49" charset="0"/>
              </a:rPr>
            </a:b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command</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entry = Entry(</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entry.pack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padx</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646331"/>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De </a:t>
            </a:r>
            <a:r>
              <a:rPr kumimoji="0" lang="en-US" b="0" i="1" u="none" strike="noStrike" kern="0" cap="none" spc="0" normalizeH="0" baseline="0" noProof="0" dirty="0">
                <a:ln>
                  <a:noFill/>
                </a:ln>
                <a:solidFill>
                  <a:srgbClr val="294171"/>
                </a:solidFill>
                <a:effectLst/>
                <a:uLnTx/>
                <a:uFillTx/>
              </a:rPr>
              <a:t>onclick</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functie</a:t>
            </a:r>
            <a:r>
              <a:rPr kumimoji="0" lang="en-US" b="0" u="none" strike="noStrike" kern="0" cap="none" spc="0" normalizeH="0" baseline="0" noProof="0" dirty="0">
                <a:ln>
                  <a:noFill/>
                </a:ln>
                <a:solidFill>
                  <a:srgbClr val="294171"/>
                </a:solidFill>
                <a:effectLst/>
                <a:uLnTx/>
                <a:uFillTx/>
              </a:rPr>
              <a:t> is </a:t>
            </a:r>
            <a:r>
              <a:rPr kumimoji="0" lang="en-US" b="0" u="none" strike="noStrike" kern="0" cap="none" spc="0" normalizeH="0" baseline="0" noProof="0" dirty="0" err="1">
                <a:ln>
                  <a:noFill/>
                </a:ln>
                <a:solidFill>
                  <a:srgbClr val="294171"/>
                </a:solidFill>
                <a:effectLst/>
                <a:uLnTx/>
                <a:uFillTx/>
              </a:rPr>
              <a:t>gewijzigd</a:t>
            </a:r>
            <a:r>
              <a:rPr lang="en-US" kern="0" dirty="0">
                <a:solidFill>
                  <a:srgbClr val="294171"/>
                </a:solidFill>
              </a:rPr>
              <a:t>; de </a:t>
            </a:r>
            <a:r>
              <a:rPr lang="en-US" kern="0" dirty="0" err="1">
                <a:solidFill>
                  <a:srgbClr val="294171"/>
                </a:solidFill>
              </a:rPr>
              <a:t>ingevoerde</a:t>
            </a:r>
            <a:r>
              <a:rPr lang="en-US" kern="0" dirty="0">
                <a:solidFill>
                  <a:srgbClr val="294171"/>
                </a:solidFill>
              </a:rPr>
              <a:t> </a:t>
            </a:r>
            <a:r>
              <a:rPr lang="en-US" kern="0" dirty="0" err="1">
                <a:solidFill>
                  <a:srgbClr val="294171"/>
                </a:solidFill>
              </a:rPr>
              <a:t>tekst</a:t>
            </a:r>
            <a:r>
              <a:rPr lang="en-US" kern="0" dirty="0">
                <a:solidFill>
                  <a:srgbClr val="294171"/>
                </a:solidFill>
              </a:rPr>
              <a:t> </a:t>
            </a:r>
            <a:r>
              <a:rPr lang="en-US" kern="0" dirty="0" err="1">
                <a:solidFill>
                  <a:srgbClr val="294171"/>
                </a:solidFill>
              </a:rPr>
              <a:t>wordt</a:t>
            </a:r>
            <a:r>
              <a:rPr lang="en-US" kern="0" dirty="0">
                <a:solidFill>
                  <a:srgbClr val="294171"/>
                </a:solidFill>
              </a:rPr>
              <a:t> </a:t>
            </a:r>
            <a:r>
              <a:rPr kumimoji="0" lang="en-US" b="0" u="none" strike="noStrike" kern="0" cap="none" spc="0" normalizeH="0" baseline="0" noProof="0" dirty="0" err="1">
                <a:ln>
                  <a:noFill/>
                </a:ln>
                <a:solidFill>
                  <a:srgbClr val="294171"/>
                </a:solidFill>
                <a:effectLst/>
                <a:uLnTx/>
                <a:uFillTx/>
              </a:rPr>
              <a:t>omgezet</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naar</a:t>
            </a:r>
            <a:r>
              <a:rPr kumimoji="0" lang="en-US" b="0" u="none" strike="noStrike" kern="0" cap="none" spc="0" normalizeH="0" baseline="0" noProof="0" dirty="0">
                <a:ln>
                  <a:noFill/>
                </a:ln>
                <a:solidFill>
                  <a:srgbClr val="294171"/>
                </a:solidFill>
                <a:effectLst/>
                <a:uLnTx/>
                <a:uFillTx/>
              </a:rPr>
              <a:t> </a:t>
            </a:r>
            <a:r>
              <a:rPr kumimoji="0" lang="en-US" b="0" u="none" strike="noStrike" kern="0" cap="none" spc="0" normalizeH="0" baseline="0" noProof="0" dirty="0" err="1">
                <a:ln>
                  <a:noFill/>
                </a:ln>
                <a:solidFill>
                  <a:srgbClr val="294171"/>
                </a:solidFill>
                <a:effectLst/>
                <a:uLnTx/>
                <a:uFillTx/>
              </a:rPr>
              <a:t>een</a:t>
            </a:r>
            <a:r>
              <a:rPr kumimoji="0" lang="en-US" b="0" u="none" strike="noStrike" kern="0" cap="none" spc="0" normalizeH="0" baseline="0" noProof="0" dirty="0">
                <a:ln>
                  <a:noFill/>
                </a:ln>
                <a:solidFill>
                  <a:srgbClr val="294171"/>
                </a:solidFill>
                <a:effectLst/>
                <a:uLnTx/>
                <a:uFillTx/>
              </a:rPr>
              <a:t> int(</a:t>
            </a:r>
            <a:r>
              <a:rPr kumimoji="0" lang="en-US" b="0" u="none" strike="noStrike" kern="0" cap="none" spc="0" normalizeH="0" baseline="0" noProof="0" dirty="0" err="1">
                <a:ln>
                  <a:noFill/>
                </a:ln>
                <a:solidFill>
                  <a:srgbClr val="294171"/>
                </a:solidFill>
                <a:effectLst/>
                <a:uLnTx/>
                <a:uFillTx/>
              </a:rPr>
              <a:t>eger</a:t>
            </a:r>
            <a:r>
              <a:rPr kumimoji="0" lang="en-US" b="0" u="none" strike="noStrike" kern="0" cap="none" spc="0" normalizeH="0" baseline="0" noProof="0" dirty="0">
                <a:ln>
                  <a:noFill/>
                </a:ln>
                <a:solidFill>
                  <a:srgbClr val="294171"/>
                </a:solidFill>
                <a:effectLst/>
                <a:uLnTx/>
                <a:uFillTx/>
              </a:rPr>
              <a:t>).</a:t>
            </a:r>
            <a:endParaRPr kumimoji="0" lang="en-US" b="0" i="0" u="none" strike="noStrike" kern="0" cap="none" spc="0" normalizeH="0" baseline="0" noProof="0" dirty="0">
              <a:ln>
                <a:noFill/>
              </a:ln>
              <a:solidFill>
                <a:srgbClr val="294171"/>
              </a:solidFill>
              <a:effectLst/>
              <a:uLnTx/>
              <a:uFillTx/>
            </a:endParaRP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7" name="Afbeelding 6">
            <a:extLst>
              <a:ext uri="{FF2B5EF4-FFF2-40B4-BE49-F238E27FC236}">
                <a16:creationId xmlns:a16="http://schemas.microsoft.com/office/drawing/2014/main" id="{7589E5D5-F905-15FD-C8B6-E0BB7F9687D0}"/>
              </a:ext>
            </a:extLst>
          </p:cNvPr>
          <p:cNvPicPr>
            <a:picLocks noChangeAspect="1"/>
          </p:cNvPicPr>
          <p:nvPr/>
        </p:nvPicPr>
        <p:blipFill>
          <a:blip r:embed="rId2"/>
          <a:stretch>
            <a:fillRect/>
          </a:stretch>
        </p:blipFill>
        <p:spPr>
          <a:xfrm>
            <a:off x="9999096" y="1470600"/>
            <a:ext cx="1868800" cy="1958400"/>
          </a:xfrm>
          <a:prstGeom prst="rect">
            <a:avLst/>
          </a:prstGeom>
        </p:spPr>
      </p:pic>
      <p:pic>
        <p:nvPicPr>
          <p:cNvPr id="11" name="Afbeelding 10">
            <a:extLst>
              <a:ext uri="{FF2B5EF4-FFF2-40B4-BE49-F238E27FC236}">
                <a16:creationId xmlns:a16="http://schemas.microsoft.com/office/drawing/2014/main" id="{348A300D-70D4-769E-D786-AD9C686FD4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2482842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Kwadrateren</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CC7832"/>
                </a:solidFill>
                <a:latin typeface="Consolas" panose="020B0609020204030204" pitchFamily="49" charset="0"/>
              </a:rPr>
              <a:t>def</a:t>
            </a:r>
            <a:r>
              <a:rPr lang="nl-NL" sz="1600" b="0" i="0" dirty="0">
                <a:solidFill>
                  <a:srgbClr val="CC7832"/>
                </a:solidFill>
                <a:latin typeface="Consolas" panose="020B0609020204030204" pitchFamily="49" charset="0"/>
              </a:rPr>
              <a:t> </a:t>
            </a:r>
            <a:r>
              <a:rPr lang="nl-NL" sz="1600" b="0" i="0" dirty="0" err="1">
                <a:solidFill>
                  <a:srgbClr val="FFC66D"/>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base = </a:t>
            </a:r>
            <a:r>
              <a:rPr lang="nl-NL" sz="1600" b="0" i="0" dirty="0">
                <a:solidFill>
                  <a:srgbClr val="8888C6"/>
                </a:solidFill>
                <a:latin typeface="Consolas" panose="020B0609020204030204" pitchFamily="49" charset="0"/>
              </a:rPr>
              <a:t>int</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entry.get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square = base ** </a:t>
            </a:r>
            <a:r>
              <a:rPr lang="nl-NL" sz="1600" b="0" i="0" dirty="0">
                <a:solidFill>
                  <a:srgbClr val="6897BB"/>
                </a:solidFill>
                <a:latin typeface="Consolas" panose="020B0609020204030204" pitchFamily="49" charset="0"/>
              </a:rPr>
              <a:t>2</a:t>
            </a:r>
            <a:br>
              <a:rPr lang="nl-NL" sz="1600" b="0" i="0" dirty="0">
                <a:solidFill>
                  <a:srgbClr val="6897BB"/>
                </a:solidFill>
                <a:latin typeface="Consolas" panose="020B0609020204030204" pitchFamily="49" charset="0"/>
              </a:rPr>
            </a:br>
            <a:r>
              <a:rPr lang="nl-NL" sz="1600" b="0" i="0" dirty="0">
                <a:solidFill>
                  <a:srgbClr val="6897BB"/>
                </a:solidFill>
                <a:latin typeface="Consolas" panose="020B0609020204030204" pitchFamily="49" charset="0"/>
              </a:rPr>
              <a:t>    </a:t>
            </a:r>
            <a:r>
              <a:rPr lang="nl-NL" sz="1600" b="0" i="0" dirty="0" err="1">
                <a:solidFill>
                  <a:srgbClr val="A9B7C6"/>
                </a:solidFill>
                <a:latin typeface="Consolas" panose="020B0609020204030204" pitchFamily="49" charset="0"/>
              </a:rPr>
              <a:t>outcome</a:t>
            </a:r>
            <a:r>
              <a:rPr lang="nl-NL" sz="1600" b="0" i="0" dirty="0">
                <a:solidFill>
                  <a:srgbClr val="A9B7C6"/>
                </a:solidFill>
                <a:latin typeface="Consolas" panose="020B0609020204030204" pitchFamily="49" charset="0"/>
              </a:rPr>
              <a:t> = </a:t>
            </a:r>
            <a:r>
              <a:rPr lang="nl-NL" sz="1600" b="0" i="0" dirty="0" err="1">
                <a:solidFill>
                  <a:srgbClr val="6A8759"/>
                </a:solidFill>
                <a:latin typeface="Consolas" panose="020B0609020204030204" pitchFamily="49" charset="0"/>
              </a:rPr>
              <a:t>f"square</a:t>
            </a:r>
            <a:r>
              <a:rPr lang="nl-NL" sz="1600" b="0" i="0" dirty="0">
                <a:solidFill>
                  <a:srgbClr val="6A8759"/>
                </a:solidFill>
                <a:latin typeface="Consolas" panose="020B0609020204030204" pitchFamily="49" charset="0"/>
              </a:rPr>
              <a:t>: of </a:t>
            </a:r>
            <a:r>
              <a:rPr lang="nl-NL" sz="1600" b="0" i="0" dirty="0">
                <a:solidFill>
                  <a:srgbClr val="CC7832"/>
                </a:solidFill>
                <a:latin typeface="Consolas" panose="020B0609020204030204" pitchFamily="49" charset="0"/>
              </a:rPr>
              <a:t>{</a:t>
            </a:r>
            <a:r>
              <a:rPr lang="nl-NL" sz="1600" b="0" i="0" dirty="0">
                <a:solidFill>
                  <a:srgbClr val="A9B7C6"/>
                </a:solidFill>
                <a:latin typeface="Consolas" panose="020B0609020204030204" pitchFamily="49" charset="0"/>
              </a:rPr>
              <a:t>base</a:t>
            </a:r>
            <a:r>
              <a:rPr lang="nl-NL" sz="1600" b="0" i="0" dirty="0">
                <a:solidFill>
                  <a:srgbClr val="CC7832"/>
                </a:solidFill>
                <a:latin typeface="Consolas" panose="020B0609020204030204" pitchFamily="49" charset="0"/>
              </a:rPr>
              <a:t>}</a:t>
            </a:r>
            <a:r>
              <a:rPr lang="nl-NL" sz="1600" b="0" i="0" dirty="0">
                <a:solidFill>
                  <a:srgbClr val="6A8759"/>
                </a:solidFill>
                <a:latin typeface="Consolas" panose="020B0609020204030204" pitchFamily="49" charset="0"/>
              </a:rPr>
              <a:t> = </a:t>
            </a:r>
            <a:r>
              <a:rPr lang="nl-NL" sz="1600" b="0" i="0" dirty="0">
                <a:solidFill>
                  <a:srgbClr val="CC7832"/>
                </a:solidFill>
                <a:latin typeface="Consolas" panose="020B0609020204030204" pitchFamily="49" charset="0"/>
              </a:rPr>
              <a:t>{</a:t>
            </a:r>
            <a:r>
              <a:rPr lang="nl-NL" sz="1600" b="0" i="0" dirty="0">
                <a:solidFill>
                  <a:srgbClr val="A9B7C6"/>
                </a:solidFill>
                <a:latin typeface="Consolas" panose="020B0609020204030204" pitchFamily="49" charset="0"/>
              </a:rPr>
              <a:t>square</a:t>
            </a:r>
            <a:r>
              <a:rPr lang="nl-NL" sz="1600" b="0" i="0" dirty="0">
                <a:solidFill>
                  <a:srgbClr val="CC7832"/>
                </a:solidFill>
                <a:latin typeface="Consolas" panose="020B0609020204030204" pitchFamily="49" charset="0"/>
              </a:rPr>
              <a:t>}</a:t>
            </a:r>
            <a:r>
              <a:rPr lang="nl-NL" sz="1600" b="0" i="0" dirty="0">
                <a:solidFill>
                  <a:srgbClr val="6A8759"/>
                </a:solidFill>
                <a:latin typeface="Consolas" panose="020B0609020204030204" pitchFamily="49" charset="0"/>
              </a:rPr>
              <a:t>"</a:t>
            </a:r>
            <a:br>
              <a:rPr lang="nl-NL" sz="1600" b="0" i="0" dirty="0">
                <a:solidFill>
                  <a:srgbClr val="6A8759"/>
                </a:solidFill>
                <a:latin typeface="Consolas" panose="020B0609020204030204" pitchFamily="49" charset="0"/>
              </a:rPr>
            </a:b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command</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entry = Entry(</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entry.pack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padx</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369332"/>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err="1">
                <a:ln>
                  <a:noFill/>
                </a:ln>
                <a:solidFill>
                  <a:srgbClr val="294171"/>
                </a:solidFill>
                <a:effectLst/>
                <a:uLnTx/>
                <a:uFillTx/>
              </a:rPr>
              <a:t>Bereken</a:t>
            </a:r>
            <a:r>
              <a:rPr kumimoji="0" lang="en-US" b="0" i="0" u="none" strike="noStrike" kern="0" cap="none" spc="0" normalizeH="0" baseline="0" noProof="0" dirty="0">
                <a:ln>
                  <a:noFill/>
                </a:ln>
                <a:solidFill>
                  <a:srgbClr val="294171"/>
                </a:solidFill>
                <a:effectLst/>
                <a:uLnTx/>
                <a:uFillTx/>
              </a:rPr>
              <a:t> het </a:t>
            </a:r>
            <a:r>
              <a:rPr kumimoji="0" lang="en-US" b="0" i="0" u="none" strike="noStrike" kern="0" cap="none" spc="0" normalizeH="0" baseline="0" noProof="0" dirty="0" err="1">
                <a:ln>
                  <a:noFill/>
                </a:ln>
                <a:solidFill>
                  <a:srgbClr val="294171"/>
                </a:solidFill>
                <a:effectLst/>
                <a:uLnTx/>
                <a:uFillTx/>
              </a:rPr>
              <a:t>kwadraat</a:t>
            </a:r>
            <a:r>
              <a:rPr kumimoji="0" lang="en-US" b="0" i="0" u="none" strike="noStrike" kern="0" cap="none" spc="0" normalizeH="0" baseline="0" noProof="0" dirty="0">
                <a:ln>
                  <a:noFill/>
                </a:ln>
                <a:solidFill>
                  <a:srgbClr val="294171"/>
                </a:solidFill>
                <a:effectLst/>
                <a:uLnTx/>
                <a:uFillTx/>
              </a:rPr>
              <a:t>.</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7" name="Afbeelding 6">
            <a:extLst>
              <a:ext uri="{FF2B5EF4-FFF2-40B4-BE49-F238E27FC236}">
                <a16:creationId xmlns:a16="http://schemas.microsoft.com/office/drawing/2014/main" id="{0CE67392-33B0-8487-7E0A-C30AE7095DB4}"/>
              </a:ext>
            </a:extLst>
          </p:cNvPr>
          <p:cNvPicPr>
            <a:picLocks noChangeAspect="1"/>
          </p:cNvPicPr>
          <p:nvPr/>
        </p:nvPicPr>
        <p:blipFill>
          <a:blip r:embed="rId2"/>
          <a:stretch>
            <a:fillRect/>
          </a:stretch>
        </p:blipFill>
        <p:spPr>
          <a:xfrm>
            <a:off x="9999096" y="1470025"/>
            <a:ext cx="1868800" cy="1958400"/>
          </a:xfrm>
          <a:prstGeom prst="rect">
            <a:avLst/>
          </a:prstGeom>
        </p:spPr>
      </p:pic>
      <p:pic>
        <p:nvPicPr>
          <p:cNvPr id="11" name="Afbeelding 10">
            <a:extLst>
              <a:ext uri="{FF2B5EF4-FFF2-40B4-BE49-F238E27FC236}">
                <a16:creationId xmlns:a16="http://schemas.microsoft.com/office/drawing/2014/main" id="{0F0E2783-CECD-0503-08B5-18292A7067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3628390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2F56289D-3232-4801-C0C7-8D920457FEE0}"/>
              </a:ext>
            </a:extLst>
          </p:cNvPr>
          <p:cNvPicPr>
            <a:picLocks noChangeAspect="1"/>
          </p:cNvPicPr>
          <p:nvPr/>
        </p:nvPicPr>
        <p:blipFill>
          <a:blip r:embed="rId2"/>
          <a:stretch>
            <a:fillRect/>
          </a:stretch>
        </p:blipFill>
        <p:spPr>
          <a:xfrm>
            <a:off x="9998546" y="1470025"/>
            <a:ext cx="1869350" cy="1958976"/>
          </a:xfrm>
          <a:prstGeom prst="rect">
            <a:avLst/>
          </a:prstGeom>
        </p:spPr>
      </p:pic>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Het Label </a:t>
            </a:r>
            <a:r>
              <a:rPr kumimoji="0" lang="en-US" sz="3600" b="1" i="0" u="none" strike="noStrike" kern="0" cap="none" spc="0" normalizeH="0" baseline="0" noProof="0" dirty="0" err="1">
                <a:ln>
                  <a:noFill/>
                </a:ln>
                <a:solidFill>
                  <a:prstClr val="black"/>
                </a:solidFill>
                <a:effectLst/>
                <a:uLnTx/>
                <a:uFillTx/>
              </a:rPr>
              <a:t>updaten</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5"/>
            <a:ext cx="6752971" cy="511200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CC7832"/>
                </a:solidFill>
                <a:latin typeface="Consolas" panose="020B0609020204030204" pitchFamily="49" charset="0"/>
              </a:rPr>
              <a:t>def</a:t>
            </a:r>
            <a:r>
              <a:rPr lang="nl-NL" sz="1600" b="0" i="0" dirty="0">
                <a:solidFill>
                  <a:srgbClr val="CC7832"/>
                </a:solidFill>
                <a:latin typeface="Consolas" panose="020B0609020204030204" pitchFamily="49" charset="0"/>
              </a:rPr>
              <a:t> </a:t>
            </a:r>
            <a:r>
              <a:rPr lang="nl-NL" sz="1600" b="0" i="0" dirty="0" err="1">
                <a:solidFill>
                  <a:srgbClr val="FFC66D"/>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base = </a:t>
            </a:r>
            <a:r>
              <a:rPr lang="nl-NL" sz="1600" b="0" i="0" dirty="0">
                <a:solidFill>
                  <a:srgbClr val="8888C6"/>
                </a:solidFill>
                <a:latin typeface="Consolas" panose="020B0609020204030204" pitchFamily="49" charset="0"/>
              </a:rPr>
              <a:t>int</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entry.get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square = base ** </a:t>
            </a:r>
            <a:r>
              <a:rPr lang="nl-NL" sz="1600" b="0" i="0" dirty="0">
                <a:solidFill>
                  <a:srgbClr val="6897BB"/>
                </a:solidFill>
                <a:latin typeface="Consolas" panose="020B0609020204030204" pitchFamily="49" charset="0"/>
              </a:rPr>
              <a:t>2</a:t>
            </a:r>
            <a:br>
              <a:rPr lang="nl-NL" sz="1600" b="0" i="0" dirty="0">
                <a:solidFill>
                  <a:srgbClr val="6897BB"/>
                </a:solidFill>
                <a:latin typeface="Consolas" panose="020B0609020204030204" pitchFamily="49" charset="0"/>
              </a:rPr>
            </a:br>
            <a:r>
              <a:rPr lang="nl-NL" sz="1600" b="0" i="0" dirty="0">
                <a:solidFill>
                  <a:srgbClr val="6897BB"/>
                </a:solidFill>
                <a:latin typeface="Consolas" panose="020B0609020204030204" pitchFamily="49" charset="0"/>
              </a:rPr>
              <a:t>    </a:t>
            </a:r>
            <a:r>
              <a:rPr lang="nl-NL" sz="1600" b="0" i="0" dirty="0" err="1">
                <a:solidFill>
                  <a:srgbClr val="A9B7C6"/>
                </a:solidFill>
                <a:latin typeface="Consolas" panose="020B0609020204030204" pitchFamily="49" charset="0"/>
              </a:rPr>
              <a:t>outcome</a:t>
            </a:r>
            <a:r>
              <a:rPr lang="nl-NL" sz="1600" b="0" i="0" dirty="0">
                <a:solidFill>
                  <a:srgbClr val="A9B7C6"/>
                </a:solidFill>
                <a:latin typeface="Consolas" panose="020B0609020204030204" pitchFamily="49" charset="0"/>
              </a:rPr>
              <a:t> = </a:t>
            </a:r>
            <a:r>
              <a:rPr lang="nl-NL" sz="1600" b="0" i="0" dirty="0" err="1">
                <a:solidFill>
                  <a:srgbClr val="6A8759"/>
                </a:solidFill>
                <a:latin typeface="Consolas" panose="020B0609020204030204" pitchFamily="49" charset="0"/>
              </a:rPr>
              <a:t>f"square</a:t>
            </a:r>
            <a:r>
              <a:rPr lang="nl-NL" sz="1600" b="0" i="0" dirty="0">
                <a:solidFill>
                  <a:srgbClr val="6A8759"/>
                </a:solidFill>
                <a:latin typeface="Consolas" panose="020B0609020204030204" pitchFamily="49" charset="0"/>
              </a:rPr>
              <a:t>: of </a:t>
            </a:r>
            <a:r>
              <a:rPr lang="nl-NL" sz="1600" b="0" i="0" dirty="0">
                <a:solidFill>
                  <a:srgbClr val="CC7832"/>
                </a:solidFill>
                <a:latin typeface="Consolas" panose="020B0609020204030204" pitchFamily="49" charset="0"/>
              </a:rPr>
              <a:t>{</a:t>
            </a:r>
            <a:r>
              <a:rPr lang="nl-NL" sz="1600" b="0" i="0" dirty="0">
                <a:solidFill>
                  <a:srgbClr val="A9B7C6"/>
                </a:solidFill>
                <a:latin typeface="Consolas" panose="020B0609020204030204" pitchFamily="49" charset="0"/>
              </a:rPr>
              <a:t>base</a:t>
            </a:r>
            <a:r>
              <a:rPr lang="nl-NL" sz="1600" b="0" i="0" dirty="0">
                <a:solidFill>
                  <a:srgbClr val="CC7832"/>
                </a:solidFill>
                <a:latin typeface="Consolas" panose="020B0609020204030204" pitchFamily="49" charset="0"/>
              </a:rPr>
              <a:t>}</a:t>
            </a:r>
            <a:r>
              <a:rPr lang="nl-NL" sz="1600" b="0" i="0" dirty="0">
                <a:solidFill>
                  <a:srgbClr val="6A8759"/>
                </a:solidFill>
                <a:latin typeface="Consolas" panose="020B0609020204030204" pitchFamily="49" charset="0"/>
              </a:rPr>
              <a:t> = </a:t>
            </a:r>
            <a:r>
              <a:rPr lang="nl-NL" sz="1600" b="0" i="0" dirty="0">
                <a:solidFill>
                  <a:srgbClr val="CC7832"/>
                </a:solidFill>
                <a:latin typeface="Consolas" panose="020B0609020204030204" pitchFamily="49" charset="0"/>
              </a:rPr>
              <a:t>{</a:t>
            </a:r>
            <a:r>
              <a:rPr lang="nl-NL" sz="1600" b="0" i="0" dirty="0">
                <a:solidFill>
                  <a:srgbClr val="A9B7C6"/>
                </a:solidFill>
                <a:latin typeface="Consolas" panose="020B0609020204030204" pitchFamily="49" charset="0"/>
              </a:rPr>
              <a:t>square</a:t>
            </a:r>
            <a:r>
              <a:rPr lang="nl-NL" sz="1600" b="0" i="0" dirty="0">
                <a:solidFill>
                  <a:srgbClr val="CC7832"/>
                </a:solidFill>
                <a:latin typeface="Consolas" panose="020B0609020204030204" pitchFamily="49" charset="0"/>
              </a:rPr>
              <a:t>}</a:t>
            </a:r>
            <a:r>
              <a:rPr lang="nl-NL" sz="1600" b="0" i="0" dirty="0">
                <a:solidFill>
                  <a:srgbClr val="6A8759"/>
                </a:solidFill>
                <a:latin typeface="Consolas" panose="020B0609020204030204" pitchFamily="49" charset="0"/>
              </a:rPr>
              <a:t>"</a:t>
            </a:r>
            <a:br>
              <a:rPr lang="nl-NL" sz="1600" b="0" i="0" dirty="0">
                <a:solidFill>
                  <a:srgbClr val="6A8759"/>
                </a:solidFill>
                <a:latin typeface="Consolas" panose="020B0609020204030204" pitchFamily="49" charset="0"/>
              </a:rPr>
            </a:br>
            <a:r>
              <a:rPr lang="nl-NL" sz="1600" b="0" i="0" dirty="0">
                <a:solidFill>
                  <a:srgbClr val="6A8759"/>
                </a:solidFill>
                <a:latin typeface="Consolas" panose="020B0609020204030204" pitchFamily="49" charset="0"/>
              </a:rPr>
              <a:t>    </a:t>
            </a:r>
            <a:r>
              <a:rPr lang="nl-NL" sz="1600" b="0" i="0" dirty="0">
                <a:solidFill>
                  <a:srgbClr val="A9B7C6"/>
                </a:solidFill>
                <a:latin typeface="Consolas" panose="020B0609020204030204" pitchFamily="49" charset="0"/>
              </a:rPr>
              <a:t>label[</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text</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 = </a:t>
            </a:r>
            <a:r>
              <a:rPr lang="nl-NL" sz="1600" b="0" i="0" dirty="0" err="1">
                <a:solidFill>
                  <a:srgbClr val="A9B7C6"/>
                </a:solidFill>
                <a:latin typeface="Consolas" panose="020B0609020204030204" pitchFamily="49" charset="0"/>
              </a:rPr>
              <a:t>outcome</a:t>
            </a:r>
            <a:endParaRPr lang="nl-NL" sz="1600" b="0" i="0" dirty="0">
              <a:solidFill>
                <a:srgbClr val="A9B7C6"/>
              </a:solidFill>
              <a:latin typeface="Consolas" panose="020B0609020204030204" pitchFamily="49" charset="0"/>
            </a:endParaRP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dirty="0">
                <a:solidFill>
                  <a:srgbClr val="6A8759"/>
                </a:solidFill>
                <a:latin typeface="Consolas" panose="020B0609020204030204" pitchFamily="49" charset="0"/>
              </a:rPr>
              <a:t>'</a:t>
            </a:r>
            <a:r>
              <a:rPr lang="nl-NL" sz="1600" b="0" i="0" dirty="0">
                <a:solidFill>
                  <a:srgbClr val="6A8759"/>
                </a:solidFill>
                <a:latin typeface="Consolas" panose="020B0609020204030204" pitchFamily="49" charset="0"/>
              </a:rPr>
              <a:t>Press'</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command</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onclick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entry = Entry(</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entry.pack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padx</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7267575" y="3810000"/>
            <a:ext cx="4600321" cy="369332"/>
          </a:xfrm>
          <a:prstGeom prst="rect">
            <a:avLst/>
          </a:prstGeom>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294171"/>
                </a:solidFill>
                <a:effectLst/>
                <a:uLnTx/>
                <a:uFillTx/>
              </a:rPr>
              <a:t>Het Label </a:t>
            </a:r>
            <a:r>
              <a:rPr kumimoji="0" lang="en-US" b="0" i="0" u="none" strike="noStrike" kern="0" cap="none" spc="0" normalizeH="0" baseline="0" noProof="0" dirty="0" err="1">
                <a:ln>
                  <a:noFill/>
                </a:ln>
                <a:solidFill>
                  <a:srgbClr val="294171"/>
                </a:solidFill>
                <a:effectLst/>
                <a:uLnTx/>
                <a:uFillTx/>
              </a:rPr>
              <a:t>updaten</a:t>
            </a:r>
            <a:r>
              <a:rPr kumimoji="0" lang="en-US" b="0" i="0" u="none" strike="noStrike" kern="0" cap="none" spc="0" normalizeH="0" baseline="0" noProof="0" dirty="0">
                <a:ln>
                  <a:noFill/>
                </a:ln>
                <a:solidFill>
                  <a:srgbClr val="294171"/>
                </a:solidFill>
                <a:effectLst/>
                <a:uLnTx/>
                <a:uFillTx/>
              </a:rPr>
              <a:t>!</a:t>
            </a:r>
          </a:p>
        </p:txBody>
      </p:sp>
      <p:sp>
        <p:nvSpPr>
          <p:cNvPr id="2" name="Rechthoek 1">
            <a:extLst>
              <a:ext uri="{FF2B5EF4-FFF2-40B4-BE49-F238E27FC236}">
                <a16:creationId xmlns:a16="http://schemas.microsoft.com/office/drawing/2014/main" id="{DE458DC2-3088-4CAE-CF27-C50F27A41896}"/>
              </a:ext>
            </a:extLst>
          </p:cNvPr>
          <p:cNvSpPr/>
          <p:nvPr/>
        </p:nvSpPr>
        <p:spPr>
          <a:xfrm>
            <a:off x="7267575" y="3810000"/>
            <a:ext cx="4600321"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Afbeelding 9">
            <a:extLst>
              <a:ext uri="{FF2B5EF4-FFF2-40B4-BE49-F238E27FC236}">
                <a16:creationId xmlns:a16="http://schemas.microsoft.com/office/drawing/2014/main" id="{3450C170-40C4-B58D-6EE6-B303FA08E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4973" y="2688527"/>
            <a:ext cx="113684" cy="180000"/>
          </a:xfrm>
          <a:prstGeom prst="rect">
            <a:avLst/>
          </a:prstGeom>
        </p:spPr>
      </p:pic>
      <p:pic>
        <p:nvPicPr>
          <p:cNvPr id="6" name="Afbeelding 5">
            <a:extLst>
              <a:ext uri="{FF2B5EF4-FFF2-40B4-BE49-F238E27FC236}">
                <a16:creationId xmlns:a16="http://schemas.microsoft.com/office/drawing/2014/main" id="{3EB172E7-0C08-13BF-03F2-4F99D81EA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6758" y="4728968"/>
            <a:ext cx="1252506" cy="1303421"/>
          </a:xfrm>
          <a:prstGeom prst="rect">
            <a:avLst/>
          </a:prstGeom>
        </p:spPr>
      </p:pic>
      <p:pic>
        <p:nvPicPr>
          <p:cNvPr id="12" name="Afbeelding 11">
            <a:extLst>
              <a:ext uri="{FF2B5EF4-FFF2-40B4-BE49-F238E27FC236}">
                <a16:creationId xmlns:a16="http://schemas.microsoft.com/office/drawing/2014/main" id="{15699873-6A99-9E19-0A09-5AB00204CE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2007" y="1088452"/>
            <a:ext cx="1064444" cy="1064444"/>
          </a:xfrm>
          <a:prstGeom prst="rect">
            <a:avLst/>
          </a:prstGeom>
        </p:spPr>
      </p:pic>
    </p:spTree>
    <p:extLst>
      <p:ext uri="{BB962C8B-B14F-4D97-AF65-F5344CB8AC3E}">
        <p14:creationId xmlns:p14="http://schemas.microsoft.com/office/powerpoint/2010/main" val="2464851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6">
            <a:extLst>
              <a:ext uri="{FF2B5EF4-FFF2-40B4-BE49-F238E27FC236}">
                <a16:creationId xmlns:a16="http://schemas.microsoft.com/office/drawing/2014/main" id="{518F860F-1B02-DD3C-2C36-08DCB8E19DF2}"/>
              </a:ext>
            </a:extLst>
          </p:cNvPr>
          <p:cNvSpPr/>
          <p:nvPr/>
        </p:nvSpPr>
        <p:spPr>
          <a:xfrm>
            <a:off x="900112" y="1996680"/>
            <a:ext cx="10391776" cy="923330"/>
          </a:xfrm>
          <a:prstGeom prst="rect">
            <a:avLst/>
          </a:prstGeom>
        </p:spPr>
        <p:txBody>
          <a:bodyPr wrap="square">
            <a:spAutoFit/>
          </a:bodyPr>
          <a:lstStyle/>
          <a:p>
            <a:pPr marL="457200" indent="-457200" fontAlgn="base">
              <a:spcBef>
                <a:spcPct val="0"/>
              </a:spcBef>
              <a:spcAft>
                <a:spcPct val="0"/>
              </a:spcAft>
              <a:buFont typeface="+mj-lt"/>
              <a:buAutoNum type="arabicPeriod"/>
              <a:defRPr/>
            </a:pPr>
            <a:r>
              <a:rPr lang="nl-NL" kern="0" dirty="0">
                <a:solidFill>
                  <a:srgbClr val="294171"/>
                </a:solidFill>
              </a:rPr>
              <a:t>Voeg een extra  Entry toe, en bereken de som van beide integers</a:t>
            </a:r>
          </a:p>
          <a:p>
            <a:pPr marL="457200" indent="-457200" fontAlgn="base">
              <a:spcBef>
                <a:spcPct val="0"/>
              </a:spcBef>
              <a:spcAft>
                <a:spcPct val="0"/>
              </a:spcAft>
              <a:buFont typeface="+mj-lt"/>
              <a:buAutoNum type="arabicPeriod"/>
              <a:defRPr/>
            </a:pPr>
            <a:endParaRPr lang="en-US" kern="0" dirty="0">
              <a:solidFill>
                <a:srgbClr val="294171"/>
              </a:solidFill>
            </a:endParaRPr>
          </a:p>
          <a:p>
            <a:pPr marL="457200" indent="-457200" fontAlgn="base">
              <a:spcBef>
                <a:spcPct val="0"/>
              </a:spcBef>
              <a:spcAft>
                <a:spcPct val="0"/>
              </a:spcAft>
              <a:buFont typeface="+mj-lt"/>
              <a:buAutoNum type="arabicPeriod"/>
              <a:defRPr/>
            </a:pPr>
            <a:r>
              <a:rPr lang="nl-NL" kern="0" dirty="0">
                <a:solidFill>
                  <a:srgbClr val="294171"/>
                </a:solidFill>
              </a:rPr>
              <a:t>Voeg een extra Button toe, waarmee je beide getallen kunt vermenigvuldigen</a:t>
            </a:r>
            <a:endParaRPr lang="en-US" kern="0" dirty="0">
              <a:solidFill>
                <a:srgbClr val="294171"/>
              </a:solidFill>
            </a:endParaRPr>
          </a:p>
        </p:txBody>
      </p:sp>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lang="en-US" sz="3600" b="1" kern="0" dirty="0" err="1">
                <a:solidFill>
                  <a:prstClr val="black"/>
                </a:solidFill>
              </a:rPr>
              <a:t>Oefening</a:t>
            </a:r>
            <a:endParaRPr kumimoji="0" lang="en-US" sz="20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725245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Afbeelding 19">
            <a:extLst>
              <a:ext uri="{FF2B5EF4-FFF2-40B4-BE49-F238E27FC236}">
                <a16:creationId xmlns:a16="http://schemas.microsoft.com/office/drawing/2014/main" id="{678033EC-FF31-BFE9-871F-B54DF9277930}"/>
              </a:ext>
            </a:extLst>
          </p:cNvPr>
          <p:cNvPicPr>
            <a:picLocks noChangeAspect="1"/>
          </p:cNvPicPr>
          <p:nvPr/>
        </p:nvPicPr>
        <p:blipFill>
          <a:blip r:embed="rId3"/>
          <a:stretch>
            <a:fillRect/>
          </a:stretch>
        </p:blipFill>
        <p:spPr>
          <a:xfrm>
            <a:off x="9998546" y="1470023"/>
            <a:ext cx="1869350" cy="1995657"/>
          </a:xfrm>
          <a:prstGeom prst="rect">
            <a:avLst/>
          </a:prstGeom>
        </p:spPr>
      </p:pic>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7" y="0"/>
            <a:ext cx="9198123"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Data </a:t>
            </a:r>
            <a:r>
              <a:rPr kumimoji="0" lang="en-US" sz="3600" b="1" i="0" u="none" strike="noStrike" kern="0" cap="none" spc="0" normalizeH="0" baseline="0" noProof="0" dirty="0" err="1">
                <a:ln>
                  <a:noFill/>
                </a:ln>
                <a:solidFill>
                  <a:prstClr val="black"/>
                </a:solidFill>
                <a:effectLst/>
                <a:uLnTx/>
                <a:uFillTx/>
              </a:rPr>
              <a:t>doorgeven</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aan</a:t>
            </a:r>
            <a:r>
              <a:rPr kumimoji="0" lang="en-US" sz="3600" b="1" i="0" u="none" strike="noStrike" kern="0" cap="none" spc="0" normalizeH="0" baseline="0" noProof="0" dirty="0">
                <a:ln>
                  <a:noFill/>
                </a:ln>
                <a:solidFill>
                  <a:prstClr val="black"/>
                </a:solidFill>
                <a:effectLst/>
                <a:uLnTx/>
                <a:uFillTx/>
              </a:rPr>
              <a:t> de onclick-</a:t>
            </a:r>
            <a:r>
              <a:rPr kumimoji="0" lang="en-US" sz="3600" b="1" i="0" u="none" strike="noStrike" kern="0" cap="none" spc="0" normalizeH="0" baseline="0" noProof="0" dirty="0" err="1">
                <a:ln>
                  <a:noFill/>
                </a:ln>
                <a:solidFill>
                  <a:prstClr val="black"/>
                </a:solidFill>
                <a:effectLst/>
                <a:uLnTx/>
                <a:uFillTx/>
              </a:rPr>
              <a:t>functie</a:t>
            </a:r>
            <a:endParaRPr kumimoji="0" lang="en-US" sz="2000" b="0" i="0" u="none" strike="noStrike" kern="0" cap="none" spc="0" normalizeH="0" baseline="0" noProof="0" dirty="0">
              <a:ln>
                <a:noFill/>
              </a:ln>
              <a:solidFill>
                <a:prstClr val="black"/>
              </a:solidFill>
              <a:effectLst/>
              <a:uLnTx/>
              <a:uFillTx/>
            </a:endParaRPr>
          </a:p>
        </p:txBody>
      </p:sp>
      <p:sp>
        <p:nvSpPr>
          <p:cNvPr id="9" name="Tekstvak 8">
            <a:extLst>
              <a:ext uri="{FF2B5EF4-FFF2-40B4-BE49-F238E27FC236}">
                <a16:creationId xmlns:a16="http://schemas.microsoft.com/office/drawing/2014/main" id="{AC47AF91-1D43-F4F5-9C91-5CAEA63C04A3}"/>
              </a:ext>
            </a:extLst>
          </p:cNvPr>
          <p:cNvSpPr txBox="1"/>
          <p:nvPr/>
        </p:nvSpPr>
        <p:spPr>
          <a:xfrm>
            <a:off x="324104" y="1470024"/>
            <a:ext cx="9583376" cy="4770537"/>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CC7832"/>
                </a:solidFill>
                <a:highlight>
                  <a:srgbClr val="FFFF00"/>
                </a:highlight>
                <a:latin typeface="Consolas" panose="020B0609020204030204" pitchFamily="49" charset="0"/>
              </a:rPr>
              <a:t>from</a:t>
            </a:r>
            <a:r>
              <a:rPr lang="nl-NL" sz="1600" b="0" i="0" dirty="0">
                <a:solidFill>
                  <a:srgbClr val="CC7832"/>
                </a:solidFill>
                <a:highlight>
                  <a:srgbClr val="FFFF00"/>
                </a:highlight>
                <a:latin typeface="Consolas" panose="020B0609020204030204" pitchFamily="49" charset="0"/>
              </a:rPr>
              <a:t> </a:t>
            </a:r>
            <a:r>
              <a:rPr lang="nl-NL" sz="1600" b="0" i="0" dirty="0" err="1">
                <a:solidFill>
                  <a:srgbClr val="A9B7C6"/>
                </a:solidFill>
                <a:highlight>
                  <a:srgbClr val="FFFF00"/>
                </a:highlight>
                <a:latin typeface="Consolas" panose="020B0609020204030204" pitchFamily="49" charset="0"/>
              </a:rPr>
              <a:t>functools</a:t>
            </a:r>
            <a:r>
              <a:rPr lang="nl-NL" sz="1600" b="0" i="0" dirty="0">
                <a:solidFill>
                  <a:srgbClr val="A9B7C6"/>
                </a:solidFill>
                <a:highlight>
                  <a:srgbClr val="FFFF00"/>
                </a:highlight>
                <a:latin typeface="Consolas" panose="020B0609020204030204" pitchFamily="49" charset="0"/>
              </a:rPr>
              <a:t> </a:t>
            </a:r>
            <a:r>
              <a:rPr lang="nl-NL" sz="1600" b="0" i="0" dirty="0">
                <a:solidFill>
                  <a:srgbClr val="CC7832"/>
                </a:solidFill>
                <a:highlight>
                  <a:srgbClr val="FFFF00"/>
                </a:highlight>
                <a:latin typeface="Consolas" panose="020B0609020204030204" pitchFamily="49" charset="0"/>
              </a:rPr>
              <a:t>import </a:t>
            </a:r>
            <a:r>
              <a:rPr lang="nl-NL" sz="1600" b="0" i="0" dirty="0" err="1">
                <a:solidFill>
                  <a:srgbClr val="A9B7C6"/>
                </a:solidFill>
                <a:highlight>
                  <a:srgbClr val="FFFF00"/>
                </a:highlight>
                <a:latin typeface="Consolas" panose="020B0609020204030204" pitchFamily="49" charset="0"/>
              </a:rPr>
              <a:t>partial</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CC7832"/>
                </a:solidFill>
                <a:latin typeface="Consolas" panose="020B0609020204030204" pitchFamily="49" charset="0"/>
              </a:rPr>
              <a:t>def</a:t>
            </a:r>
            <a:r>
              <a:rPr lang="nl-NL" sz="1600" b="0" i="0" dirty="0">
                <a:solidFill>
                  <a:srgbClr val="CC7832"/>
                </a:solidFill>
                <a:latin typeface="Consolas" panose="020B0609020204030204" pitchFamily="49" charset="0"/>
              </a:rPr>
              <a:t> </a:t>
            </a:r>
            <a:r>
              <a:rPr lang="nl-NL" sz="1600" b="0" i="0" dirty="0" err="1">
                <a:solidFill>
                  <a:srgbClr val="FFC66D"/>
                </a:solidFill>
                <a:latin typeface="Consolas" panose="020B0609020204030204" pitchFamily="49" charset="0"/>
              </a:rPr>
              <a:t>onclick</a:t>
            </a:r>
            <a:r>
              <a:rPr lang="nl-NL" sz="1600" b="0" i="0" dirty="0">
                <a:solidFill>
                  <a:srgbClr val="A9B7C6"/>
                </a:solidFill>
                <a:latin typeface="Consolas" panose="020B0609020204030204" pitchFamily="49" charset="0"/>
              </a:rPr>
              <a:t>(</a:t>
            </a:r>
            <a:r>
              <a:rPr lang="nl-NL" sz="1600" b="0" i="0" dirty="0" err="1">
                <a:solidFill>
                  <a:srgbClr val="A9B7C6"/>
                </a:solidFill>
                <a:highlight>
                  <a:srgbClr val="FFFF00"/>
                </a:highlight>
                <a:latin typeface="Consolas" panose="020B0609020204030204" pitchFamily="49" charset="0"/>
              </a:rPr>
              <a:t>message</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label[</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text</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 = </a:t>
            </a:r>
            <a:r>
              <a:rPr lang="nl-NL" sz="1600" b="0" i="0" dirty="0" err="1">
                <a:solidFill>
                  <a:srgbClr val="A9B7C6"/>
                </a:solidFill>
                <a:latin typeface="Consolas" panose="020B0609020204030204" pitchFamily="49" charset="0"/>
              </a:rPr>
              <a:t>message</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'Hello World'</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height</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label.pack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buttonA</a:t>
            </a:r>
            <a:r>
              <a:rPr lang="nl-NL" sz="1600" b="0" i="0" dirty="0">
                <a:solidFill>
                  <a:srgbClr val="A9B7C6"/>
                </a:solidFill>
                <a:latin typeface="Consolas" panose="020B0609020204030204" pitchFamily="49" charset="0"/>
              </a:rPr>
              <a:t>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'A'</a:t>
            </a:r>
            <a:r>
              <a:rPr lang="nl-NL" sz="1600" b="0" i="0" dirty="0">
                <a:solidFill>
                  <a:srgbClr val="CC7832"/>
                </a:solidFill>
                <a:latin typeface="Consolas" panose="020B0609020204030204" pitchFamily="49" charset="0"/>
              </a:rPr>
              <a:t>, </a:t>
            </a:r>
            <a:r>
              <a:rPr lang="nl-NL" sz="1600" b="0" i="0" dirty="0" err="1">
                <a:solidFill>
                  <a:srgbClr val="AA4926"/>
                </a:solidFill>
                <a:highlight>
                  <a:srgbClr val="FFFF00"/>
                </a:highlight>
                <a:latin typeface="Consolas" panose="020B0609020204030204" pitchFamily="49" charset="0"/>
              </a:rPr>
              <a:t>command</a:t>
            </a:r>
            <a:r>
              <a:rPr lang="nl-NL" sz="1600" b="0" i="0" dirty="0">
                <a:solidFill>
                  <a:srgbClr val="A9B7C6"/>
                </a:solidFill>
                <a:highlight>
                  <a:srgbClr val="FFFF00"/>
                </a:highlight>
                <a:latin typeface="Consolas" panose="020B0609020204030204" pitchFamily="49" charset="0"/>
              </a:rPr>
              <a:t>=</a:t>
            </a:r>
            <a:r>
              <a:rPr lang="nl-NL" sz="1600" b="0" i="0" dirty="0" err="1">
                <a:solidFill>
                  <a:srgbClr val="A9B7C6"/>
                </a:solidFill>
                <a:highlight>
                  <a:srgbClr val="FFFF00"/>
                </a:highlight>
                <a:latin typeface="Consolas" panose="020B0609020204030204" pitchFamily="49" charset="0"/>
              </a:rPr>
              <a:t>partial</a:t>
            </a:r>
            <a:r>
              <a:rPr lang="nl-NL" sz="1600" b="0" i="0" dirty="0">
                <a:solidFill>
                  <a:srgbClr val="A9B7C6"/>
                </a:solidFill>
                <a:highlight>
                  <a:srgbClr val="FFFF00"/>
                </a:highlight>
                <a:latin typeface="Consolas" panose="020B0609020204030204" pitchFamily="49" charset="0"/>
              </a:rPr>
              <a:t>(</a:t>
            </a:r>
            <a:r>
              <a:rPr lang="nl-NL" sz="1600" b="0" i="0" dirty="0" err="1">
                <a:solidFill>
                  <a:srgbClr val="A9B7C6"/>
                </a:solidFill>
                <a:highlight>
                  <a:srgbClr val="FFFF00"/>
                </a:highlight>
                <a:latin typeface="Consolas" panose="020B0609020204030204" pitchFamily="49" charset="0"/>
              </a:rPr>
              <a:t>onclick</a:t>
            </a:r>
            <a:r>
              <a:rPr lang="nl-NL" sz="1600" b="0" i="0" dirty="0">
                <a:solidFill>
                  <a:srgbClr val="CC7832"/>
                </a:solidFill>
                <a:highlight>
                  <a:srgbClr val="FFFF00"/>
                </a:highlight>
                <a:latin typeface="Consolas" panose="020B0609020204030204" pitchFamily="49" charset="0"/>
              </a:rPr>
              <a:t>, </a:t>
            </a:r>
            <a:r>
              <a:rPr lang="nl-NL" sz="1600" b="0" i="0" dirty="0">
                <a:solidFill>
                  <a:srgbClr val="6A8759"/>
                </a:solidFill>
                <a:highlight>
                  <a:srgbClr val="FFFF00"/>
                </a:highlight>
                <a:latin typeface="Consolas" panose="020B0609020204030204" pitchFamily="49" charset="0"/>
              </a:rPr>
              <a:t>"Message </a:t>
            </a:r>
            <a:r>
              <a:rPr lang="nl-NL" sz="1600" b="0" i="0" dirty="0" err="1">
                <a:solidFill>
                  <a:srgbClr val="6A8759"/>
                </a:solidFill>
                <a:highlight>
                  <a:srgbClr val="FFFF00"/>
                </a:highlight>
                <a:latin typeface="Consolas" panose="020B0609020204030204" pitchFamily="49" charset="0"/>
              </a:rPr>
              <a:t>from</a:t>
            </a:r>
            <a:r>
              <a:rPr lang="nl-NL" sz="1600" b="0" i="0" dirty="0">
                <a:solidFill>
                  <a:srgbClr val="6A8759"/>
                </a:solidFill>
                <a:highlight>
                  <a:srgbClr val="FFFF00"/>
                </a:highlight>
                <a:latin typeface="Consolas" panose="020B0609020204030204" pitchFamily="49" charset="0"/>
              </a:rPr>
              <a:t> A"</a:t>
            </a:r>
            <a:r>
              <a:rPr lang="nl-NL" sz="1600" b="0" i="0" dirty="0">
                <a:solidFill>
                  <a:srgbClr val="A9B7C6"/>
                </a:solidFill>
                <a:highlight>
                  <a:srgbClr val="FFFF00"/>
                </a:highlight>
                <a:latin typeface="Consolas" panose="020B0609020204030204" pitchFamily="49" charset="0"/>
              </a:rPr>
              <a: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buttonA.pack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buttonB</a:t>
            </a:r>
            <a:r>
              <a:rPr lang="nl-NL" sz="1600" b="0" i="0" dirty="0">
                <a:solidFill>
                  <a:srgbClr val="A9B7C6"/>
                </a:solidFill>
                <a:latin typeface="Consolas" panose="020B0609020204030204" pitchFamily="49" charset="0"/>
              </a:rPr>
              <a:t>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a:t>
            </a:r>
            <a:r>
              <a:rPr lang="nl-NL" sz="1600" b="0" i="0" dirty="0">
                <a:solidFill>
                  <a:srgbClr val="CC7832"/>
                </a:solidFill>
                <a:latin typeface="Consolas" panose="020B0609020204030204" pitchFamily="49" charset="0"/>
              </a:rPr>
              <a:t>, </a:t>
            </a:r>
            <a:r>
              <a:rPr lang="nl-NL" sz="1600" b="0" i="0" dirty="0" err="1">
                <a:solidFill>
                  <a:srgbClr val="AA4926"/>
                </a:solidFill>
                <a:highlight>
                  <a:srgbClr val="FFFF00"/>
                </a:highlight>
                <a:latin typeface="Consolas" panose="020B0609020204030204" pitchFamily="49" charset="0"/>
              </a:rPr>
              <a:t>command</a:t>
            </a:r>
            <a:r>
              <a:rPr lang="nl-NL" sz="1600" b="0" i="0" dirty="0">
                <a:solidFill>
                  <a:srgbClr val="A9B7C6"/>
                </a:solidFill>
                <a:highlight>
                  <a:srgbClr val="FFFF00"/>
                </a:highlight>
                <a:latin typeface="Consolas" panose="020B0609020204030204" pitchFamily="49" charset="0"/>
              </a:rPr>
              <a:t>=</a:t>
            </a:r>
            <a:r>
              <a:rPr lang="nl-NL" sz="1600" b="0" i="0" dirty="0" err="1">
                <a:solidFill>
                  <a:srgbClr val="A9B7C6"/>
                </a:solidFill>
                <a:highlight>
                  <a:srgbClr val="FFFF00"/>
                </a:highlight>
                <a:latin typeface="Consolas" panose="020B0609020204030204" pitchFamily="49" charset="0"/>
              </a:rPr>
              <a:t>partial</a:t>
            </a:r>
            <a:r>
              <a:rPr lang="nl-NL" sz="1600" b="0" i="0" dirty="0">
                <a:solidFill>
                  <a:srgbClr val="A9B7C6"/>
                </a:solidFill>
                <a:highlight>
                  <a:srgbClr val="FFFF00"/>
                </a:highlight>
                <a:latin typeface="Consolas" panose="020B0609020204030204" pitchFamily="49" charset="0"/>
              </a:rPr>
              <a:t>(</a:t>
            </a:r>
            <a:r>
              <a:rPr lang="nl-NL" sz="1600" b="0" i="0" dirty="0" err="1">
                <a:solidFill>
                  <a:srgbClr val="A9B7C6"/>
                </a:solidFill>
                <a:highlight>
                  <a:srgbClr val="FFFF00"/>
                </a:highlight>
                <a:latin typeface="Consolas" panose="020B0609020204030204" pitchFamily="49" charset="0"/>
              </a:rPr>
              <a:t>onclick</a:t>
            </a:r>
            <a:r>
              <a:rPr lang="nl-NL" sz="1600" b="0" i="0" dirty="0">
                <a:solidFill>
                  <a:srgbClr val="CC7832"/>
                </a:solidFill>
                <a:highlight>
                  <a:srgbClr val="FFFF00"/>
                </a:highlight>
                <a:latin typeface="Consolas" panose="020B0609020204030204" pitchFamily="49" charset="0"/>
              </a:rPr>
              <a:t>, </a:t>
            </a:r>
            <a:r>
              <a:rPr lang="nl-NL" sz="1600" b="0" i="0" dirty="0">
                <a:solidFill>
                  <a:srgbClr val="6A8759"/>
                </a:solidFill>
                <a:highlight>
                  <a:srgbClr val="FFFF00"/>
                </a:highlight>
                <a:latin typeface="Consolas" panose="020B0609020204030204" pitchFamily="49" charset="0"/>
              </a:rPr>
              <a:t>"Message </a:t>
            </a:r>
            <a:r>
              <a:rPr lang="nl-NL" sz="1600" b="0" i="0" dirty="0" err="1">
                <a:solidFill>
                  <a:srgbClr val="6A8759"/>
                </a:solidFill>
                <a:highlight>
                  <a:srgbClr val="FFFF00"/>
                </a:highlight>
                <a:latin typeface="Consolas" panose="020B0609020204030204" pitchFamily="49" charset="0"/>
              </a:rPr>
              <a:t>from</a:t>
            </a:r>
            <a:r>
              <a:rPr lang="nl-NL" sz="1600" b="0" i="0" dirty="0">
                <a:solidFill>
                  <a:srgbClr val="6A8759"/>
                </a:solidFill>
                <a:highlight>
                  <a:srgbClr val="FFFF00"/>
                </a:highlight>
                <a:latin typeface="Consolas" panose="020B0609020204030204" pitchFamily="49" charset="0"/>
              </a:rPr>
              <a:t> B"</a:t>
            </a:r>
            <a:r>
              <a:rPr lang="nl-NL" sz="1600" b="0" i="0" dirty="0">
                <a:solidFill>
                  <a:srgbClr val="A9B7C6"/>
                </a:solidFill>
                <a:highlight>
                  <a:srgbClr val="FFFF00"/>
                </a:highlight>
                <a:latin typeface="Consolas" panose="020B0609020204030204" pitchFamily="49" charset="0"/>
              </a:rPr>
              <a: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buttonB.pack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a:p>
            <a:endParaRPr lang="nl-NL" sz="1600" b="0" i="0" dirty="0">
              <a:solidFill>
                <a:srgbClr val="808080"/>
              </a:solidFill>
              <a:latin typeface="Consolas" panose="020B0609020204030204" pitchFamily="49" charset="0"/>
            </a:endParaRPr>
          </a:p>
        </p:txBody>
      </p:sp>
      <p:sp>
        <p:nvSpPr>
          <p:cNvPr id="5" name="Rectangle 26">
            <a:extLst>
              <a:ext uri="{FF2B5EF4-FFF2-40B4-BE49-F238E27FC236}">
                <a16:creationId xmlns:a16="http://schemas.microsoft.com/office/drawing/2014/main" id="{BC62CC5E-89AF-FCD9-3077-93E486520478}"/>
              </a:ext>
            </a:extLst>
          </p:cNvPr>
          <p:cNvSpPr/>
          <p:nvPr/>
        </p:nvSpPr>
        <p:spPr>
          <a:xfrm>
            <a:off x="9998546" y="3810000"/>
            <a:ext cx="1869350" cy="2308324"/>
          </a:xfrm>
          <a:prstGeom prst="rect">
            <a:avLst/>
          </a:prstGeom>
        </p:spPr>
        <p:txBody>
          <a:bodyPr wrap="square" rIns="3600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err="1">
                <a:ln>
                  <a:noFill/>
                </a:ln>
                <a:solidFill>
                  <a:srgbClr val="294171"/>
                </a:solidFill>
                <a:effectLst/>
                <a:uLnTx/>
                <a:uFillTx/>
              </a:rPr>
              <a:t>Importeer</a:t>
            </a:r>
            <a:r>
              <a:rPr kumimoji="0" lang="en-US" b="0" i="0" u="none" strike="noStrike" kern="0" cap="none" spc="0" normalizeH="0" baseline="0" noProof="0" dirty="0">
                <a:ln>
                  <a:noFill/>
                </a:ln>
                <a:solidFill>
                  <a:srgbClr val="294171"/>
                </a:solidFill>
                <a:effectLst/>
                <a:uLnTx/>
                <a:uFillTx/>
              </a:rPr>
              <a:t> ‘partial’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dirty="0">
              <a:ln>
                <a:noFill/>
              </a:ln>
              <a:solidFill>
                <a:srgbClr val="294171"/>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lang="en-US" kern="0" dirty="0">
                <a:solidFill>
                  <a:srgbClr val="294171"/>
                </a:solidFill>
              </a:rPr>
              <a:t>Roep partial </a:t>
            </a:r>
            <a:r>
              <a:rPr lang="en-US" kern="0" dirty="0" err="1">
                <a:solidFill>
                  <a:srgbClr val="294171"/>
                </a:solidFill>
              </a:rPr>
              <a:t>aan</a:t>
            </a:r>
            <a:r>
              <a:rPr lang="en-US" kern="0" dirty="0">
                <a:solidFill>
                  <a:srgbClr val="294171"/>
                </a:solidFill>
              </a:rPr>
              <a:t>, </a:t>
            </a:r>
            <a:r>
              <a:rPr lang="en-US" kern="0" dirty="0" err="1">
                <a:solidFill>
                  <a:srgbClr val="294171"/>
                </a:solidFill>
              </a:rPr>
              <a:t>geef</a:t>
            </a:r>
            <a:r>
              <a:rPr lang="en-US" kern="0" dirty="0">
                <a:solidFill>
                  <a:srgbClr val="294171"/>
                </a:solidFill>
              </a:rPr>
              <a:t> de ‘onclick-</a:t>
            </a:r>
            <a:r>
              <a:rPr lang="en-US" kern="0" dirty="0" err="1">
                <a:solidFill>
                  <a:srgbClr val="294171"/>
                </a:solidFill>
              </a:rPr>
              <a:t>functie</a:t>
            </a:r>
            <a:r>
              <a:rPr lang="en-US" kern="0" dirty="0">
                <a:solidFill>
                  <a:srgbClr val="294171"/>
                </a:solidFill>
              </a:rPr>
              <a:t>’ </a:t>
            </a:r>
            <a:r>
              <a:rPr lang="en-US" kern="0" dirty="0" err="1">
                <a:solidFill>
                  <a:srgbClr val="294171"/>
                </a:solidFill>
              </a:rPr>
              <a:t>en</a:t>
            </a:r>
            <a:r>
              <a:rPr lang="en-US" kern="0" dirty="0">
                <a:solidFill>
                  <a:srgbClr val="294171"/>
                </a:solidFill>
              </a:rPr>
              <a:t> de </a:t>
            </a:r>
            <a:r>
              <a:rPr lang="en-US" kern="0" dirty="0" err="1">
                <a:solidFill>
                  <a:srgbClr val="294171"/>
                </a:solidFill>
              </a:rPr>
              <a:t>gewenste</a:t>
            </a:r>
            <a:r>
              <a:rPr lang="en-US" kern="0" dirty="0">
                <a:solidFill>
                  <a:srgbClr val="294171"/>
                </a:solidFill>
              </a:rPr>
              <a:t> </a:t>
            </a:r>
            <a:r>
              <a:rPr lang="en-US" kern="0" dirty="0" err="1">
                <a:solidFill>
                  <a:srgbClr val="294171"/>
                </a:solidFill>
              </a:rPr>
              <a:t>waarden</a:t>
            </a:r>
            <a:r>
              <a:rPr lang="en-US" kern="0" dirty="0">
                <a:solidFill>
                  <a:srgbClr val="294171"/>
                </a:solidFill>
              </a:rPr>
              <a:t> </a:t>
            </a:r>
            <a:r>
              <a:rPr lang="en-US" kern="0" dirty="0" err="1">
                <a:solidFill>
                  <a:srgbClr val="294171"/>
                </a:solidFill>
              </a:rPr>
              <a:t>voor</a:t>
            </a:r>
            <a:r>
              <a:rPr lang="en-US" kern="0" dirty="0">
                <a:solidFill>
                  <a:srgbClr val="294171"/>
                </a:solidFill>
              </a:rPr>
              <a:t> de parameters mee.</a:t>
            </a:r>
            <a:endParaRPr kumimoji="0" lang="en-US" b="0" i="0" u="none" strike="noStrike" kern="0" cap="none" spc="0" normalizeH="0" baseline="0" noProof="0" dirty="0">
              <a:ln>
                <a:noFill/>
              </a:ln>
              <a:solidFill>
                <a:srgbClr val="294171"/>
              </a:solidFill>
              <a:effectLst/>
              <a:uLnTx/>
              <a:uFillTx/>
            </a:endParaRPr>
          </a:p>
        </p:txBody>
      </p:sp>
      <p:sp>
        <p:nvSpPr>
          <p:cNvPr id="2" name="Rechthoek 1">
            <a:extLst>
              <a:ext uri="{FF2B5EF4-FFF2-40B4-BE49-F238E27FC236}">
                <a16:creationId xmlns:a16="http://schemas.microsoft.com/office/drawing/2014/main" id="{DE458DC2-3088-4CAE-CF27-C50F27A41896}"/>
              </a:ext>
            </a:extLst>
          </p:cNvPr>
          <p:cNvSpPr/>
          <p:nvPr/>
        </p:nvSpPr>
        <p:spPr>
          <a:xfrm>
            <a:off x="9998546" y="3810000"/>
            <a:ext cx="1869350" cy="2772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Afbeelding 9">
            <a:extLst>
              <a:ext uri="{FF2B5EF4-FFF2-40B4-BE49-F238E27FC236}">
                <a16:creationId xmlns:a16="http://schemas.microsoft.com/office/drawing/2014/main" id="{3450C170-40C4-B58D-6EE6-B303FA08EE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90703" y="2556551"/>
            <a:ext cx="113684" cy="180000"/>
          </a:xfrm>
          <a:prstGeom prst="rect">
            <a:avLst/>
          </a:prstGeom>
        </p:spPr>
      </p:pic>
    </p:spTree>
    <p:extLst>
      <p:ext uri="{BB962C8B-B14F-4D97-AF65-F5344CB8AC3E}">
        <p14:creationId xmlns:p14="http://schemas.microsoft.com/office/powerpoint/2010/main" val="708779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Layoutmanager</a:t>
            </a:r>
            <a:r>
              <a:rPr kumimoji="0" lang="en-US" sz="3600" b="1" i="0" u="none" strike="noStrike" kern="0" cap="none" spc="0" normalizeH="0" baseline="0" noProof="0" dirty="0">
                <a:ln>
                  <a:noFill/>
                </a:ln>
                <a:solidFill>
                  <a:prstClr val="black"/>
                </a:solidFill>
                <a:effectLst/>
                <a:uLnTx/>
                <a:uFillTx/>
              </a:rPr>
              <a:t> pack()</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2185214"/>
          </a:xfrm>
          <a:prstGeom prst="rect">
            <a:avLst/>
          </a:prstGeom>
        </p:spPr>
        <p:txBody>
          <a:bodyPr wrap="square">
            <a:spAutoFit/>
          </a:bodyPr>
          <a:lstStyle/>
          <a:p>
            <a:pPr fontAlgn="base">
              <a:spcBef>
                <a:spcPct val="0"/>
              </a:spcBef>
              <a:spcAft>
                <a:spcPct val="0"/>
              </a:spcAft>
              <a:defRPr/>
            </a:pPr>
            <a:r>
              <a:rPr lang="en-US" sz="2000" kern="0" dirty="0">
                <a:solidFill>
                  <a:srgbClr val="294171"/>
                </a:solidFill>
              </a:rPr>
              <a:t>In </a:t>
            </a:r>
            <a:r>
              <a:rPr lang="en-US" sz="2000" kern="0" dirty="0" err="1">
                <a:solidFill>
                  <a:srgbClr val="294171"/>
                </a:solidFill>
              </a:rPr>
              <a:t>vorige</a:t>
            </a:r>
            <a:r>
              <a:rPr lang="en-US" sz="2000" kern="0" dirty="0">
                <a:solidFill>
                  <a:srgbClr val="294171"/>
                </a:solidFill>
              </a:rPr>
              <a:t> </a:t>
            </a:r>
            <a:r>
              <a:rPr lang="en-US" sz="2000" kern="0" dirty="0" err="1">
                <a:solidFill>
                  <a:srgbClr val="294171"/>
                </a:solidFill>
              </a:rPr>
              <a:t>voorbeelden</a:t>
            </a:r>
            <a:r>
              <a:rPr lang="en-US" sz="2000" kern="0" dirty="0">
                <a:solidFill>
                  <a:srgbClr val="294171"/>
                </a:solidFill>
              </a:rPr>
              <a:t> </a:t>
            </a:r>
            <a:r>
              <a:rPr lang="en-US" sz="2000" kern="0" dirty="0" err="1">
                <a:solidFill>
                  <a:srgbClr val="294171"/>
                </a:solidFill>
              </a:rPr>
              <a:t>gebruikten</a:t>
            </a:r>
            <a:r>
              <a:rPr lang="en-US" sz="2000" kern="0" dirty="0">
                <a:solidFill>
                  <a:srgbClr val="294171"/>
                </a:solidFill>
              </a:rPr>
              <a:t> we pack() om widgets </a:t>
            </a:r>
            <a:r>
              <a:rPr lang="en-US" sz="2000" kern="0" dirty="0" err="1">
                <a:solidFill>
                  <a:srgbClr val="294171"/>
                </a:solidFill>
              </a:rPr>
              <a:t>te</a:t>
            </a:r>
            <a:r>
              <a:rPr lang="en-US" sz="2000" kern="0" dirty="0">
                <a:solidFill>
                  <a:srgbClr val="294171"/>
                </a:solidFill>
              </a:rPr>
              <a:t> </a:t>
            </a:r>
            <a:r>
              <a:rPr lang="en-US" sz="2000" kern="0" dirty="0" err="1">
                <a:solidFill>
                  <a:srgbClr val="294171"/>
                </a:solidFill>
              </a:rPr>
              <a:t>plaatsen</a:t>
            </a:r>
            <a:r>
              <a:rPr lang="en-US" sz="2000" kern="0" dirty="0">
                <a:solidFill>
                  <a:srgbClr val="294171"/>
                </a:solidFill>
              </a:rPr>
              <a:t>:	</a:t>
            </a:r>
            <a:r>
              <a:rPr lang="nl-NL" sz="1800" b="0" i="0" dirty="0" err="1">
                <a:solidFill>
                  <a:srgbClr val="A9B7C6"/>
                </a:solidFill>
                <a:latin typeface="Consolas" panose="020B0609020204030204" pitchFamily="49" charset="0"/>
              </a:rPr>
              <a:t>entry.pack</a:t>
            </a:r>
            <a:r>
              <a:rPr lang="nl-NL" sz="1800" b="0" i="0" dirty="0">
                <a:solidFill>
                  <a:srgbClr val="A9B7C6"/>
                </a:solidFill>
                <a:latin typeface="Consolas" panose="020B0609020204030204" pitchFamily="49" charset="0"/>
              </a:rPr>
              <a:t>(</a:t>
            </a:r>
            <a:r>
              <a:rPr lang="nl-NL" sz="1800" b="0" i="0" dirty="0" err="1">
                <a:solidFill>
                  <a:srgbClr val="AA4926"/>
                </a:solidFill>
                <a:latin typeface="Consolas" panose="020B0609020204030204" pitchFamily="49" charset="0"/>
              </a:rPr>
              <a:t>padx</a:t>
            </a:r>
            <a:r>
              <a:rPr lang="nl-NL" sz="1800" b="0" i="0" dirty="0">
                <a:solidFill>
                  <a:srgbClr val="A9B7C6"/>
                </a:solidFill>
                <a:latin typeface="Consolas" panose="020B0609020204030204" pitchFamily="49" charset="0"/>
              </a:rPr>
              <a:t>=</a:t>
            </a:r>
            <a:r>
              <a:rPr lang="nl-NL" sz="1800" b="0" i="0" dirty="0">
                <a:solidFill>
                  <a:srgbClr val="6897BB"/>
                </a:solidFill>
                <a:latin typeface="Consolas" panose="020B0609020204030204" pitchFamily="49" charset="0"/>
              </a:rPr>
              <a:t>10</a:t>
            </a:r>
            <a:r>
              <a:rPr lang="nl-NL" sz="1800" b="0" i="0" dirty="0">
                <a:solidFill>
                  <a:srgbClr val="CC7832"/>
                </a:solidFill>
                <a:latin typeface="Consolas" panose="020B0609020204030204" pitchFamily="49" charset="0"/>
              </a:rPr>
              <a:t>, </a:t>
            </a:r>
            <a:r>
              <a:rPr lang="nl-NL" sz="1800" b="0" i="0" dirty="0" err="1">
                <a:solidFill>
                  <a:srgbClr val="AA4926"/>
                </a:solidFill>
                <a:latin typeface="Consolas" panose="020B0609020204030204" pitchFamily="49" charset="0"/>
              </a:rPr>
              <a:t>pady</a:t>
            </a:r>
            <a:r>
              <a:rPr lang="nl-NL" sz="1800" b="0" i="0" dirty="0">
                <a:solidFill>
                  <a:srgbClr val="A9B7C6"/>
                </a:solidFill>
                <a:latin typeface="Consolas" panose="020B0609020204030204" pitchFamily="49" charset="0"/>
              </a:rPr>
              <a:t>=</a:t>
            </a:r>
            <a:r>
              <a:rPr lang="nl-NL" sz="1800" b="0" i="0" dirty="0">
                <a:solidFill>
                  <a:srgbClr val="6897BB"/>
                </a:solidFill>
                <a:latin typeface="Consolas" panose="020B0609020204030204" pitchFamily="49" charset="0"/>
              </a:rPr>
              <a:t>10</a:t>
            </a:r>
            <a:r>
              <a:rPr lang="nl-NL" sz="1800" b="0" i="0" dirty="0">
                <a:solidFill>
                  <a:srgbClr val="A9B7C6"/>
                </a:solidFill>
                <a:latin typeface="Consolas" panose="020B0609020204030204" pitchFamily="49" charset="0"/>
              </a:rPr>
              <a:t>)</a:t>
            </a:r>
            <a:endParaRPr lang="en-US" kern="0" dirty="0">
              <a:solidFill>
                <a:prstClr val="black"/>
              </a:solidFill>
            </a:endParaRPr>
          </a:p>
          <a:p>
            <a:pPr fontAlgn="base">
              <a:spcBef>
                <a:spcPct val="0"/>
              </a:spcBef>
              <a:spcAft>
                <a:spcPct val="0"/>
              </a:spcAft>
              <a:buClr>
                <a:srgbClr val="294171"/>
              </a:buClr>
              <a:defRPr/>
            </a:pPr>
            <a:endParaRPr kumimoji="0" lang="en-US" b="0" i="0" u="none" strike="noStrike" kern="0" cap="none" spc="0" normalizeH="0" baseline="0" noProof="0" dirty="0">
              <a:ln>
                <a:noFill/>
              </a:ln>
              <a:solidFill>
                <a:prstClr val="black"/>
              </a:solidFill>
              <a:effectLst/>
              <a:uLnTx/>
              <a:uFillTx/>
            </a:endParaRPr>
          </a:p>
          <a:p>
            <a:pPr fontAlgn="base">
              <a:spcBef>
                <a:spcPct val="0"/>
              </a:spcBef>
              <a:spcAft>
                <a:spcPct val="0"/>
              </a:spcAft>
              <a:buClr>
                <a:srgbClr val="294171"/>
              </a:buClr>
              <a:defRPr/>
            </a:pPr>
            <a:r>
              <a:rPr lang="nl-NL" sz="2000" kern="0" dirty="0">
                <a:solidFill>
                  <a:srgbClr val="294171"/>
                </a:solidFill>
              </a:rPr>
              <a:t>De pack()-methode is een van </a:t>
            </a:r>
            <a:r>
              <a:rPr lang="nl-NL" sz="2000" kern="0" dirty="0" err="1">
                <a:solidFill>
                  <a:srgbClr val="294171"/>
                </a:solidFill>
              </a:rPr>
              <a:t>Tk's</a:t>
            </a:r>
            <a:r>
              <a:rPr lang="nl-NL" sz="2000" kern="0" dirty="0">
                <a:solidFill>
                  <a:srgbClr val="294171"/>
                </a:solidFill>
              </a:rPr>
              <a:t> geometriebeheerders, die worden gebruikt om de relatieve positie van widgets binnen hun container te specificeren.</a:t>
            </a:r>
            <a:endParaRPr lang="en-US" sz="2000" kern="0" dirty="0">
              <a:solidFill>
                <a:srgbClr val="294171"/>
              </a:solidFill>
            </a:endParaRPr>
          </a:p>
          <a:p>
            <a:pPr fontAlgn="base">
              <a:spcBef>
                <a:spcPct val="0"/>
              </a:spcBef>
              <a:spcAft>
                <a:spcPct val="0"/>
              </a:spcAft>
              <a:buClr>
                <a:srgbClr val="294171"/>
              </a:buClr>
              <a:defRPr/>
            </a:pPr>
            <a:endParaRPr lang="en-US" sz="2000" kern="0" dirty="0">
              <a:solidFill>
                <a:srgbClr val="294171"/>
              </a:solidFill>
            </a:endParaRPr>
          </a:p>
          <a:p>
            <a:pPr fontAlgn="base">
              <a:spcBef>
                <a:spcPct val="0"/>
              </a:spcBef>
              <a:spcAft>
                <a:spcPct val="0"/>
              </a:spcAft>
              <a:buClr>
                <a:srgbClr val="294171"/>
              </a:buClr>
              <a:defRPr/>
            </a:pPr>
            <a:r>
              <a:rPr lang="en-US" sz="2000" kern="0" dirty="0">
                <a:solidFill>
                  <a:srgbClr val="294171"/>
                </a:solidFill>
              </a:rPr>
              <a:t>pack() </a:t>
            </a:r>
            <a:r>
              <a:rPr lang="en-US" sz="2000" kern="0" dirty="0" err="1">
                <a:solidFill>
                  <a:srgbClr val="294171"/>
                </a:solidFill>
              </a:rPr>
              <a:t>bepaalt</a:t>
            </a:r>
            <a:r>
              <a:rPr lang="en-US" sz="2000" kern="0" dirty="0">
                <a:solidFill>
                  <a:srgbClr val="294171"/>
                </a:solidFill>
              </a:rPr>
              <a:t> de </a:t>
            </a:r>
            <a:r>
              <a:rPr lang="en-US" sz="2000" kern="0" dirty="0" err="1">
                <a:solidFill>
                  <a:srgbClr val="294171"/>
                </a:solidFill>
              </a:rPr>
              <a:t>exacte</a:t>
            </a:r>
            <a:r>
              <a:rPr lang="en-US" sz="2000" kern="0" dirty="0">
                <a:solidFill>
                  <a:srgbClr val="294171"/>
                </a:solidFill>
              </a:rPr>
              <a:t> </a:t>
            </a:r>
            <a:r>
              <a:rPr lang="en-US" sz="2000" kern="0" dirty="0" err="1">
                <a:solidFill>
                  <a:srgbClr val="294171"/>
                </a:solidFill>
              </a:rPr>
              <a:t>coördinaten</a:t>
            </a:r>
            <a:r>
              <a:rPr lang="en-US" sz="2000" kern="0" dirty="0">
                <a:solidFill>
                  <a:srgbClr val="294171"/>
                </a:solidFill>
              </a:rPr>
              <a:t> </a:t>
            </a:r>
            <a:r>
              <a:rPr lang="en-US" sz="2000" kern="0" dirty="0" err="1">
                <a:solidFill>
                  <a:srgbClr val="294171"/>
                </a:solidFill>
              </a:rPr>
              <a:t>voor</a:t>
            </a:r>
            <a:r>
              <a:rPr lang="en-US" sz="2000" kern="0" dirty="0">
                <a:solidFill>
                  <a:srgbClr val="294171"/>
                </a:solidFill>
              </a:rPr>
              <a:t> je, </a:t>
            </a:r>
            <a:r>
              <a:rPr lang="en-US" sz="2000" kern="0" dirty="0" err="1">
                <a:solidFill>
                  <a:srgbClr val="294171"/>
                </a:solidFill>
              </a:rPr>
              <a:t>gebaseerd</a:t>
            </a:r>
            <a:r>
              <a:rPr lang="en-US" sz="2000" kern="0" dirty="0">
                <a:solidFill>
                  <a:srgbClr val="294171"/>
                </a:solidFill>
              </a:rPr>
              <a:t> op de </a:t>
            </a:r>
            <a:r>
              <a:rPr lang="en-US" sz="2000" kern="0" dirty="0" err="1">
                <a:solidFill>
                  <a:srgbClr val="294171"/>
                </a:solidFill>
              </a:rPr>
              <a:t>volgende</a:t>
            </a:r>
            <a:r>
              <a:rPr lang="en-US" sz="2000" kern="0" dirty="0">
                <a:solidFill>
                  <a:srgbClr val="294171"/>
                </a:solidFill>
              </a:rPr>
              <a:t> (</a:t>
            </a:r>
            <a:r>
              <a:rPr lang="en-US" sz="2000" kern="0" dirty="0" err="1">
                <a:solidFill>
                  <a:srgbClr val="294171"/>
                </a:solidFill>
              </a:rPr>
              <a:t>optionele</a:t>
            </a:r>
            <a:r>
              <a:rPr lang="en-US" sz="2000" kern="0" dirty="0">
                <a:solidFill>
                  <a:srgbClr val="294171"/>
                </a:solidFill>
              </a:rPr>
              <a:t>) parameters:</a:t>
            </a:r>
          </a:p>
          <a:p>
            <a:pPr fontAlgn="base">
              <a:spcBef>
                <a:spcPct val="0"/>
              </a:spcBef>
              <a:spcAft>
                <a:spcPct val="0"/>
              </a:spcAft>
              <a:buClr>
                <a:srgbClr val="294171"/>
              </a:buClr>
              <a:defRPr/>
            </a:pPr>
            <a:endParaRPr kumimoji="0" lang="en-US" b="0" i="0" u="none" strike="noStrike" kern="0" cap="none" spc="0" normalizeH="0" baseline="0" noProof="0" dirty="0">
              <a:ln>
                <a:noFill/>
              </a:ln>
              <a:solidFill>
                <a:prstClr val="black"/>
              </a:solidFill>
              <a:effectLst/>
              <a:uLnTx/>
              <a:uFillTx/>
            </a:endParaRPr>
          </a:p>
        </p:txBody>
      </p:sp>
      <p:graphicFrame>
        <p:nvGraphicFramePr>
          <p:cNvPr id="5" name="Tabel 5">
            <a:extLst>
              <a:ext uri="{FF2B5EF4-FFF2-40B4-BE49-F238E27FC236}">
                <a16:creationId xmlns:a16="http://schemas.microsoft.com/office/drawing/2014/main" id="{D7D393E1-6E34-4429-B497-C2F5303BD32F}"/>
              </a:ext>
            </a:extLst>
          </p:cNvPr>
          <p:cNvGraphicFramePr>
            <a:graphicFrameLocks noGrp="1"/>
          </p:cNvGraphicFramePr>
          <p:nvPr>
            <p:extLst>
              <p:ext uri="{D42A27DB-BD31-4B8C-83A1-F6EECF244321}">
                <p14:modId xmlns:p14="http://schemas.microsoft.com/office/powerpoint/2010/main" val="1138166325"/>
              </p:ext>
            </p:extLst>
          </p:nvPr>
        </p:nvGraphicFramePr>
        <p:xfrm>
          <a:off x="2032000" y="3752850"/>
          <a:ext cx="8128000" cy="2595880"/>
        </p:xfrm>
        <a:graphic>
          <a:graphicData uri="http://schemas.openxmlformats.org/drawingml/2006/table">
            <a:tbl>
              <a:tblPr firstRow="1" bandRow="1">
                <a:tableStyleId>{5C22544A-7EE6-4342-B048-85BDC9FD1C3A}</a:tableStyleId>
              </a:tblPr>
              <a:tblGrid>
                <a:gridCol w="2320939">
                  <a:extLst>
                    <a:ext uri="{9D8B030D-6E8A-4147-A177-3AD203B41FA5}">
                      <a16:colId xmlns:a16="http://schemas.microsoft.com/office/drawing/2014/main" val="4083127877"/>
                    </a:ext>
                  </a:extLst>
                </a:gridCol>
                <a:gridCol w="5807061">
                  <a:extLst>
                    <a:ext uri="{9D8B030D-6E8A-4147-A177-3AD203B41FA5}">
                      <a16:colId xmlns:a16="http://schemas.microsoft.com/office/drawing/2014/main" val="3401484585"/>
                    </a:ext>
                  </a:extLst>
                </a:gridCol>
              </a:tblGrid>
              <a:tr h="370840">
                <a:tc>
                  <a:txBody>
                    <a:bodyPr/>
                    <a:lstStyle/>
                    <a:p>
                      <a:r>
                        <a:rPr lang="nl-NL" dirty="0"/>
                        <a:t>Optionele parameters</a:t>
                      </a:r>
                    </a:p>
                  </a:txBody>
                  <a:tcPr/>
                </a:tc>
                <a:tc>
                  <a:txBody>
                    <a:bodyPr/>
                    <a:lstStyle/>
                    <a:p>
                      <a:r>
                        <a:rPr lang="nl-NL" dirty="0"/>
                        <a:t>Mogelijke waarden</a:t>
                      </a:r>
                    </a:p>
                  </a:txBody>
                  <a:tcPr/>
                </a:tc>
                <a:extLst>
                  <a:ext uri="{0D108BD9-81ED-4DB2-BD59-A6C34878D82A}">
                    <a16:rowId xmlns:a16="http://schemas.microsoft.com/office/drawing/2014/main" val="838598440"/>
                  </a:ext>
                </a:extLst>
              </a:tr>
              <a:tr h="370840">
                <a:tc>
                  <a:txBody>
                    <a:bodyPr/>
                    <a:lstStyle/>
                    <a:p>
                      <a:r>
                        <a:rPr lang="nl-NL" sz="1600" dirty="0">
                          <a:latin typeface="Consolas" panose="020B0609020204030204" pitchFamily="49" charset="0"/>
                        </a:rPr>
                        <a:t>anchor</a:t>
                      </a:r>
                    </a:p>
                  </a:txBody>
                  <a:tcPr/>
                </a:tc>
                <a:tc>
                  <a:txBody>
                    <a:bodyPr/>
                    <a:lstStyle/>
                    <a:p>
                      <a:r>
                        <a:rPr lang="pt-BR" sz="1600" dirty="0"/>
                        <a:t>"n", "ne", "e", "se", "s", "sw", "w", "nw", or "center"</a:t>
                      </a:r>
                      <a:endParaRPr lang="nl-NL" sz="1600" dirty="0"/>
                    </a:p>
                  </a:txBody>
                  <a:tcPr/>
                </a:tc>
                <a:extLst>
                  <a:ext uri="{0D108BD9-81ED-4DB2-BD59-A6C34878D82A}">
                    <a16:rowId xmlns:a16="http://schemas.microsoft.com/office/drawing/2014/main" val="2672403530"/>
                  </a:ext>
                </a:extLst>
              </a:tr>
              <a:tr h="370840">
                <a:tc>
                  <a:txBody>
                    <a:bodyPr/>
                    <a:lstStyle/>
                    <a:p>
                      <a:r>
                        <a:rPr lang="nl-NL" sz="1600" dirty="0" err="1">
                          <a:latin typeface="Consolas" panose="020B0609020204030204" pitchFamily="49" charset="0"/>
                        </a:rPr>
                        <a:t>expand</a:t>
                      </a:r>
                      <a:endParaRPr lang="nl-NL" sz="1600" dirty="0">
                        <a:latin typeface="Consolas" panose="020B0609020204030204" pitchFamily="49" charset="0"/>
                      </a:endParaRPr>
                    </a:p>
                  </a:txBody>
                  <a:tcPr/>
                </a:tc>
                <a:tc>
                  <a:txBody>
                    <a:bodyPr/>
                    <a:lstStyle/>
                    <a:p>
                      <a:r>
                        <a:rPr lang="nl-NL" sz="1600" dirty="0" err="1"/>
                        <a:t>Boolean</a:t>
                      </a:r>
                      <a:r>
                        <a:rPr lang="nl-NL" sz="1600" dirty="0"/>
                        <a:t>, 0 or 1</a:t>
                      </a:r>
                    </a:p>
                  </a:txBody>
                  <a:tcPr/>
                </a:tc>
                <a:extLst>
                  <a:ext uri="{0D108BD9-81ED-4DB2-BD59-A6C34878D82A}">
                    <a16:rowId xmlns:a16="http://schemas.microsoft.com/office/drawing/2014/main" val="2510436593"/>
                  </a:ext>
                </a:extLst>
              </a:tr>
              <a:tr h="370840">
                <a:tc>
                  <a:txBody>
                    <a:bodyPr/>
                    <a:lstStyle/>
                    <a:p>
                      <a:r>
                        <a:rPr lang="nl-NL" sz="1600" dirty="0" err="1">
                          <a:latin typeface="Consolas" panose="020B0609020204030204" pitchFamily="49" charset="0"/>
                        </a:rPr>
                        <a:t>fill</a:t>
                      </a:r>
                      <a:endParaRPr lang="nl-NL" sz="1600" dirty="0">
                        <a:latin typeface="Consolas" panose="020B0609020204030204" pitchFamily="49" charset="0"/>
                      </a:endParaRPr>
                    </a:p>
                  </a:txBody>
                  <a:tcPr/>
                </a:tc>
                <a:tc>
                  <a:txBody>
                    <a:bodyPr/>
                    <a:lstStyle/>
                    <a:p>
                      <a:r>
                        <a:rPr lang="nl-NL" sz="1600" dirty="0"/>
                        <a:t>'x', 'y', '</a:t>
                      </a:r>
                      <a:r>
                        <a:rPr lang="nl-NL" sz="1600" dirty="0" err="1"/>
                        <a:t>both</a:t>
                      </a:r>
                      <a:r>
                        <a:rPr lang="nl-NL" sz="1600" dirty="0"/>
                        <a:t>', 'none'</a:t>
                      </a:r>
                    </a:p>
                  </a:txBody>
                  <a:tcPr/>
                </a:tc>
                <a:extLst>
                  <a:ext uri="{0D108BD9-81ED-4DB2-BD59-A6C34878D82A}">
                    <a16:rowId xmlns:a16="http://schemas.microsoft.com/office/drawing/2014/main" val="3037565497"/>
                  </a:ext>
                </a:extLst>
              </a:tr>
              <a:tr h="370840">
                <a:tc>
                  <a:txBody>
                    <a:bodyPr/>
                    <a:lstStyle/>
                    <a:p>
                      <a:r>
                        <a:rPr lang="nl-NL" sz="1600" dirty="0" err="1">
                          <a:latin typeface="Consolas" panose="020B0609020204030204" pitchFamily="49" charset="0"/>
                        </a:rPr>
                        <a:t>ipadx</a:t>
                      </a:r>
                      <a:r>
                        <a:rPr lang="nl-NL" sz="1600" dirty="0">
                          <a:latin typeface="Consolas" panose="020B0609020204030204" pitchFamily="49" charset="0"/>
                        </a:rPr>
                        <a:t> / </a:t>
                      </a:r>
                      <a:r>
                        <a:rPr lang="nl-NL" sz="1600" dirty="0" err="1">
                          <a:latin typeface="Consolas" panose="020B0609020204030204" pitchFamily="49" charset="0"/>
                        </a:rPr>
                        <a:t>ipady</a:t>
                      </a:r>
                      <a:endParaRPr lang="nl-NL" sz="1600" dirty="0">
                        <a:latin typeface="Consolas" panose="020B0609020204030204" pitchFamily="49" charset="0"/>
                      </a:endParaRPr>
                    </a:p>
                  </a:txBody>
                  <a:tcPr/>
                </a:tc>
                <a:tc>
                  <a:txBody>
                    <a:bodyPr/>
                    <a:lstStyle/>
                    <a:p>
                      <a:r>
                        <a:rPr lang="nl-NL" sz="1600" dirty="0"/>
                        <a:t>A </a:t>
                      </a:r>
                      <a:r>
                        <a:rPr lang="nl-NL" sz="1600" dirty="0" err="1"/>
                        <a:t>distance</a:t>
                      </a:r>
                      <a:r>
                        <a:rPr lang="nl-NL" sz="1600" dirty="0"/>
                        <a:t> (int)</a:t>
                      </a:r>
                    </a:p>
                  </a:txBody>
                  <a:tcPr/>
                </a:tc>
                <a:extLst>
                  <a:ext uri="{0D108BD9-81ED-4DB2-BD59-A6C34878D82A}">
                    <a16:rowId xmlns:a16="http://schemas.microsoft.com/office/drawing/2014/main" val="1465055372"/>
                  </a:ext>
                </a:extLst>
              </a:tr>
              <a:tr h="370840">
                <a:tc>
                  <a:txBody>
                    <a:bodyPr/>
                    <a:lstStyle/>
                    <a:p>
                      <a:r>
                        <a:rPr lang="nl-NL" sz="1600" dirty="0" err="1">
                          <a:latin typeface="Consolas" panose="020B0609020204030204" pitchFamily="49" charset="0"/>
                        </a:rPr>
                        <a:t>padx</a:t>
                      </a:r>
                      <a:r>
                        <a:rPr lang="nl-NL" sz="1600" dirty="0">
                          <a:latin typeface="Consolas" panose="020B0609020204030204" pitchFamily="49" charset="0"/>
                        </a:rPr>
                        <a:t> /</a:t>
                      </a:r>
                      <a:r>
                        <a:rPr lang="nl-NL" sz="1600" dirty="0" err="1">
                          <a:latin typeface="Consolas" panose="020B0609020204030204" pitchFamily="49" charset="0"/>
                        </a:rPr>
                        <a:t>pady</a:t>
                      </a:r>
                      <a:endParaRPr lang="nl-NL" sz="1600" dirty="0">
                        <a:latin typeface="Consolas" panose="020B06090202040302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A </a:t>
                      </a:r>
                      <a:r>
                        <a:rPr lang="nl-NL" sz="1600" dirty="0" err="1"/>
                        <a:t>distance</a:t>
                      </a:r>
                      <a:r>
                        <a:rPr lang="nl-NL" sz="1600" dirty="0"/>
                        <a:t> (int)</a:t>
                      </a:r>
                    </a:p>
                  </a:txBody>
                  <a:tcPr/>
                </a:tc>
                <a:extLst>
                  <a:ext uri="{0D108BD9-81ED-4DB2-BD59-A6C34878D82A}">
                    <a16:rowId xmlns:a16="http://schemas.microsoft.com/office/drawing/2014/main" val="2789030681"/>
                  </a:ext>
                </a:extLst>
              </a:tr>
              <a:tr h="370840">
                <a:tc>
                  <a:txBody>
                    <a:bodyPr/>
                    <a:lstStyle/>
                    <a:p>
                      <a:r>
                        <a:rPr lang="nl-NL" sz="1600" dirty="0">
                          <a:latin typeface="Consolas" panose="020B0609020204030204" pitchFamily="49" charset="0"/>
                        </a:rPr>
                        <a:t>side</a:t>
                      </a:r>
                    </a:p>
                  </a:txBody>
                  <a:tcPr/>
                </a:tc>
                <a:tc>
                  <a:txBody>
                    <a:bodyPr/>
                    <a:lstStyle/>
                    <a:p>
                      <a:r>
                        <a:rPr lang="nl-NL" sz="1600" dirty="0"/>
                        <a:t>'</a:t>
                      </a:r>
                      <a:r>
                        <a:rPr lang="nl-NL" sz="1600" dirty="0" err="1"/>
                        <a:t>left</a:t>
                      </a:r>
                      <a:r>
                        <a:rPr lang="nl-NL" sz="1600" dirty="0"/>
                        <a:t>', 'right', 'top', '</a:t>
                      </a:r>
                      <a:r>
                        <a:rPr lang="nl-NL" sz="1600" dirty="0" err="1"/>
                        <a:t>bottom</a:t>
                      </a:r>
                      <a:r>
                        <a:rPr lang="nl-NL" sz="1600" dirty="0"/>
                        <a:t>'</a:t>
                      </a:r>
                    </a:p>
                  </a:txBody>
                  <a:tcPr/>
                </a:tc>
                <a:extLst>
                  <a:ext uri="{0D108BD9-81ED-4DB2-BD59-A6C34878D82A}">
                    <a16:rowId xmlns:a16="http://schemas.microsoft.com/office/drawing/2014/main" val="3387625880"/>
                  </a:ext>
                </a:extLst>
              </a:tr>
            </a:tbl>
          </a:graphicData>
        </a:graphic>
      </p:graphicFrame>
    </p:spTree>
    <p:extLst>
      <p:ext uri="{BB962C8B-B14F-4D97-AF65-F5344CB8AC3E}">
        <p14:creationId xmlns:p14="http://schemas.microsoft.com/office/powerpoint/2010/main" val="1092180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pack() &amp; side</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677108"/>
          </a:xfrm>
          <a:prstGeom prst="rect">
            <a:avLst/>
          </a:prstGeom>
        </p:spPr>
        <p:txBody>
          <a:bodyPr wrap="square">
            <a:spAutoFit/>
          </a:bodyPr>
          <a:lstStyle/>
          <a:p>
            <a:pPr fontAlgn="base">
              <a:spcBef>
                <a:spcPct val="0"/>
              </a:spcBef>
              <a:spcAft>
                <a:spcPct val="0"/>
              </a:spcAft>
              <a:buClr>
                <a:srgbClr val="294171"/>
              </a:buClr>
              <a:defRPr/>
            </a:pPr>
            <a:r>
              <a:rPr lang="en-US" sz="2000" kern="0" dirty="0">
                <a:solidFill>
                  <a:srgbClr val="294171"/>
                </a:solidFill>
              </a:rPr>
              <a:t>De </a:t>
            </a:r>
            <a:r>
              <a:rPr lang="en-US" sz="2000" kern="0" dirty="0" err="1">
                <a:solidFill>
                  <a:srgbClr val="294171"/>
                </a:solidFill>
              </a:rPr>
              <a:t>standaard</a:t>
            </a:r>
            <a:r>
              <a:rPr lang="en-US" sz="2000" kern="0" dirty="0">
                <a:solidFill>
                  <a:srgbClr val="294171"/>
                </a:solidFill>
              </a:rPr>
              <a:t> ‘side’=TOP: widgets met </a:t>
            </a:r>
            <a:r>
              <a:rPr lang="en-US" sz="2000" kern="0" dirty="0" err="1">
                <a:solidFill>
                  <a:srgbClr val="294171"/>
                </a:solidFill>
              </a:rPr>
              <a:t>dezelfde</a:t>
            </a:r>
            <a:r>
              <a:rPr lang="en-US" sz="2000" kern="0" dirty="0">
                <a:solidFill>
                  <a:srgbClr val="294171"/>
                </a:solidFill>
              </a:rPr>
              <a:t> side </a:t>
            </a:r>
            <a:r>
              <a:rPr lang="en-US" sz="2000" kern="0" dirty="0" err="1">
                <a:solidFill>
                  <a:srgbClr val="294171"/>
                </a:solidFill>
              </a:rPr>
              <a:t>worden</a:t>
            </a:r>
            <a:r>
              <a:rPr lang="en-US" sz="2000" kern="0" dirty="0">
                <a:solidFill>
                  <a:srgbClr val="294171"/>
                </a:solidFill>
              </a:rPr>
              <a:t> </a:t>
            </a:r>
            <a:r>
              <a:rPr lang="en-US" sz="2000" kern="0" dirty="0" err="1">
                <a:solidFill>
                  <a:srgbClr val="294171"/>
                </a:solidFill>
              </a:rPr>
              <a:t>tegen</a:t>
            </a:r>
            <a:r>
              <a:rPr lang="en-US" sz="2000" kern="0" dirty="0">
                <a:solidFill>
                  <a:srgbClr val="294171"/>
                </a:solidFill>
              </a:rPr>
              <a:t> </a:t>
            </a:r>
            <a:r>
              <a:rPr lang="en-US" sz="2000" kern="0" dirty="0" err="1">
                <a:solidFill>
                  <a:srgbClr val="294171"/>
                </a:solidFill>
              </a:rPr>
              <a:t>elkaar</a:t>
            </a:r>
            <a:r>
              <a:rPr lang="en-US" sz="2000" kern="0" dirty="0">
                <a:solidFill>
                  <a:srgbClr val="294171"/>
                </a:solidFill>
              </a:rPr>
              <a:t> </a:t>
            </a:r>
            <a:r>
              <a:rPr lang="en-US" sz="2000" kern="0" dirty="0" err="1">
                <a:solidFill>
                  <a:srgbClr val="294171"/>
                </a:solidFill>
              </a:rPr>
              <a:t>geplaatst</a:t>
            </a:r>
            <a:r>
              <a:rPr lang="en-US" sz="2000" kern="0" dirty="0">
                <a:solidFill>
                  <a:srgbClr val="294171"/>
                </a:solidFill>
              </a:rPr>
              <a:t>. Dat </a:t>
            </a:r>
            <a:r>
              <a:rPr lang="en-US" sz="2000" kern="0" dirty="0" err="1">
                <a:solidFill>
                  <a:srgbClr val="294171"/>
                </a:solidFill>
              </a:rPr>
              <a:t>kan</a:t>
            </a:r>
            <a:r>
              <a:rPr lang="en-US" sz="2000" kern="0" dirty="0">
                <a:solidFill>
                  <a:srgbClr val="294171"/>
                </a:solidFill>
              </a:rPr>
              <a:t> je </a:t>
            </a:r>
            <a:r>
              <a:rPr lang="en-US" sz="2000" kern="0" dirty="0" err="1">
                <a:solidFill>
                  <a:srgbClr val="294171"/>
                </a:solidFill>
              </a:rPr>
              <a:t>veranderen</a:t>
            </a:r>
            <a:r>
              <a:rPr lang="en-US" sz="2000" kern="0" dirty="0">
                <a:solidFill>
                  <a:srgbClr val="294171"/>
                </a:solidFill>
              </a:rPr>
              <a:t>:</a:t>
            </a:r>
          </a:p>
          <a:p>
            <a:pPr fontAlgn="base">
              <a:spcBef>
                <a:spcPct val="0"/>
              </a:spcBef>
              <a:spcAft>
                <a:spcPct val="0"/>
              </a:spcAft>
              <a:buClr>
                <a:srgbClr val="294171"/>
              </a:buClr>
              <a:defRPr/>
            </a:pPr>
            <a:endParaRPr kumimoji="0" lang="en-US" b="0" i="0" u="none" strike="noStrike" kern="0" cap="none" spc="0" normalizeH="0" baseline="0" noProof="0" dirty="0">
              <a:ln>
                <a:noFill/>
              </a:ln>
              <a:solidFill>
                <a:prstClr val="black"/>
              </a:solidFill>
              <a:effectLst/>
              <a:uLnTx/>
              <a:uFillTx/>
            </a:endParaRPr>
          </a:p>
        </p:txBody>
      </p:sp>
      <p:sp>
        <p:nvSpPr>
          <p:cNvPr id="6" name="Tekstvak 5">
            <a:extLst>
              <a:ext uri="{FF2B5EF4-FFF2-40B4-BE49-F238E27FC236}">
                <a16:creationId xmlns:a16="http://schemas.microsoft.com/office/drawing/2014/main" id="{02D42B47-BC26-DA7A-73C0-462117926BD1}"/>
              </a:ext>
            </a:extLst>
          </p:cNvPr>
          <p:cNvSpPr txBox="1"/>
          <p:nvPr/>
        </p:nvSpPr>
        <p:spPr>
          <a:xfrm>
            <a:off x="295247" y="2541954"/>
            <a:ext cx="5343553" cy="353943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'Btn1'</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button1.pack()</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button2.pack()</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button3.pack()</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root.geometry</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"300x200"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p:txBody>
      </p:sp>
      <p:sp>
        <p:nvSpPr>
          <p:cNvPr id="8" name="Tekstvak 7">
            <a:extLst>
              <a:ext uri="{FF2B5EF4-FFF2-40B4-BE49-F238E27FC236}">
                <a16:creationId xmlns:a16="http://schemas.microsoft.com/office/drawing/2014/main" id="{99D91F29-D1D4-D08E-DB99-49609D3E7869}"/>
              </a:ext>
            </a:extLst>
          </p:cNvPr>
          <p:cNvSpPr txBox="1"/>
          <p:nvPr/>
        </p:nvSpPr>
        <p:spPr>
          <a:xfrm>
            <a:off x="6271704" y="2541954"/>
            <a:ext cx="5105400" cy="353943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'Btn1'</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=LEFT)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button2.pack()</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=RIGHT)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root.geometry</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"300x200"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p:txBody>
      </p:sp>
      <p:pic>
        <p:nvPicPr>
          <p:cNvPr id="20" name="Afbeelding 19">
            <a:extLst>
              <a:ext uri="{FF2B5EF4-FFF2-40B4-BE49-F238E27FC236}">
                <a16:creationId xmlns:a16="http://schemas.microsoft.com/office/drawing/2014/main" id="{0081E81F-4806-2533-92D5-C1BFBE80ADAF}"/>
              </a:ext>
            </a:extLst>
          </p:cNvPr>
          <p:cNvPicPr>
            <a:picLocks noChangeAspect="1"/>
          </p:cNvPicPr>
          <p:nvPr/>
        </p:nvPicPr>
        <p:blipFill>
          <a:blip r:embed="rId2"/>
          <a:stretch>
            <a:fillRect/>
          </a:stretch>
        </p:blipFill>
        <p:spPr>
          <a:xfrm>
            <a:off x="9478961" y="4838697"/>
            <a:ext cx="2417792" cy="1857377"/>
          </a:xfrm>
          <a:prstGeom prst="rect">
            <a:avLst/>
          </a:prstGeom>
        </p:spPr>
      </p:pic>
      <p:sp>
        <p:nvSpPr>
          <p:cNvPr id="11" name="Rechthoek 10">
            <a:extLst>
              <a:ext uri="{FF2B5EF4-FFF2-40B4-BE49-F238E27FC236}">
                <a16:creationId xmlns:a16="http://schemas.microsoft.com/office/drawing/2014/main" id="{9B687881-911A-56ED-FE33-DCA72E8E88E4}"/>
              </a:ext>
            </a:extLst>
          </p:cNvPr>
          <p:cNvSpPr/>
          <p:nvPr/>
        </p:nvSpPr>
        <p:spPr>
          <a:xfrm>
            <a:off x="9778360" y="5092701"/>
            <a:ext cx="2109926"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4" name="Afbeelding 13">
            <a:extLst>
              <a:ext uri="{FF2B5EF4-FFF2-40B4-BE49-F238E27FC236}">
                <a16:creationId xmlns:a16="http://schemas.microsoft.com/office/drawing/2014/main" id="{B7097CE2-7E5D-50D4-9652-195C68DD529A}"/>
              </a:ext>
            </a:extLst>
          </p:cNvPr>
          <p:cNvPicPr>
            <a:picLocks noChangeAspect="1"/>
          </p:cNvPicPr>
          <p:nvPr/>
        </p:nvPicPr>
        <p:blipFill>
          <a:blip r:embed="rId3"/>
          <a:stretch>
            <a:fillRect/>
          </a:stretch>
        </p:blipFill>
        <p:spPr>
          <a:xfrm>
            <a:off x="3459179" y="4838700"/>
            <a:ext cx="2417791" cy="1857376"/>
          </a:xfrm>
          <a:prstGeom prst="rect">
            <a:avLst/>
          </a:prstGeom>
        </p:spPr>
      </p:pic>
      <p:sp>
        <p:nvSpPr>
          <p:cNvPr id="16" name="Rechthoek 15">
            <a:extLst>
              <a:ext uri="{FF2B5EF4-FFF2-40B4-BE49-F238E27FC236}">
                <a16:creationId xmlns:a16="http://schemas.microsoft.com/office/drawing/2014/main" id="{43D0B0FC-C456-E0A2-48BF-535EB5921ED8}"/>
              </a:ext>
            </a:extLst>
          </p:cNvPr>
          <p:cNvSpPr/>
          <p:nvPr/>
        </p:nvSpPr>
        <p:spPr>
          <a:xfrm>
            <a:off x="3463941" y="5092701"/>
            <a:ext cx="2404800"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2000F757-9693-3541-33A2-C51872BC1E49}"/>
              </a:ext>
            </a:extLst>
          </p:cNvPr>
          <p:cNvSpPr/>
          <p:nvPr/>
        </p:nvSpPr>
        <p:spPr>
          <a:xfrm>
            <a:off x="3463941" y="5301047"/>
            <a:ext cx="2404800"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34E4F781-B7D3-B841-7CEB-FD69044C1580}"/>
              </a:ext>
            </a:extLst>
          </p:cNvPr>
          <p:cNvSpPr/>
          <p:nvPr/>
        </p:nvSpPr>
        <p:spPr>
          <a:xfrm>
            <a:off x="3463941" y="5509393"/>
            <a:ext cx="2404800"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Rechthoek 21">
            <a:extLst>
              <a:ext uri="{FF2B5EF4-FFF2-40B4-BE49-F238E27FC236}">
                <a16:creationId xmlns:a16="http://schemas.microsoft.com/office/drawing/2014/main" id="{F138DBE9-039D-EAD7-E291-E621DF48E13F}"/>
              </a:ext>
            </a:extLst>
          </p:cNvPr>
          <p:cNvSpPr/>
          <p:nvPr/>
        </p:nvSpPr>
        <p:spPr>
          <a:xfrm>
            <a:off x="9492295" y="5092699"/>
            <a:ext cx="274006" cy="1591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AE33D99-46EC-EC9F-2A3F-0A88B1637800}"/>
              </a:ext>
            </a:extLst>
          </p:cNvPr>
          <p:cNvSpPr/>
          <p:nvPr/>
        </p:nvSpPr>
        <p:spPr>
          <a:xfrm>
            <a:off x="11614498" y="5299074"/>
            <a:ext cx="274006" cy="138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Tree>
    <p:extLst>
      <p:ext uri="{BB962C8B-B14F-4D97-AF65-F5344CB8AC3E}">
        <p14:creationId xmlns:p14="http://schemas.microsoft.com/office/powerpoint/2010/main" val="2259301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pack(), side &amp; anchor</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984885"/>
          </a:xfrm>
          <a:prstGeom prst="rect">
            <a:avLst/>
          </a:prstGeom>
        </p:spPr>
        <p:txBody>
          <a:bodyPr wrap="square">
            <a:spAutoFit/>
          </a:bodyPr>
          <a:lstStyle/>
          <a:p>
            <a:pPr fontAlgn="base">
              <a:spcBef>
                <a:spcPct val="0"/>
              </a:spcBef>
              <a:spcAft>
                <a:spcPct val="0"/>
              </a:spcAft>
              <a:buClr>
                <a:srgbClr val="294171"/>
              </a:buClr>
              <a:defRPr/>
            </a:pPr>
            <a:r>
              <a:rPr lang="en-US" sz="2000" kern="0" dirty="0">
                <a:solidFill>
                  <a:srgbClr val="294171"/>
                </a:solidFill>
              </a:rPr>
              <a:t>De ‘side’ parameter </a:t>
            </a:r>
            <a:r>
              <a:rPr lang="en-US" sz="2000" kern="0" dirty="0" err="1">
                <a:solidFill>
                  <a:srgbClr val="294171"/>
                </a:solidFill>
              </a:rPr>
              <a:t>plaatst</a:t>
            </a:r>
            <a:r>
              <a:rPr lang="en-US" sz="2000" kern="0" dirty="0">
                <a:solidFill>
                  <a:srgbClr val="294171"/>
                </a:solidFill>
              </a:rPr>
              <a:t> </a:t>
            </a:r>
            <a:r>
              <a:rPr lang="en-US" sz="2000" kern="0" dirty="0" err="1">
                <a:solidFill>
                  <a:srgbClr val="294171"/>
                </a:solidFill>
              </a:rPr>
              <a:t>een</a:t>
            </a:r>
            <a:r>
              <a:rPr lang="en-US" sz="2000" kern="0" dirty="0">
                <a:solidFill>
                  <a:srgbClr val="294171"/>
                </a:solidFill>
              </a:rPr>
              <a:t> widget links, </a:t>
            </a:r>
            <a:r>
              <a:rPr lang="en-US" sz="2000" kern="0" dirty="0" err="1">
                <a:solidFill>
                  <a:srgbClr val="294171"/>
                </a:solidFill>
              </a:rPr>
              <a:t>rechts</a:t>
            </a:r>
            <a:r>
              <a:rPr lang="en-US" sz="2000" kern="0" dirty="0">
                <a:solidFill>
                  <a:srgbClr val="294171"/>
                </a:solidFill>
              </a:rPr>
              <a:t>, </a:t>
            </a:r>
            <a:r>
              <a:rPr lang="en-US" sz="2000" kern="0" dirty="0" err="1">
                <a:solidFill>
                  <a:srgbClr val="294171"/>
                </a:solidFill>
              </a:rPr>
              <a:t>boven</a:t>
            </a:r>
            <a:r>
              <a:rPr lang="en-US" sz="2000" kern="0" dirty="0">
                <a:solidFill>
                  <a:srgbClr val="294171"/>
                </a:solidFill>
              </a:rPr>
              <a:t> (top) of </a:t>
            </a:r>
            <a:r>
              <a:rPr lang="en-US" sz="2000" kern="0" dirty="0" err="1">
                <a:solidFill>
                  <a:srgbClr val="294171"/>
                </a:solidFill>
              </a:rPr>
              <a:t>onder</a:t>
            </a:r>
            <a:r>
              <a:rPr lang="en-US" sz="2000" kern="0" dirty="0">
                <a:solidFill>
                  <a:srgbClr val="294171"/>
                </a:solidFill>
              </a:rPr>
              <a:t> (bottom).</a:t>
            </a:r>
          </a:p>
          <a:p>
            <a:pPr fontAlgn="base">
              <a:spcBef>
                <a:spcPct val="0"/>
              </a:spcBef>
              <a:spcAft>
                <a:spcPct val="0"/>
              </a:spcAft>
              <a:buClr>
                <a:srgbClr val="294171"/>
              </a:buClr>
              <a:defRPr/>
            </a:pPr>
            <a:r>
              <a:rPr lang="en-US" sz="2000" kern="0" dirty="0">
                <a:solidFill>
                  <a:srgbClr val="294171"/>
                </a:solidFill>
              </a:rPr>
              <a:t>Parameter ‘anchor’ </a:t>
            </a:r>
            <a:r>
              <a:rPr lang="en-US" sz="2000" kern="0" dirty="0" err="1">
                <a:solidFill>
                  <a:srgbClr val="294171"/>
                </a:solidFill>
              </a:rPr>
              <a:t>bepaalt</a:t>
            </a:r>
            <a:r>
              <a:rPr lang="en-US" sz="2000" kern="0" dirty="0">
                <a:solidFill>
                  <a:srgbClr val="294171"/>
                </a:solidFill>
              </a:rPr>
              <a:t> de </a:t>
            </a:r>
            <a:r>
              <a:rPr lang="en-US" sz="2000" kern="0" dirty="0" err="1">
                <a:solidFill>
                  <a:srgbClr val="294171"/>
                </a:solidFill>
              </a:rPr>
              <a:t>locatie</a:t>
            </a:r>
            <a:r>
              <a:rPr lang="en-US" sz="2000" kern="0" dirty="0">
                <a:solidFill>
                  <a:srgbClr val="294171"/>
                </a:solidFill>
              </a:rPr>
              <a:t> van de widget IN die side-</a:t>
            </a:r>
            <a:r>
              <a:rPr lang="en-US" sz="2000" kern="0" dirty="0" err="1">
                <a:solidFill>
                  <a:srgbClr val="294171"/>
                </a:solidFill>
              </a:rPr>
              <a:t>positie</a:t>
            </a:r>
            <a:r>
              <a:rPr lang="en-US" sz="2000" kern="0" dirty="0">
                <a:solidFill>
                  <a:srgbClr val="294171"/>
                </a:solidFill>
              </a:rPr>
              <a:t> (</a:t>
            </a:r>
            <a:r>
              <a:rPr lang="en-US" sz="2000" kern="0" dirty="0" err="1">
                <a:solidFill>
                  <a:srgbClr val="294171"/>
                </a:solidFill>
              </a:rPr>
              <a:t>als</a:t>
            </a:r>
            <a:r>
              <a:rPr lang="en-US" sz="2000" kern="0" dirty="0">
                <a:solidFill>
                  <a:srgbClr val="294171"/>
                </a:solidFill>
              </a:rPr>
              <a:t> </a:t>
            </a:r>
            <a:r>
              <a:rPr lang="en-US" sz="2000" kern="0" dirty="0" err="1">
                <a:solidFill>
                  <a:srgbClr val="294171"/>
                </a:solidFill>
              </a:rPr>
              <a:t>daar</a:t>
            </a:r>
            <a:r>
              <a:rPr lang="en-US" sz="2000" kern="0" dirty="0">
                <a:solidFill>
                  <a:srgbClr val="294171"/>
                </a:solidFill>
              </a:rPr>
              <a:t> </a:t>
            </a:r>
            <a:r>
              <a:rPr lang="en-US" sz="2000" kern="0" dirty="0" err="1">
                <a:solidFill>
                  <a:srgbClr val="294171"/>
                </a:solidFill>
              </a:rPr>
              <a:t>ruimte</a:t>
            </a:r>
            <a:r>
              <a:rPr lang="en-US" sz="2000" kern="0" dirty="0">
                <a:solidFill>
                  <a:srgbClr val="294171"/>
                </a:solidFill>
              </a:rPr>
              <a:t> </a:t>
            </a:r>
            <a:r>
              <a:rPr lang="en-US" sz="2000" kern="0" dirty="0" err="1">
                <a:solidFill>
                  <a:srgbClr val="294171"/>
                </a:solidFill>
              </a:rPr>
              <a:t>voor</a:t>
            </a:r>
            <a:r>
              <a:rPr lang="en-US" sz="2000" kern="0" dirty="0">
                <a:solidFill>
                  <a:srgbClr val="294171"/>
                </a:solidFill>
              </a:rPr>
              <a:t> is)!</a:t>
            </a:r>
          </a:p>
          <a:p>
            <a:pPr fontAlgn="base">
              <a:spcBef>
                <a:spcPct val="0"/>
              </a:spcBef>
              <a:spcAft>
                <a:spcPct val="0"/>
              </a:spcAft>
              <a:buClr>
                <a:srgbClr val="294171"/>
              </a:buClr>
              <a:defRPr/>
            </a:pPr>
            <a:endParaRPr kumimoji="0" lang="en-US" b="0" i="0" u="none" strike="noStrike" kern="0" cap="none" spc="0" normalizeH="0" baseline="0" noProof="0" dirty="0">
              <a:ln>
                <a:noFill/>
              </a:ln>
              <a:solidFill>
                <a:prstClr val="black"/>
              </a:solidFill>
              <a:effectLst/>
              <a:uLnTx/>
              <a:uFillTx/>
            </a:endParaRPr>
          </a:p>
        </p:txBody>
      </p:sp>
      <p:sp>
        <p:nvSpPr>
          <p:cNvPr id="6" name="Tekstvak 5">
            <a:extLst>
              <a:ext uri="{FF2B5EF4-FFF2-40B4-BE49-F238E27FC236}">
                <a16:creationId xmlns:a16="http://schemas.microsoft.com/office/drawing/2014/main" id="{02D42B47-BC26-DA7A-73C0-462117926BD1}"/>
              </a:ext>
            </a:extLst>
          </p:cNvPr>
          <p:cNvSpPr txBox="1"/>
          <p:nvPr/>
        </p:nvSpPr>
        <p:spPr>
          <a:xfrm>
            <a:off x="295247" y="2541954"/>
            <a:ext cx="5343553" cy="353943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'Btn1'</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=LEFT)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=LEFT)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=RIGHT)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root.geometry</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"300x200"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p:txBody>
      </p:sp>
      <p:sp>
        <p:nvSpPr>
          <p:cNvPr id="8" name="Tekstvak 7">
            <a:extLst>
              <a:ext uri="{FF2B5EF4-FFF2-40B4-BE49-F238E27FC236}">
                <a16:creationId xmlns:a16="http://schemas.microsoft.com/office/drawing/2014/main" id="{99D91F29-D1D4-D08E-DB99-49609D3E7869}"/>
              </a:ext>
            </a:extLst>
          </p:cNvPr>
          <p:cNvSpPr txBox="1"/>
          <p:nvPr/>
        </p:nvSpPr>
        <p:spPr>
          <a:xfrm>
            <a:off x="6271704" y="2541954"/>
            <a:ext cx="5105400" cy="3539430"/>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'Btn1'</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=LEFT</a:t>
            </a: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anchor</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"ne"</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button2.pack(</a:t>
            </a:r>
            <a:r>
              <a:rPr lang="nl-NL" sz="1600" b="0" i="0" dirty="0">
                <a:solidFill>
                  <a:srgbClr val="AA4926"/>
                </a:solidFill>
                <a:latin typeface="Consolas" panose="020B0609020204030204" pitchFamily="49" charset="0"/>
              </a:rPr>
              <a:t>anchor</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"e"</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=RIGHT)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root.geometry</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"300x200"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endParaRPr lang="nl-NL" sz="1400" b="0" i="0" dirty="0">
              <a:solidFill>
                <a:srgbClr val="A9B7C6"/>
              </a:solidFill>
              <a:latin typeface="Consolas" panose="020B0609020204030204" pitchFamily="49" charset="0"/>
            </a:endParaRPr>
          </a:p>
        </p:txBody>
      </p:sp>
      <p:pic>
        <p:nvPicPr>
          <p:cNvPr id="23" name="Afbeelding 22">
            <a:extLst>
              <a:ext uri="{FF2B5EF4-FFF2-40B4-BE49-F238E27FC236}">
                <a16:creationId xmlns:a16="http://schemas.microsoft.com/office/drawing/2014/main" id="{E0CEA3A1-DC28-F3F0-2F7E-86FDCB1E2602}"/>
              </a:ext>
            </a:extLst>
          </p:cNvPr>
          <p:cNvPicPr>
            <a:picLocks noChangeAspect="1"/>
          </p:cNvPicPr>
          <p:nvPr/>
        </p:nvPicPr>
        <p:blipFill>
          <a:blip r:embed="rId2"/>
          <a:stretch>
            <a:fillRect/>
          </a:stretch>
        </p:blipFill>
        <p:spPr>
          <a:xfrm>
            <a:off x="9479727" y="4838472"/>
            <a:ext cx="2418084" cy="1857601"/>
          </a:xfrm>
          <a:prstGeom prst="rect">
            <a:avLst/>
          </a:prstGeom>
        </p:spPr>
      </p:pic>
      <p:pic>
        <p:nvPicPr>
          <p:cNvPr id="7" name="Afbeelding 6">
            <a:extLst>
              <a:ext uri="{FF2B5EF4-FFF2-40B4-BE49-F238E27FC236}">
                <a16:creationId xmlns:a16="http://schemas.microsoft.com/office/drawing/2014/main" id="{FE2D2051-2AD3-DB6D-6CD0-100C667E3FAF}"/>
              </a:ext>
            </a:extLst>
          </p:cNvPr>
          <p:cNvPicPr>
            <a:picLocks noChangeAspect="1"/>
          </p:cNvPicPr>
          <p:nvPr/>
        </p:nvPicPr>
        <p:blipFill>
          <a:blip r:embed="rId3"/>
          <a:stretch>
            <a:fillRect/>
          </a:stretch>
        </p:blipFill>
        <p:spPr>
          <a:xfrm>
            <a:off x="3459177" y="4838696"/>
            <a:ext cx="2418083" cy="1857600"/>
          </a:xfrm>
          <a:prstGeom prst="rect">
            <a:avLst/>
          </a:prstGeom>
        </p:spPr>
      </p:pic>
      <p:sp>
        <p:nvSpPr>
          <p:cNvPr id="31" name="Rechthoek 30">
            <a:extLst>
              <a:ext uri="{FF2B5EF4-FFF2-40B4-BE49-F238E27FC236}">
                <a16:creationId xmlns:a16="http://schemas.microsoft.com/office/drawing/2014/main" id="{F0B3E91C-1899-EDFD-9248-011F15D4CDD5}"/>
              </a:ext>
            </a:extLst>
          </p:cNvPr>
          <p:cNvSpPr/>
          <p:nvPr/>
        </p:nvSpPr>
        <p:spPr>
          <a:xfrm>
            <a:off x="9778360" y="5092701"/>
            <a:ext cx="2109926"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hthoek 31">
            <a:extLst>
              <a:ext uri="{FF2B5EF4-FFF2-40B4-BE49-F238E27FC236}">
                <a16:creationId xmlns:a16="http://schemas.microsoft.com/office/drawing/2014/main" id="{E7030321-12E9-3ACE-20E7-07C7AD35FD96}"/>
              </a:ext>
            </a:extLst>
          </p:cNvPr>
          <p:cNvSpPr/>
          <p:nvPr/>
        </p:nvSpPr>
        <p:spPr>
          <a:xfrm>
            <a:off x="9492295" y="5092699"/>
            <a:ext cx="274006" cy="1591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4" name="Rechthoek 33">
            <a:extLst>
              <a:ext uri="{FF2B5EF4-FFF2-40B4-BE49-F238E27FC236}">
                <a16:creationId xmlns:a16="http://schemas.microsoft.com/office/drawing/2014/main" id="{B119FA7D-2EA7-EF19-5731-E29BE1B616E9}"/>
              </a:ext>
            </a:extLst>
          </p:cNvPr>
          <p:cNvSpPr/>
          <p:nvPr/>
        </p:nvSpPr>
        <p:spPr>
          <a:xfrm>
            <a:off x="11614498" y="5299074"/>
            <a:ext cx="274006" cy="138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Tree>
    <p:extLst>
      <p:ext uri="{BB962C8B-B14F-4D97-AF65-F5344CB8AC3E}">
        <p14:creationId xmlns:p14="http://schemas.microsoft.com/office/powerpoint/2010/main" val="3516936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Frames</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1261884"/>
          </a:xfrm>
          <a:prstGeom prst="rect">
            <a:avLst/>
          </a:prstGeom>
        </p:spPr>
        <p:txBody>
          <a:bodyPr wrap="square">
            <a:spAutoFit/>
          </a:bodyPr>
          <a:lstStyle/>
          <a:p>
            <a:pPr fontAlgn="base">
              <a:spcBef>
                <a:spcPct val="0"/>
              </a:spcBef>
              <a:spcAft>
                <a:spcPct val="0"/>
              </a:spcAft>
              <a:defRPr/>
            </a:pPr>
            <a:r>
              <a:rPr lang="nl-NL" sz="2000" kern="0" dirty="0">
                <a:solidFill>
                  <a:srgbClr val="294171"/>
                </a:solidFill>
              </a:rPr>
              <a:t>Maar hoe krijg ik dan een extra button naast Btn2?? </a:t>
            </a:r>
          </a:p>
          <a:p>
            <a:pPr fontAlgn="base">
              <a:spcBef>
                <a:spcPct val="0"/>
              </a:spcBef>
              <a:spcAft>
                <a:spcPct val="0"/>
              </a:spcAft>
              <a:defRPr/>
            </a:pPr>
            <a:r>
              <a:rPr lang="nl-NL" sz="2000" kern="0" dirty="0">
                <a:solidFill>
                  <a:srgbClr val="294171"/>
                </a:solidFill>
              </a:rPr>
              <a:t>We hebben een soort ‘containers’ nodig – </a:t>
            </a:r>
            <a:r>
              <a:rPr lang="nl-NL" sz="2000" i="1" kern="0" dirty="0">
                <a:solidFill>
                  <a:srgbClr val="294171"/>
                </a:solidFill>
              </a:rPr>
              <a:t>frames:</a:t>
            </a:r>
            <a:endParaRPr lang="en-US" i="1" kern="0" dirty="0">
              <a:solidFill>
                <a:prstClr val="black"/>
              </a:solidFill>
            </a:endParaRPr>
          </a:p>
          <a:p>
            <a:pPr fontAlgn="base">
              <a:spcBef>
                <a:spcPct val="0"/>
              </a:spcBef>
              <a:spcAft>
                <a:spcPct val="0"/>
              </a:spcAft>
              <a:buClr>
                <a:srgbClr val="294171"/>
              </a:buClr>
              <a:defRPr/>
            </a:pPr>
            <a:endParaRPr kumimoji="0" lang="en-US" b="0" i="0" u="none" strike="noStrike" kern="0" cap="none" spc="0" normalizeH="0" baseline="0" noProof="0" dirty="0">
              <a:ln>
                <a:noFill/>
              </a:ln>
              <a:solidFill>
                <a:prstClr val="black"/>
              </a:solidFill>
              <a:effectLst/>
              <a:uLnTx/>
              <a:uFillTx/>
            </a:endParaRPr>
          </a:p>
          <a:p>
            <a:pPr fontAlgn="base">
              <a:spcBef>
                <a:spcPct val="0"/>
              </a:spcBef>
              <a:spcAft>
                <a:spcPct val="0"/>
              </a:spcAft>
              <a:buClr>
                <a:srgbClr val="294171"/>
              </a:buClr>
              <a:defRPr/>
            </a:pPr>
            <a:endParaRPr kumimoji="0" lang="en-US" b="0" i="0" u="none" strike="noStrike" kern="0" cap="none" spc="0" normalizeH="0" baseline="0" noProof="0" dirty="0">
              <a:ln>
                <a:noFill/>
              </a:ln>
              <a:solidFill>
                <a:prstClr val="black"/>
              </a:solidFill>
              <a:effectLst/>
              <a:uLnTx/>
              <a:uFillTx/>
            </a:endParaRPr>
          </a:p>
        </p:txBody>
      </p:sp>
      <p:sp>
        <p:nvSpPr>
          <p:cNvPr id="6" name="Tekstvak 5">
            <a:extLst>
              <a:ext uri="{FF2B5EF4-FFF2-40B4-BE49-F238E27FC236}">
                <a16:creationId xmlns:a16="http://schemas.microsoft.com/office/drawing/2014/main" id="{F8F99998-F64A-7112-420F-1956A74C64EC}"/>
              </a:ext>
            </a:extLst>
          </p:cNvPr>
          <p:cNvSpPr txBox="1"/>
          <p:nvPr/>
        </p:nvSpPr>
        <p:spPr>
          <a:xfrm>
            <a:off x="295247" y="2548774"/>
            <a:ext cx="5105400" cy="3539430"/>
          </a:xfrm>
          <a:prstGeom prst="rect">
            <a:avLst/>
          </a:prstGeom>
          <a:solidFill>
            <a:srgbClr val="2B2B2B"/>
          </a:solidFill>
        </p:spPr>
        <p:txBody>
          <a:bodyPr wrap="square">
            <a:spAutoFit/>
          </a:bodyPr>
          <a:lstStyle/>
          <a:p>
            <a:r>
              <a:rPr lang="nl-NL" sz="1600" b="0" i="0">
                <a:solidFill>
                  <a:srgbClr val="CC7832"/>
                </a:solidFill>
                <a:latin typeface="Consolas" panose="020B0609020204030204" pitchFamily="49" charset="0"/>
              </a:rPr>
              <a:t>from </a:t>
            </a:r>
            <a:r>
              <a:rPr lang="nl-NL" sz="1600" b="0" i="0">
                <a:solidFill>
                  <a:srgbClr val="A9B7C6"/>
                </a:solidFill>
                <a:latin typeface="Consolas" panose="020B0609020204030204" pitchFamily="49" charset="0"/>
              </a:rPr>
              <a:t>tkinter </a:t>
            </a:r>
            <a:r>
              <a:rPr lang="nl-NL" sz="1600" b="0" i="0">
                <a:solidFill>
                  <a:srgbClr val="CC7832"/>
                </a:solidFill>
                <a:latin typeface="Consolas" panose="020B0609020204030204" pitchFamily="49" charset="0"/>
              </a:rPr>
              <a:t>import </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root = Tk()</a:t>
            </a:r>
            <a:br>
              <a:rPr lang="nl-NL" sz="1600" b="0" i="0">
                <a:solidFill>
                  <a:srgbClr val="A9B7C6"/>
                </a:solidFill>
                <a:latin typeface="Consolas" panose="020B0609020204030204" pitchFamily="49" charset="0"/>
              </a:rPr>
            </a:b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button1 = Button(</a:t>
            </a:r>
            <a:r>
              <a:rPr lang="nl-NL" sz="1600" b="0" i="0">
                <a:solidFill>
                  <a:srgbClr val="AA4926"/>
                </a:solidFill>
                <a:latin typeface="Consolas" panose="020B0609020204030204" pitchFamily="49" charset="0"/>
              </a:rPr>
              <a:t>master</a:t>
            </a:r>
            <a:r>
              <a:rPr lang="nl-NL" sz="1600" b="0" i="0">
                <a:solidFill>
                  <a:srgbClr val="A9B7C6"/>
                </a:solidFill>
                <a:latin typeface="Consolas" panose="020B0609020204030204" pitchFamily="49" charset="0"/>
              </a:rPr>
              <a:t>=root</a:t>
            </a:r>
            <a:r>
              <a:rPr lang="nl-NL" sz="1600" b="0" i="0">
                <a:solidFill>
                  <a:srgbClr val="CC7832"/>
                </a:solidFill>
                <a:latin typeface="Consolas" panose="020B0609020204030204" pitchFamily="49" charset="0"/>
              </a:rPr>
              <a:t>, </a:t>
            </a:r>
            <a:r>
              <a:rPr lang="nl-NL" sz="1600" b="0" i="0">
                <a:solidFill>
                  <a:srgbClr val="AA4926"/>
                </a:solidFill>
                <a:latin typeface="Consolas" panose="020B0609020204030204" pitchFamily="49" charset="0"/>
              </a:rPr>
              <a:t>text</a:t>
            </a:r>
            <a:r>
              <a:rPr lang="nl-NL" sz="1600" b="0" i="0">
                <a:solidFill>
                  <a:srgbClr val="A9B7C6"/>
                </a:solidFill>
                <a:latin typeface="Consolas" panose="020B0609020204030204" pitchFamily="49" charset="0"/>
              </a:rPr>
              <a:t>=</a:t>
            </a:r>
            <a:r>
              <a:rPr lang="nl-NL" sz="1600" b="0" i="0">
                <a:solidFill>
                  <a:srgbClr val="6A8759"/>
                </a:solidFill>
                <a:latin typeface="Consolas" panose="020B0609020204030204" pitchFamily="49" charset="0"/>
              </a:rPr>
              <a:t>'Btn1'</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button1.pack(</a:t>
            </a:r>
            <a:r>
              <a:rPr lang="nl-NL" sz="1600" b="0" i="0">
                <a:solidFill>
                  <a:srgbClr val="AA4926"/>
                </a:solidFill>
                <a:latin typeface="Consolas" panose="020B0609020204030204" pitchFamily="49" charset="0"/>
              </a:rPr>
              <a:t>side</a:t>
            </a:r>
            <a:r>
              <a:rPr lang="nl-NL" sz="1600" b="0" i="0">
                <a:solidFill>
                  <a:srgbClr val="A9B7C6"/>
                </a:solidFill>
                <a:latin typeface="Consolas" panose="020B0609020204030204" pitchFamily="49" charset="0"/>
              </a:rPr>
              <a:t>=LEFT</a:t>
            </a:r>
            <a:r>
              <a:rPr lang="nl-NL" sz="1600" b="0" i="0">
                <a:solidFill>
                  <a:srgbClr val="CC7832"/>
                </a:solidFill>
                <a:latin typeface="Consolas" panose="020B0609020204030204" pitchFamily="49" charset="0"/>
              </a:rPr>
              <a:t>, </a:t>
            </a:r>
            <a:r>
              <a:rPr lang="nl-NL" sz="1600" b="0" i="0">
                <a:solidFill>
                  <a:srgbClr val="AA4926"/>
                </a:solidFill>
                <a:latin typeface="Consolas" panose="020B0609020204030204" pitchFamily="49" charset="0"/>
              </a:rPr>
              <a:t>anchor</a:t>
            </a:r>
            <a:r>
              <a:rPr lang="nl-NL" sz="1600" b="0" i="0">
                <a:solidFill>
                  <a:srgbClr val="A9B7C6"/>
                </a:solidFill>
                <a:latin typeface="Consolas" panose="020B0609020204030204" pitchFamily="49" charset="0"/>
              </a:rPr>
              <a:t>=</a:t>
            </a:r>
            <a:r>
              <a:rPr lang="nl-NL" sz="1600" b="0" i="0">
                <a:solidFill>
                  <a:srgbClr val="6A8759"/>
                </a:solidFill>
                <a:latin typeface="Consolas" panose="020B0609020204030204" pitchFamily="49" charset="0"/>
              </a:rPr>
              <a:t>"ne"</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button2 = Button(</a:t>
            </a:r>
            <a:r>
              <a:rPr lang="nl-NL" sz="1600" b="0" i="0">
                <a:solidFill>
                  <a:srgbClr val="AA4926"/>
                </a:solidFill>
                <a:latin typeface="Consolas" panose="020B0609020204030204" pitchFamily="49" charset="0"/>
              </a:rPr>
              <a:t>master</a:t>
            </a:r>
            <a:r>
              <a:rPr lang="nl-NL" sz="1600" b="0" i="0">
                <a:solidFill>
                  <a:srgbClr val="A9B7C6"/>
                </a:solidFill>
                <a:latin typeface="Consolas" panose="020B0609020204030204" pitchFamily="49" charset="0"/>
              </a:rPr>
              <a:t>=root</a:t>
            </a:r>
            <a:r>
              <a:rPr lang="nl-NL" sz="1600" b="0" i="0">
                <a:solidFill>
                  <a:srgbClr val="CC7832"/>
                </a:solidFill>
                <a:latin typeface="Consolas" panose="020B0609020204030204" pitchFamily="49" charset="0"/>
              </a:rPr>
              <a:t>, </a:t>
            </a:r>
            <a:r>
              <a:rPr lang="nl-NL" sz="1600" b="0" i="0">
                <a:solidFill>
                  <a:srgbClr val="AA4926"/>
                </a:solidFill>
                <a:latin typeface="Consolas" panose="020B0609020204030204" pitchFamily="49" charset="0"/>
              </a:rPr>
              <a:t>text</a:t>
            </a:r>
            <a:r>
              <a:rPr lang="nl-NL" sz="1600" b="0" i="0">
                <a:solidFill>
                  <a:srgbClr val="A9B7C6"/>
                </a:solidFill>
                <a:latin typeface="Consolas" panose="020B0609020204030204" pitchFamily="49" charset="0"/>
              </a:rPr>
              <a:t>=</a:t>
            </a:r>
            <a:r>
              <a:rPr lang="nl-NL" sz="1600" b="0" i="0">
                <a:solidFill>
                  <a:srgbClr val="6A8759"/>
                </a:solidFill>
                <a:latin typeface="Consolas" panose="020B0609020204030204" pitchFamily="49" charset="0"/>
              </a:rPr>
              <a:t>'Btn2'</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button2.pack(</a:t>
            </a:r>
            <a:r>
              <a:rPr lang="nl-NL" sz="1600" b="0" i="0">
                <a:solidFill>
                  <a:srgbClr val="AA4926"/>
                </a:solidFill>
                <a:latin typeface="Consolas" panose="020B0609020204030204" pitchFamily="49" charset="0"/>
              </a:rPr>
              <a:t>anchor</a:t>
            </a:r>
            <a:r>
              <a:rPr lang="nl-NL" sz="1600" b="0" i="0">
                <a:solidFill>
                  <a:srgbClr val="A9B7C6"/>
                </a:solidFill>
                <a:latin typeface="Consolas" panose="020B0609020204030204" pitchFamily="49" charset="0"/>
              </a:rPr>
              <a:t>=</a:t>
            </a:r>
            <a:r>
              <a:rPr lang="nl-NL" sz="1600" b="0" i="0">
                <a:solidFill>
                  <a:srgbClr val="6A8759"/>
                </a:solidFill>
                <a:latin typeface="Consolas" panose="020B0609020204030204" pitchFamily="49" charset="0"/>
              </a:rPr>
              <a:t>"e"</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button3 = Button(</a:t>
            </a:r>
            <a:r>
              <a:rPr lang="nl-NL" sz="1600" b="0" i="0">
                <a:solidFill>
                  <a:srgbClr val="AA4926"/>
                </a:solidFill>
                <a:latin typeface="Consolas" panose="020B0609020204030204" pitchFamily="49" charset="0"/>
              </a:rPr>
              <a:t>master</a:t>
            </a:r>
            <a:r>
              <a:rPr lang="nl-NL" sz="1600" b="0" i="0">
                <a:solidFill>
                  <a:srgbClr val="A9B7C6"/>
                </a:solidFill>
                <a:latin typeface="Consolas" panose="020B0609020204030204" pitchFamily="49" charset="0"/>
              </a:rPr>
              <a:t>=root</a:t>
            </a:r>
            <a:r>
              <a:rPr lang="nl-NL" sz="1600" b="0" i="0">
                <a:solidFill>
                  <a:srgbClr val="CC7832"/>
                </a:solidFill>
                <a:latin typeface="Consolas" panose="020B0609020204030204" pitchFamily="49" charset="0"/>
              </a:rPr>
              <a:t>, </a:t>
            </a:r>
            <a:r>
              <a:rPr lang="nl-NL" sz="1600" b="0" i="0">
                <a:solidFill>
                  <a:srgbClr val="AA4926"/>
                </a:solidFill>
                <a:latin typeface="Consolas" panose="020B0609020204030204" pitchFamily="49" charset="0"/>
              </a:rPr>
              <a:t>text</a:t>
            </a:r>
            <a:r>
              <a:rPr lang="nl-NL" sz="1600" b="0" i="0">
                <a:solidFill>
                  <a:srgbClr val="A9B7C6"/>
                </a:solidFill>
                <a:latin typeface="Consolas" panose="020B0609020204030204" pitchFamily="49" charset="0"/>
              </a:rPr>
              <a:t>=</a:t>
            </a:r>
            <a:r>
              <a:rPr lang="nl-NL" sz="1600" b="0" i="0">
                <a:solidFill>
                  <a:srgbClr val="6A8759"/>
                </a:solidFill>
                <a:latin typeface="Consolas" panose="020B0609020204030204" pitchFamily="49" charset="0"/>
              </a:rPr>
              <a:t>'Btn3'</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button3.pack(</a:t>
            </a:r>
            <a:r>
              <a:rPr lang="nl-NL" sz="1600" b="0" i="0">
                <a:solidFill>
                  <a:srgbClr val="AA4926"/>
                </a:solidFill>
                <a:latin typeface="Consolas" panose="020B0609020204030204" pitchFamily="49" charset="0"/>
              </a:rPr>
              <a:t>side</a:t>
            </a:r>
            <a:r>
              <a:rPr lang="nl-NL" sz="1600" b="0" i="0">
                <a:solidFill>
                  <a:srgbClr val="A9B7C6"/>
                </a:solidFill>
                <a:latin typeface="Consolas" panose="020B0609020204030204" pitchFamily="49" charset="0"/>
              </a:rPr>
              <a:t>=RIGHT)</a:t>
            </a:r>
            <a:br>
              <a:rPr lang="nl-NL" sz="1600" b="0" i="0">
                <a:solidFill>
                  <a:srgbClr val="A9B7C6"/>
                </a:solidFill>
                <a:latin typeface="Consolas" panose="020B0609020204030204" pitchFamily="49" charset="0"/>
              </a:rPr>
            </a:b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root.geometry(</a:t>
            </a:r>
            <a:r>
              <a:rPr lang="nl-NL" sz="1600" b="0" i="0">
                <a:solidFill>
                  <a:srgbClr val="6A8759"/>
                </a:solidFill>
                <a:latin typeface="Consolas" panose="020B0609020204030204" pitchFamily="49" charset="0"/>
              </a:rPr>
              <a:t>"300x200"</a:t>
            </a:r>
            <a:r>
              <a:rPr lang="nl-NL" sz="1600" b="0" i="0">
                <a:solidFill>
                  <a:srgbClr val="A9B7C6"/>
                </a:solidFill>
                <a:latin typeface="Consolas" panose="020B0609020204030204" pitchFamily="49" charset="0"/>
              </a:rPr>
              <a:t>)</a:t>
            </a:r>
            <a:br>
              <a:rPr lang="nl-NL" sz="1600" b="0" i="0">
                <a:solidFill>
                  <a:srgbClr val="A9B7C6"/>
                </a:solidFill>
                <a:latin typeface="Consolas" panose="020B0609020204030204" pitchFamily="49" charset="0"/>
              </a:rPr>
            </a:br>
            <a:r>
              <a:rPr lang="nl-NL" sz="1600" b="0" i="0">
                <a:solidFill>
                  <a:srgbClr val="A9B7C6"/>
                </a:solidFill>
                <a:latin typeface="Consolas" panose="020B0609020204030204" pitchFamily="49" charset="0"/>
              </a:rPr>
              <a:t>root.mainloop()</a:t>
            </a:r>
            <a:endParaRPr lang="nl-NL" sz="1400" b="0" i="0" dirty="0">
              <a:solidFill>
                <a:srgbClr val="A9B7C6"/>
              </a:solidFill>
              <a:latin typeface="Consolas" panose="020B0609020204030204" pitchFamily="49" charset="0"/>
            </a:endParaRPr>
          </a:p>
        </p:txBody>
      </p:sp>
      <p:pic>
        <p:nvPicPr>
          <p:cNvPr id="14" name="Afbeelding 13">
            <a:extLst>
              <a:ext uri="{FF2B5EF4-FFF2-40B4-BE49-F238E27FC236}">
                <a16:creationId xmlns:a16="http://schemas.microsoft.com/office/drawing/2014/main" id="{838847A5-DCDB-B8DB-2E31-FC725196065A}"/>
              </a:ext>
            </a:extLst>
          </p:cNvPr>
          <p:cNvPicPr>
            <a:picLocks noChangeAspect="1"/>
          </p:cNvPicPr>
          <p:nvPr/>
        </p:nvPicPr>
        <p:blipFill>
          <a:blip r:embed="rId2"/>
          <a:stretch>
            <a:fillRect/>
          </a:stretch>
        </p:blipFill>
        <p:spPr>
          <a:xfrm>
            <a:off x="3564702" y="4762272"/>
            <a:ext cx="2418084" cy="1857601"/>
          </a:xfrm>
          <a:prstGeom prst="rect">
            <a:avLst/>
          </a:prstGeom>
        </p:spPr>
      </p:pic>
      <p:sp>
        <p:nvSpPr>
          <p:cNvPr id="15" name="Rechthoek 14">
            <a:extLst>
              <a:ext uri="{FF2B5EF4-FFF2-40B4-BE49-F238E27FC236}">
                <a16:creationId xmlns:a16="http://schemas.microsoft.com/office/drawing/2014/main" id="{09CCCED2-C10C-353E-2861-29C8F327619C}"/>
              </a:ext>
            </a:extLst>
          </p:cNvPr>
          <p:cNvSpPr/>
          <p:nvPr/>
        </p:nvSpPr>
        <p:spPr>
          <a:xfrm>
            <a:off x="3863335" y="5016501"/>
            <a:ext cx="2109926"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C017D4D2-6E8B-3805-A870-E9673B922FC1}"/>
              </a:ext>
            </a:extLst>
          </p:cNvPr>
          <p:cNvSpPr/>
          <p:nvPr/>
        </p:nvSpPr>
        <p:spPr>
          <a:xfrm>
            <a:off x="3577270" y="5016499"/>
            <a:ext cx="274006" cy="1591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DE3EC094-2A58-28FB-9A79-D94658F0B4CA}"/>
              </a:ext>
            </a:extLst>
          </p:cNvPr>
          <p:cNvSpPr/>
          <p:nvPr/>
        </p:nvSpPr>
        <p:spPr>
          <a:xfrm>
            <a:off x="5699473" y="5222874"/>
            <a:ext cx="274006" cy="138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8" name="Tekstvak 17">
            <a:extLst>
              <a:ext uri="{FF2B5EF4-FFF2-40B4-BE49-F238E27FC236}">
                <a16:creationId xmlns:a16="http://schemas.microsoft.com/office/drawing/2014/main" id="{342ADEA1-5FCB-1F5A-8532-8ADAF4DD17B1}"/>
              </a:ext>
            </a:extLst>
          </p:cNvPr>
          <p:cNvSpPr txBox="1"/>
          <p:nvPr/>
        </p:nvSpPr>
        <p:spPr>
          <a:xfrm>
            <a:off x="6383924" y="1588516"/>
            <a:ext cx="5592026" cy="5016758"/>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'Btn1'</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button1.pack(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=LEFT</a:t>
            </a: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anchor</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"ne"</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top_frame</a:t>
            </a:r>
            <a:r>
              <a:rPr lang="nl-NL" sz="1600" b="0" i="0" dirty="0">
                <a:solidFill>
                  <a:srgbClr val="A9B7C6"/>
                </a:solidFill>
                <a:latin typeface="Consolas" panose="020B0609020204030204" pitchFamily="49" charset="0"/>
              </a:rPr>
              <a:t> = Frame(</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background</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"red"</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top_frame.pack</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fill</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"x"</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top_frame</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'Btn2'</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button2.pack(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=RIGHT)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buttonE</a:t>
            </a:r>
            <a:r>
              <a:rPr lang="nl-NL" sz="1600" b="0" i="0" dirty="0">
                <a:solidFill>
                  <a:srgbClr val="A9B7C6"/>
                </a:solidFill>
                <a:latin typeface="Consolas" panose="020B0609020204030204" pitchFamily="49" charset="0"/>
              </a:rPr>
              <a:t>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top_frame</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BtnE</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buttonE.pack</a:t>
            </a:r>
            <a:r>
              <a:rPr lang="nl-NL" sz="1600" b="0" i="0" dirty="0">
                <a:solidFill>
                  <a:srgbClr val="A9B7C6"/>
                </a:solidFill>
                <a:latin typeface="Consolas" panose="020B0609020204030204" pitchFamily="49" charset="0"/>
              </a:rPr>
              <a:t>(</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=LEFT)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 = Button(</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'Btn3'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button3.pack(</a:t>
            </a:r>
            <a:r>
              <a:rPr lang="nl-NL" sz="1600" b="0" i="0" dirty="0">
                <a:solidFill>
                  <a:srgbClr val="AA4926"/>
                </a:solidFill>
                <a:latin typeface="Consolas" panose="020B0609020204030204" pitchFamily="49" charset="0"/>
              </a:rPr>
              <a:t>side</a:t>
            </a:r>
            <a:r>
              <a:rPr lang="nl-NL" sz="1600" b="0" i="0" dirty="0">
                <a:solidFill>
                  <a:srgbClr val="A9B7C6"/>
                </a:solidFill>
                <a:latin typeface="Consolas" panose="020B0609020204030204" pitchFamily="49" charset="0"/>
              </a:rPr>
              <a:t>=RIGHT)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root.geometry</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"300x200"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p:txBody>
      </p:sp>
      <p:pic>
        <p:nvPicPr>
          <p:cNvPr id="29" name="Afbeelding 28">
            <a:extLst>
              <a:ext uri="{FF2B5EF4-FFF2-40B4-BE49-F238E27FC236}">
                <a16:creationId xmlns:a16="http://schemas.microsoft.com/office/drawing/2014/main" id="{43C5443A-0530-CF5B-971F-EAB8D87B950E}"/>
              </a:ext>
            </a:extLst>
          </p:cNvPr>
          <p:cNvPicPr>
            <a:picLocks noChangeAspect="1"/>
          </p:cNvPicPr>
          <p:nvPr/>
        </p:nvPicPr>
        <p:blipFill>
          <a:blip r:embed="rId3"/>
          <a:stretch>
            <a:fillRect/>
          </a:stretch>
        </p:blipFill>
        <p:spPr>
          <a:xfrm>
            <a:off x="9689278" y="4951684"/>
            <a:ext cx="2419200" cy="1858458"/>
          </a:xfrm>
          <a:prstGeom prst="rect">
            <a:avLst/>
          </a:prstGeom>
        </p:spPr>
      </p:pic>
      <p:sp>
        <p:nvSpPr>
          <p:cNvPr id="21" name="Rechthoek 20">
            <a:extLst>
              <a:ext uri="{FF2B5EF4-FFF2-40B4-BE49-F238E27FC236}">
                <a16:creationId xmlns:a16="http://schemas.microsoft.com/office/drawing/2014/main" id="{2F67EC3E-BC94-1859-D806-0E0F2C4BAF7B}"/>
              </a:ext>
            </a:extLst>
          </p:cNvPr>
          <p:cNvSpPr/>
          <p:nvPr/>
        </p:nvSpPr>
        <p:spPr>
          <a:xfrm>
            <a:off x="9981559" y="5205412"/>
            <a:ext cx="2109926" cy="19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Rechthoek 21">
            <a:extLst>
              <a:ext uri="{FF2B5EF4-FFF2-40B4-BE49-F238E27FC236}">
                <a16:creationId xmlns:a16="http://schemas.microsoft.com/office/drawing/2014/main" id="{17A00E85-790B-5945-B3C2-D9855B307483}"/>
              </a:ext>
            </a:extLst>
          </p:cNvPr>
          <p:cNvSpPr/>
          <p:nvPr/>
        </p:nvSpPr>
        <p:spPr>
          <a:xfrm>
            <a:off x="9695494" y="5205410"/>
            <a:ext cx="274006" cy="1591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0E7C3FE1-7C1D-2F23-FF19-8272862FE61D}"/>
              </a:ext>
            </a:extLst>
          </p:cNvPr>
          <p:cNvSpPr/>
          <p:nvPr/>
        </p:nvSpPr>
        <p:spPr>
          <a:xfrm>
            <a:off x="11817697" y="5411785"/>
            <a:ext cx="274006" cy="138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cxnSp>
        <p:nvCxnSpPr>
          <p:cNvPr id="24" name="Straight Arrow Connector 20">
            <a:extLst>
              <a:ext uri="{FF2B5EF4-FFF2-40B4-BE49-F238E27FC236}">
                <a16:creationId xmlns:a16="http://schemas.microsoft.com/office/drawing/2014/main" id="{84673C6E-1E13-19AC-4F36-B4EB1E67D2F9}"/>
              </a:ext>
            </a:extLst>
          </p:cNvPr>
          <p:cNvCxnSpPr>
            <a:cxnSpLocks/>
          </p:cNvCxnSpPr>
          <p:nvPr/>
        </p:nvCxnSpPr>
        <p:spPr>
          <a:xfrm flipV="1">
            <a:off x="10903122" y="5344749"/>
            <a:ext cx="0" cy="569325"/>
          </a:xfrm>
          <a:prstGeom prst="straightConnector1">
            <a:avLst/>
          </a:prstGeom>
          <a:ln w="34925">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5" name="TextBox 15">
            <a:extLst>
              <a:ext uri="{FF2B5EF4-FFF2-40B4-BE49-F238E27FC236}">
                <a16:creationId xmlns:a16="http://schemas.microsoft.com/office/drawing/2014/main" id="{F24833C6-9933-D7D0-2B14-071F575AFD3C}"/>
              </a:ext>
            </a:extLst>
          </p:cNvPr>
          <p:cNvSpPr txBox="1"/>
          <p:nvPr/>
        </p:nvSpPr>
        <p:spPr bwMode="auto">
          <a:xfrm>
            <a:off x="10293084" y="5845320"/>
            <a:ext cx="1254888" cy="33855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kern="0" dirty="0">
                <a:solidFill>
                  <a:srgbClr val="FF0000"/>
                </a:solidFill>
                <a:latin typeface="Calibri" pitchFamily="34" charset="0"/>
                <a:ea typeface="+mj-ea"/>
                <a:cs typeface="+mj-cs"/>
              </a:rPr>
              <a:t>t</a:t>
            </a:r>
            <a:r>
              <a:rPr kumimoji="0" lang="en-US" sz="1600" b="0" i="0" u="none" strike="noStrike" kern="0" cap="none" spc="0" normalizeH="0" baseline="0" noProof="0" dirty="0" err="1">
                <a:ln>
                  <a:noFill/>
                </a:ln>
                <a:solidFill>
                  <a:srgbClr val="FF0000"/>
                </a:solidFill>
                <a:effectLst/>
                <a:uLnTx/>
                <a:uFillTx/>
                <a:latin typeface="Calibri" pitchFamily="34" charset="0"/>
                <a:ea typeface="+mj-ea"/>
                <a:cs typeface="+mj-cs"/>
              </a:rPr>
              <a:t>op_frame</a:t>
            </a:r>
            <a:endParaRPr kumimoji="0" lang="en-US" sz="1600" b="0" i="0" u="none" strike="noStrike" kern="0" cap="none" spc="0" normalizeH="0" baseline="0" noProof="0" dirty="0">
              <a:ln>
                <a:noFill/>
              </a:ln>
              <a:solidFill>
                <a:srgbClr val="FF0000"/>
              </a:solidFill>
              <a:effectLst/>
              <a:uLnTx/>
              <a:uFillTx/>
              <a:latin typeface="Calibri" pitchFamily="34" charset="0"/>
              <a:ea typeface="+mj-ea"/>
              <a:cs typeface="+mj-cs"/>
            </a:endParaRPr>
          </a:p>
        </p:txBody>
      </p:sp>
    </p:spTree>
    <p:extLst>
      <p:ext uri="{BB962C8B-B14F-4D97-AF65-F5344CB8AC3E}">
        <p14:creationId xmlns:p14="http://schemas.microsoft.com/office/powerpoint/2010/main" val="401053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Layoutmanagers</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4832092"/>
          </a:xfrm>
          <a:prstGeom prst="rect">
            <a:avLst/>
          </a:prstGeom>
        </p:spPr>
        <p:txBody>
          <a:bodyPr wrap="square">
            <a:spAutoFit/>
          </a:bodyPr>
          <a:lstStyle/>
          <a:p>
            <a:pPr fontAlgn="base">
              <a:spcBef>
                <a:spcPct val="0"/>
              </a:spcBef>
              <a:spcAft>
                <a:spcPct val="0"/>
              </a:spcAft>
              <a:defRPr/>
            </a:pPr>
            <a:r>
              <a:rPr lang="nl-NL" kern="0" dirty="0">
                <a:solidFill>
                  <a:srgbClr val="294171"/>
                </a:solidFill>
              </a:rPr>
              <a:t>Pack kan erg handig zijn voor..</a:t>
            </a:r>
            <a:endParaRPr lang="en-US" kern="0" dirty="0">
              <a:solidFill>
                <a:prstClr val="black"/>
              </a:solidFill>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294171"/>
              </a:solidFill>
              <a:effectLst/>
              <a:uLnTx/>
              <a:uFillTx/>
            </a:endParaRPr>
          </a:p>
          <a:p>
            <a:pPr marL="738188" lvl="1" indent="-280988" fontAlgn="base">
              <a:spcBef>
                <a:spcPct val="0"/>
              </a:spcBef>
              <a:spcAft>
                <a:spcPct val="0"/>
              </a:spcAft>
              <a:buClr>
                <a:srgbClr val="294171"/>
              </a:buClr>
              <a:buFont typeface="Arial"/>
              <a:buChar char="•"/>
              <a:defRPr/>
            </a:pPr>
            <a:r>
              <a:rPr lang="en-US" dirty="0" err="1"/>
              <a:t>Plaatsen</a:t>
            </a:r>
            <a:r>
              <a:rPr lang="en-US" dirty="0"/>
              <a:t> van widgets in </a:t>
            </a:r>
            <a:r>
              <a:rPr lang="en-US" dirty="0" err="1"/>
              <a:t>een</a:t>
            </a:r>
            <a:r>
              <a:rPr lang="en-US" dirty="0"/>
              <a:t> van-</a:t>
            </a:r>
            <a:r>
              <a:rPr lang="en-US" dirty="0" err="1"/>
              <a:t>boven</a:t>
            </a:r>
            <a:r>
              <a:rPr lang="en-US" dirty="0"/>
              <a:t>-</a:t>
            </a:r>
            <a:r>
              <a:rPr lang="en-US" dirty="0" err="1"/>
              <a:t>naar-beneden</a:t>
            </a:r>
            <a:r>
              <a:rPr lang="en-US" dirty="0"/>
              <a:t> layout</a:t>
            </a:r>
            <a:endParaRPr kumimoji="0" lang="en-US" sz="1800" b="0" i="0" u="none" strike="noStrike" kern="0" cap="none" spc="0" normalizeH="0" baseline="0" noProof="0" dirty="0">
              <a:ln>
                <a:noFill/>
              </a:ln>
              <a:solidFill>
                <a:prstClr val="black"/>
              </a:solidFill>
              <a:effectLst/>
              <a:uLnTx/>
              <a:uFillTx/>
            </a:endParaRPr>
          </a:p>
          <a:p>
            <a:pPr marL="738188" lvl="1" indent="-280988" fontAlgn="base">
              <a:spcBef>
                <a:spcPct val="0"/>
              </a:spcBef>
              <a:spcAft>
                <a:spcPct val="0"/>
              </a:spcAft>
              <a:buClr>
                <a:srgbClr val="294171"/>
              </a:buClr>
              <a:buFont typeface="Arial"/>
              <a:buChar char="•"/>
              <a:defRPr/>
            </a:pPr>
            <a:r>
              <a:rPr lang="en-US" dirty="0" err="1"/>
              <a:t>Plaatsen</a:t>
            </a:r>
            <a:r>
              <a:rPr lang="en-US" dirty="0"/>
              <a:t> van widgets </a:t>
            </a:r>
            <a:r>
              <a:rPr lang="en-US" dirty="0" err="1"/>
              <a:t>naast</a:t>
            </a:r>
            <a:r>
              <a:rPr lang="en-US" dirty="0"/>
              <a:t> </a:t>
            </a:r>
            <a:r>
              <a:rPr lang="en-US" dirty="0" err="1"/>
              <a:t>elkaar</a:t>
            </a:r>
            <a:endParaRPr lang="en-US" dirty="0"/>
          </a:p>
          <a:p>
            <a:pPr marL="738188" lvl="1" indent="-280988" fontAlgn="base">
              <a:spcBef>
                <a:spcPct val="0"/>
              </a:spcBef>
              <a:spcAft>
                <a:spcPct val="0"/>
              </a:spcAft>
              <a:buClr>
                <a:srgbClr val="294171"/>
              </a:buClr>
              <a:buFont typeface="Arial"/>
              <a:buChar char="•"/>
              <a:defRPr/>
            </a:pPr>
            <a:r>
              <a:rPr lang="en-US" kern="0" dirty="0">
                <a:solidFill>
                  <a:prstClr val="black"/>
                </a:solidFill>
              </a:rPr>
              <a:t>‘fill’ </a:t>
            </a:r>
            <a:r>
              <a:rPr lang="en-US" kern="0" dirty="0" err="1">
                <a:solidFill>
                  <a:prstClr val="black"/>
                </a:solidFill>
              </a:rPr>
              <a:t>en</a:t>
            </a:r>
            <a:r>
              <a:rPr lang="en-US" kern="0" dirty="0">
                <a:solidFill>
                  <a:prstClr val="black"/>
                </a:solidFill>
              </a:rPr>
              <a:t> ‘expand’ </a:t>
            </a:r>
            <a:r>
              <a:rPr lang="en-US" kern="0" dirty="0" err="1">
                <a:solidFill>
                  <a:prstClr val="black"/>
                </a:solidFill>
              </a:rPr>
              <a:t>controleren</a:t>
            </a:r>
            <a:r>
              <a:rPr lang="en-US" kern="0" dirty="0">
                <a:solidFill>
                  <a:prstClr val="black"/>
                </a:solidFill>
              </a:rPr>
              <a:t> </a:t>
            </a:r>
            <a:r>
              <a:rPr lang="en-US" kern="0" dirty="0" err="1">
                <a:solidFill>
                  <a:prstClr val="black"/>
                </a:solidFill>
              </a:rPr>
              <a:t>waar</a:t>
            </a:r>
            <a:r>
              <a:rPr lang="en-US" kern="0" dirty="0">
                <a:solidFill>
                  <a:prstClr val="black"/>
                </a:solidFill>
              </a:rPr>
              <a:t> </a:t>
            </a:r>
            <a:r>
              <a:rPr lang="en-US" kern="0" dirty="0" err="1">
                <a:solidFill>
                  <a:prstClr val="black"/>
                </a:solidFill>
              </a:rPr>
              <a:t>een</a:t>
            </a:r>
            <a:r>
              <a:rPr lang="en-US" kern="0" dirty="0">
                <a:solidFill>
                  <a:prstClr val="black"/>
                </a:solidFill>
              </a:rPr>
              <a:t> widget </a:t>
            </a:r>
            <a:r>
              <a:rPr lang="en-US" kern="0" dirty="0" err="1">
                <a:solidFill>
                  <a:prstClr val="black"/>
                </a:solidFill>
              </a:rPr>
              <a:t>precies</a:t>
            </a:r>
            <a:r>
              <a:rPr lang="en-US" kern="0" dirty="0">
                <a:solidFill>
                  <a:prstClr val="black"/>
                </a:solidFill>
              </a:rPr>
              <a:t> </a:t>
            </a:r>
            <a:r>
              <a:rPr lang="en-US" kern="0" dirty="0" err="1">
                <a:solidFill>
                  <a:prstClr val="black"/>
                </a:solidFill>
              </a:rPr>
              <a:t>terechtkomt</a:t>
            </a:r>
            <a:endParaRPr lang="en-US" kern="0" dirty="0">
              <a:solidFill>
                <a:prstClr val="black"/>
              </a:solidFill>
            </a:endParaRPr>
          </a:p>
          <a:p>
            <a:pPr marL="738188" lvl="1" indent="-280988" fontAlgn="base">
              <a:spcBef>
                <a:spcPct val="0"/>
              </a:spcBef>
              <a:spcAft>
                <a:spcPct val="0"/>
              </a:spcAft>
              <a:buClr>
                <a:srgbClr val="294171"/>
              </a:buClr>
              <a:buFont typeface="Arial"/>
              <a:buChar char="•"/>
              <a:defRPr/>
            </a:pPr>
            <a:endParaRPr lang="en-US" kern="0" dirty="0">
              <a:solidFill>
                <a:prstClr val="black"/>
              </a:solidFill>
            </a:endParaRPr>
          </a:p>
          <a:p>
            <a:pPr fontAlgn="base">
              <a:spcBef>
                <a:spcPct val="0"/>
              </a:spcBef>
              <a:spcAft>
                <a:spcPct val="0"/>
              </a:spcAft>
              <a:buClr>
                <a:srgbClr val="294171"/>
              </a:buClr>
              <a:defRPr/>
            </a:pPr>
            <a:r>
              <a:rPr lang="nl-NL" sz="1800" kern="0" dirty="0">
                <a:solidFill>
                  <a:srgbClr val="294171"/>
                </a:solidFill>
              </a:rPr>
              <a:t>Maar er zijn alternatieven:</a:t>
            </a:r>
          </a:p>
          <a:p>
            <a:pPr fontAlgn="base">
              <a:spcBef>
                <a:spcPct val="0"/>
              </a:spcBef>
              <a:spcAft>
                <a:spcPct val="0"/>
              </a:spcAft>
              <a:buClr>
                <a:srgbClr val="294171"/>
              </a:buClr>
              <a:defRPr/>
            </a:pPr>
            <a:endParaRPr lang="nl-NL" sz="1800" kern="0" dirty="0">
              <a:solidFill>
                <a:srgbClr val="294171"/>
              </a:solidFill>
            </a:endParaRPr>
          </a:p>
          <a:p>
            <a:pPr marL="738188" lvl="1" indent="-280988" fontAlgn="base">
              <a:spcBef>
                <a:spcPct val="0"/>
              </a:spcBef>
              <a:spcAft>
                <a:spcPct val="0"/>
              </a:spcAft>
              <a:buClr>
                <a:srgbClr val="294171"/>
              </a:buClr>
              <a:buFont typeface="Arial"/>
              <a:buChar char="•"/>
              <a:defRPr/>
            </a:pPr>
            <a:r>
              <a:rPr lang="en-US" dirty="0"/>
              <a:t>De grid() </a:t>
            </a:r>
            <a:r>
              <a:rPr lang="en-US" dirty="0" err="1"/>
              <a:t>layoutmanager</a:t>
            </a:r>
            <a:endParaRPr lang="en-US" dirty="0"/>
          </a:p>
          <a:p>
            <a:pPr marL="1195388" lvl="2" indent="-280988" fontAlgn="base">
              <a:spcBef>
                <a:spcPct val="0"/>
              </a:spcBef>
              <a:spcAft>
                <a:spcPct val="0"/>
              </a:spcAft>
              <a:buClr>
                <a:srgbClr val="294171"/>
              </a:buClr>
              <a:buFont typeface="Arial"/>
              <a:buChar char="•"/>
              <a:defRPr/>
            </a:pPr>
            <a:r>
              <a:rPr kumimoji="0" lang="en-US" b="0" i="0" u="none" strike="noStrike" kern="0" cap="none" spc="0" normalizeH="0" baseline="0" noProof="0" dirty="0" err="1">
                <a:ln>
                  <a:noFill/>
                </a:ln>
                <a:solidFill>
                  <a:prstClr val="black"/>
                </a:solidFill>
                <a:effectLst/>
                <a:uLnTx/>
                <a:uFillTx/>
              </a:rPr>
              <a:t>Verdeelt</a:t>
            </a:r>
            <a:r>
              <a:rPr kumimoji="0" lang="en-US" b="0" i="0" u="none" strike="noStrike" kern="0" cap="none" spc="0" normalizeH="0" baseline="0" noProof="0" dirty="0">
                <a:ln>
                  <a:noFill/>
                </a:ln>
                <a:solidFill>
                  <a:prstClr val="black"/>
                </a:solidFill>
                <a:effectLst/>
                <a:uLnTx/>
                <a:uFillTx/>
              </a:rPr>
              <a:t> het window (of frame) in </a:t>
            </a:r>
            <a:r>
              <a:rPr kumimoji="0" lang="en-US" b="0" i="0" u="none" strike="noStrike" kern="0" cap="none" spc="0" normalizeH="0" baseline="0" noProof="0" dirty="0" err="1">
                <a:ln>
                  <a:noFill/>
                </a:ln>
                <a:solidFill>
                  <a:prstClr val="black"/>
                </a:solidFill>
                <a:effectLst/>
                <a:uLnTx/>
                <a:uFillTx/>
              </a:rPr>
              <a:t>rijen</a:t>
            </a:r>
            <a:r>
              <a:rPr kumimoji="0" lang="en-US" b="0" i="0" u="none" strike="noStrike" kern="0" cap="none" spc="0" normalizeH="0" baseline="0" noProof="0" dirty="0">
                <a:ln>
                  <a:noFill/>
                </a:ln>
                <a:solidFill>
                  <a:prstClr val="black"/>
                </a:solidFill>
                <a:effectLst/>
                <a:uLnTx/>
                <a:uFillTx/>
              </a:rPr>
              <a:t> </a:t>
            </a:r>
            <a:r>
              <a:rPr kumimoji="0" lang="en-US" b="0" i="0" u="none" strike="noStrike" kern="0" cap="none" spc="0" normalizeH="0" baseline="0" noProof="0" dirty="0" err="1">
                <a:ln>
                  <a:noFill/>
                </a:ln>
                <a:solidFill>
                  <a:prstClr val="black"/>
                </a:solidFill>
                <a:effectLst/>
                <a:uLnTx/>
                <a:uFillTx/>
              </a:rPr>
              <a:t>en</a:t>
            </a:r>
            <a:r>
              <a:rPr kumimoji="0" lang="en-US" b="0" i="0" u="none" strike="noStrike" kern="0" cap="none" spc="0" normalizeH="0" baseline="0" noProof="0" dirty="0">
                <a:ln>
                  <a:noFill/>
                </a:ln>
                <a:solidFill>
                  <a:prstClr val="black"/>
                </a:solidFill>
                <a:effectLst/>
                <a:uLnTx/>
                <a:uFillTx/>
              </a:rPr>
              <a:t> </a:t>
            </a:r>
            <a:r>
              <a:rPr kumimoji="0" lang="en-US" b="0" i="0" u="none" strike="noStrike" kern="0" cap="none" spc="0" normalizeH="0" baseline="0" noProof="0" dirty="0" err="1">
                <a:ln>
                  <a:noFill/>
                </a:ln>
                <a:solidFill>
                  <a:prstClr val="black"/>
                </a:solidFill>
                <a:effectLst/>
                <a:uLnTx/>
                <a:uFillTx/>
              </a:rPr>
              <a:t>kolommen</a:t>
            </a:r>
            <a:endParaRPr kumimoji="0" lang="en-US" b="0" i="0" u="none" strike="noStrike" kern="0" cap="none" spc="0" normalizeH="0" baseline="0" noProof="0" dirty="0">
              <a:ln>
                <a:noFill/>
              </a:ln>
              <a:solidFill>
                <a:prstClr val="black"/>
              </a:solidFill>
              <a:effectLst/>
              <a:uLnTx/>
              <a:uFillTx/>
            </a:endParaRPr>
          </a:p>
          <a:p>
            <a:pPr lvl="1" fontAlgn="base">
              <a:spcBef>
                <a:spcPct val="0"/>
              </a:spcBef>
              <a:spcAft>
                <a:spcPct val="0"/>
              </a:spcAft>
              <a:buClr>
                <a:srgbClr val="294171"/>
              </a:buClr>
              <a:defRPr/>
            </a:pPr>
            <a:endParaRPr lang="en-US" dirty="0"/>
          </a:p>
          <a:p>
            <a:pPr marL="738188" lvl="1" indent="-280988" fontAlgn="base">
              <a:spcBef>
                <a:spcPct val="0"/>
              </a:spcBef>
              <a:spcAft>
                <a:spcPct val="0"/>
              </a:spcAft>
              <a:buClr>
                <a:srgbClr val="294171"/>
              </a:buClr>
              <a:buFont typeface="Arial"/>
              <a:buChar char="•"/>
              <a:defRPr/>
            </a:pPr>
            <a:r>
              <a:rPr lang="en-US" dirty="0"/>
              <a:t>De place() </a:t>
            </a:r>
            <a:r>
              <a:rPr lang="en-US" dirty="0" err="1"/>
              <a:t>layoutmanager</a:t>
            </a:r>
            <a:endParaRPr lang="en-US" dirty="0"/>
          </a:p>
          <a:p>
            <a:pPr marL="1195388" lvl="2" indent="-280988" fontAlgn="base">
              <a:spcBef>
                <a:spcPct val="0"/>
              </a:spcBef>
              <a:spcAft>
                <a:spcPct val="0"/>
              </a:spcAft>
              <a:buClr>
                <a:srgbClr val="294171"/>
              </a:buClr>
              <a:buFont typeface="Arial"/>
              <a:buChar char="•"/>
              <a:defRPr/>
            </a:pPr>
            <a:r>
              <a:rPr lang="en-US" kern="0" dirty="0" err="1">
                <a:solidFill>
                  <a:prstClr val="black"/>
                </a:solidFill>
              </a:rPr>
              <a:t>Plaats</a:t>
            </a:r>
            <a:r>
              <a:rPr lang="en-US" kern="0" dirty="0">
                <a:solidFill>
                  <a:prstClr val="black"/>
                </a:solidFill>
              </a:rPr>
              <a:t> </a:t>
            </a:r>
            <a:r>
              <a:rPr lang="en-US" kern="0" dirty="0" err="1">
                <a:solidFill>
                  <a:prstClr val="black"/>
                </a:solidFill>
              </a:rPr>
              <a:t>een</a:t>
            </a:r>
            <a:r>
              <a:rPr lang="en-US" kern="0" dirty="0">
                <a:solidFill>
                  <a:prstClr val="black"/>
                </a:solidFill>
              </a:rPr>
              <a:t> widget op </a:t>
            </a:r>
            <a:r>
              <a:rPr lang="en-US" kern="0" dirty="0" err="1">
                <a:solidFill>
                  <a:prstClr val="black"/>
                </a:solidFill>
              </a:rPr>
              <a:t>exacte</a:t>
            </a:r>
            <a:r>
              <a:rPr lang="en-US" kern="0" dirty="0">
                <a:solidFill>
                  <a:prstClr val="black"/>
                </a:solidFill>
              </a:rPr>
              <a:t> x- </a:t>
            </a:r>
            <a:r>
              <a:rPr lang="en-US" kern="0" dirty="0" err="1">
                <a:solidFill>
                  <a:prstClr val="black"/>
                </a:solidFill>
              </a:rPr>
              <a:t>en</a:t>
            </a:r>
            <a:r>
              <a:rPr lang="en-US" kern="0" dirty="0">
                <a:solidFill>
                  <a:prstClr val="black"/>
                </a:solidFill>
              </a:rPr>
              <a:t> y-</a:t>
            </a:r>
            <a:r>
              <a:rPr lang="en-US" kern="0" dirty="0" err="1">
                <a:solidFill>
                  <a:prstClr val="black"/>
                </a:solidFill>
              </a:rPr>
              <a:t>coördinaten</a:t>
            </a:r>
            <a:r>
              <a:rPr lang="en-US" kern="0" dirty="0">
                <a:solidFill>
                  <a:prstClr val="black"/>
                </a:solidFill>
              </a:rPr>
              <a:t> </a:t>
            </a:r>
          </a:p>
          <a:p>
            <a:pPr marL="1195388" lvl="2" indent="-280988" fontAlgn="base">
              <a:spcBef>
                <a:spcPct val="0"/>
              </a:spcBef>
              <a:spcAft>
                <a:spcPct val="0"/>
              </a:spcAft>
              <a:buClr>
                <a:srgbClr val="294171"/>
              </a:buClr>
              <a:buFont typeface="Arial"/>
              <a:buChar char="•"/>
              <a:defRPr/>
            </a:pPr>
            <a:r>
              <a:rPr lang="en-US" kern="0" dirty="0" err="1">
                <a:solidFill>
                  <a:prstClr val="black"/>
                </a:solidFill>
              </a:rPr>
              <a:t>Niet</a:t>
            </a:r>
            <a:r>
              <a:rPr lang="en-US" kern="0" dirty="0">
                <a:solidFill>
                  <a:prstClr val="black"/>
                </a:solidFill>
              </a:rPr>
              <a:t> erg </a:t>
            </a:r>
            <a:r>
              <a:rPr lang="en-US" kern="0" dirty="0" err="1">
                <a:solidFill>
                  <a:prstClr val="black"/>
                </a:solidFill>
              </a:rPr>
              <a:t>efficiënt</a:t>
            </a:r>
            <a:r>
              <a:rPr lang="en-US" kern="0" dirty="0">
                <a:solidFill>
                  <a:prstClr val="black"/>
                </a:solidFill>
              </a:rPr>
              <a:t> of </a:t>
            </a:r>
            <a:r>
              <a:rPr lang="en-US" kern="0" dirty="0" err="1">
                <a:solidFill>
                  <a:prstClr val="black"/>
                </a:solidFill>
              </a:rPr>
              <a:t>schaalbaar</a:t>
            </a:r>
            <a:r>
              <a:rPr lang="en-US" kern="0" dirty="0">
                <a:solidFill>
                  <a:prstClr val="black"/>
                </a:solidFill>
              </a:rPr>
              <a:t>, widgets </a:t>
            </a:r>
            <a:r>
              <a:rPr lang="en-US" kern="0" dirty="0" err="1">
                <a:solidFill>
                  <a:prstClr val="black"/>
                </a:solidFill>
              </a:rPr>
              <a:t>kunnen</a:t>
            </a:r>
            <a:r>
              <a:rPr lang="en-US" kern="0" dirty="0">
                <a:solidFill>
                  <a:prstClr val="black"/>
                </a:solidFill>
              </a:rPr>
              <a:t> </a:t>
            </a:r>
            <a:r>
              <a:rPr lang="en-US" kern="0" dirty="0" err="1">
                <a:solidFill>
                  <a:prstClr val="black"/>
                </a:solidFill>
              </a:rPr>
              <a:t>overlappen</a:t>
            </a:r>
            <a:endParaRPr lang="en-US" kern="0" dirty="0">
              <a:solidFill>
                <a:prstClr val="black"/>
              </a:solidFill>
            </a:endParaRPr>
          </a:p>
          <a:p>
            <a:pPr fontAlgn="base">
              <a:spcBef>
                <a:spcPct val="0"/>
              </a:spcBef>
              <a:spcAft>
                <a:spcPct val="0"/>
              </a:spcAft>
              <a:buClr>
                <a:srgbClr val="294171"/>
              </a:buClr>
              <a:defRPr/>
            </a:pPr>
            <a:endParaRPr lang="en-US" kern="0" dirty="0">
              <a:solidFill>
                <a:prstClr val="black"/>
              </a:solidFill>
            </a:endParaRPr>
          </a:p>
          <a:p>
            <a:pPr fontAlgn="base">
              <a:spcBef>
                <a:spcPct val="0"/>
              </a:spcBef>
              <a:spcAft>
                <a:spcPct val="0"/>
              </a:spcAft>
              <a:buClr>
                <a:srgbClr val="294171"/>
              </a:buClr>
              <a:defRPr/>
            </a:pPr>
            <a:endParaRPr lang="nl-NL" kern="0" dirty="0">
              <a:solidFill>
                <a:srgbClr val="294171"/>
              </a:solidFill>
            </a:endParaRPr>
          </a:p>
          <a:p>
            <a:pPr fontAlgn="base">
              <a:spcBef>
                <a:spcPct val="0"/>
              </a:spcBef>
              <a:spcAft>
                <a:spcPct val="0"/>
              </a:spcAft>
              <a:buClr>
                <a:srgbClr val="294171"/>
              </a:buClr>
              <a:defRPr/>
            </a:pPr>
            <a:r>
              <a:rPr lang="nl-NL" kern="0" dirty="0">
                <a:solidFill>
                  <a:srgbClr val="294171"/>
                </a:solidFill>
              </a:rPr>
              <a:t>Gebruik slechts één van deze managers voor </a:t>
            </a:r>
            <a:r>
              <a:rPr lang="nl-NL" b="1" i="1" kern="0" dirty="0">
                <a:solidFill>
                  <a:srgbClr val="294171"/>
                </a:solidFill>
              </a:rPr>
              <a:t>alle </a:t>
            </a:r>
            <a:r>
              <a:rPr lang="nl-NL" kern="0" dirty="0">
                <a:solidFill>
                  <a:srgbClr val="294171"/>
                </a:solidFill>
              </a:rPr>
              <a:t>widgets met dezelfde master!</a:t>
            </a:r>
            <a:endParaRPr lang="en-US" kern="0" dirty="0">
              <a:solidFill>
                <a:prstClr val="black"/>
              </a:solidFill>
            </a:endParaRPr>
          </a:p>
        </p:txBody>
      </p:sp>
      <p:pic>
        <p:nvPicPr>
          <p:cNvPr id="4" name="Afbeelding 3">
            <a:extLst>
              <a:ext uri="{FF2B5EF4-FFF2-40B4-BE49-F238E27FC236}">
                <a16:creationId xmlns:a16="http://schemas.microsoft.com/office/drawing/2014/main" id="{DB2683E1-95B3-1F73-840D-75C755B1497C}"/>
              </a:ext>
            </a:extLst>
          </p:cNvPr>
          <p:cNvPicPr>
            <a:picLocks noChangeAspect="1"/>
          </p:cNvPicPr>
          <p:nvPr/>
        </p:nvPicPr>
        <p:blipFill>
          <a:blip r:embed="rId2"/>
          <a:stretch>
            <a:fillRect/>
          </a:stretch>
        </p:blipFill>
        <p:spPr>
          <a:xfrm>
            <a:off x="8934450" y="3762375"/>
            <a:ext cx="1162050" cy="952500"/>
          </a:xfrm>
          <a:prstGeom prst="rect">
            <a:avLst/>
          </a:prstGeom>
        </p:spPr>
      </p:pic>
      <p:pic>
        <p:nvPicPr>
          <p:cNvPr id="9" name="Afbeelding 8">
            <a:extLst>
              <a:ext uri="{FF2B5EF4-FFF2-40B4-BE49-F238E27FC236}">
                <a16:creationId xmlns:a16="http://schemas.microsoft.com/office/drawing/2014/main" id="{D0CCC096-8E3E-9CA1-F4A3-96A52F81D2D8}"/>
              </a:ext>
            </a:extLst>
          </p:cNvPr>
          <p:cNvPicPr>
            <a:picLocks noChangeAspect="1"/>
          </p:cNvPicPr>
          <p:nvPr/>
        </p:nvPicPr>
        <p:blipFill>
          <a:blip r:embed="rId3"/>
          <a:stretch>
            <a:fillRect/>
          </a:stretch>
        </p:blipFill>
        <p:spPr>
          <a:xfrm>
            <a:off x="8934450" y="5110223"/>
            <a:ext cx="1162050" cy="1257300"/>
          </a:xfrm>
          <a:prstGeom prst="rect">
            <a:avLst/>
          </a:prstGeom>
        </p:spPr>
      </p:pic>
      <p:pic>
        <p:nvPicPr>
          <p:cNvPr id="5" name="Afbeelding 4">
            <a:extLst>
              <a:ext uri="{FF2B5EF4-FFF2-40B4-BE49-F238E27FC236}">
                <a16:creationId xmlns:a16="http://schemas.microsoft.com/office/drawing/2014/main" id="{F60AD4F0-2990-1077-46C2-854C76028B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629" y="90023"/>
            <a:ext cx="2466680" cy="2466680"/>
          </a:xfrm>
          <a:prstGeom prst="rect">
            <a:avLst/>
          </a:prstGeom>
        </p:spPr>
      </p:pic>
      <p:sp>
        <p:nvSpPr>
          <p:cNvPr id="6" name="Tekstvak 5">
            <a:extLst>
              <a:ext uri="{FF2B5EF4-FFF2-40B4-BE49-F238E27FC236}">
                <a16:creationId xmlns:a16="http://schemas.microsoft.com/office/drawing/2014/main" id="{BE381DD5-D070-B028-1B21-A9F4E2177A20}"/>
              </a:ext>
            </a:extLst>
          </p:cNvPr>
          <p:cNvSpPr txBox="1"/>
          <p:nvPr/>
        </p:nvSpPr>
        <p:spPr>
          <a:xfrm rot="1003876">
            <a:off x="9920154" y="1709203"/>
            <a:ext cx="1825628" cy="307777"/>
          </a:xfrm>
          <a:prstGeom prst="rect">
            <a:avLst/>
          </a:prstGeom>
          <a:solidFill>
            <a:schemeClr val="bg1">
              <a:alpha val="77000"/>
            </a:schemeClr>
          </a:solidFill>
          <a:ln>
            <a:solidFill>
              <a:schemeClr val="tx1"/>
            </a:solidFill>
          </a:ln>
        </p:spPr>
        <p:txBody>
          <a:bodyPr wrap="none" rtlCol="0">
            <a:spAutoFit/>
          </a:bodyPr>
          <a:lstStyle/>
          <a:p>
            <a:r>
              <a:rPr lang="nl-NL" sz="1400" dirty="0" err="1"/>
              <a:t>Typical</a:t>
            </a:r>
            <a:r>
              <a:rPr lang="nl-NL" sz="1400" dirty="0"/>
              <a:t> </a:t>
            </a:r>
            <a:r>
              <a:rPr lang="nl-NL" sz="1400" dirty="0" err="1"/>
              <a:t>layoutmanager</a:t>
            </a:r>
            <a:endParaRPr lang="nl-NL" sz="1400" dirty="0"/>
          </a:p>
        </p:txBody>
      </p:sp>
    </p:spTree>
    <p:extLst>
      <p:ext uri="{BB962C8B-B14F-4D97-AF65-F5344CB8AC3E}">
        <p14:creationId xmlns:p14="http://schemas.microsoft.com/office/powerpoint/2010/main" val="2136573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Layoutmanager</a:t>
            </a:r>
            <a:r>
              <a:rPr kumimoji="0" lang="en-US" sz="3600" b="1" i="0" u="none" strike="noStrike" kern="0" cap="none" spc="0" normalizeH="0" baseline="0" noProof="0" dirty="0">
                <a:ln>
                  <a:noFill/>
                </a:ln>
                <a:solidFill>
                  <a:prstClr val="black"/>
                </a:solidFill>
                <a:effectLst/>
                <a:uLnTx/>
                <a:uFillTx/>
              </a:rPr>
              <a:t> grid()</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1015663"/>
          </a:xfrm>
          <a:prstGeom prst="rect">
            <a:avLst/>
          </a:prstGeom>
        </p:spPr>
        <p:txBody>
          <a:bodyPr wrap="square">
            <a:spAutoFit/>
          </a:bodyPr>
          <a:lstStyle/>
          <a:p>
            <a:pPr fontAlgn="base">
              <a:spcBef>
                <a:spcPct val="0"/>
              </a:spcBef>
              <a:spcAft>
                <a:spcPct val="0"/>
              </a:spcAft>
              <a:defRPr/>
            </a:pPr>
            <a:r>
              <a:rPr lang="nl-NL" sz="2000" kern="0" dirty="0">
                <a:solidFill>
                  <a:srgbClr val="294171"/>
                </a:solidFill>
              </a:rPr>
              <a:t>Als je methode </a:t>
            </a:r>
            <a:r>
              <a:rPr lang="nl-NL" sz="2000" kern="0" dirty="0" err="1">
                <a:solidFill>
                  <a:srgbClr val="294171"/>
                </a:solidFill>
              </a:rPr>
              <a:t>grid</a:t>
            </a:r>
            <a:r>
              <a:rPr lang="nl-NL" sz="2000" kern="0" dirty="0">
                <a:solidFill>
                  <a:srgbClr val="294171"/>
                </a:solidFill>
              </a:rPr>
              <a:t>() gebruikt, wordt de master-widget in rijen en kolommen (een </a:t>
            </a:r>
            <a:r>
              <a:rPr lang="nl-NL" sz="2000" kern="0" dirty="0" err="1">
                <a:solidFill>
                  <a:srgbClr val="294171"/>
                </a:solidFill>
              </a:rPr>
              <a:t>grid</a:t>
            </a:r>
            <a:r>
              <a:rPr lang="nl-NL" sz="2000" kern="0" dirty="0">
                <a:solidFill>
                  <a:srgbClr val="294171"/>
                </a:solidFill>
              </a:rPr>
              <a:t>, dus) ingedeeld.</a:t>
            </a:r>
            <a:endParaRPr lang="en-US" sz="2000" kern="0" dirty="0">
              <a:solidFill>
                <a:prstClr val="black"/>
              </a:solidFill>
            </a:endParaRPr>
          </a:p>
          <a:p>
            <a:pPr fontAlgn="base">
              <a:spcBef>
                <a:spcPct val="0"/>
              </a:spcBef>
              <a:spcAft>
                <a:spcPct val="0"/>
              </a:spcAft>
              <a:defRPr/>
            </a:pPr>
            <a:endParaRPr lang="en-US" sz="2000" kern="0" dirty="0">
              <a:solidFill>
                <a:prstClr val="black"/>
              </a:solidFill>
            </a:endParaRPr>
          </a:p>
          <a:p>
            <a:pPr fontAlgn="base">
              <a:spcBef>
                <a:spcPct val="0"/>
              </a:spcBef>
              <a:spcAft>
                <a:spcPct val="0"/>
              </a:spcAft>
              <a:defRPr/>
            </a:pPr>
            <a:r>
              <a:rPr lang="en-US" sz="2000" kern="0" dirty="0">
                <a:solidFill>
                  <a:srgbClr val="294171"/>
                </a:solidFill>
              </a:rPr>
              <a:t>Elke cel van </a:t>
            </a:r>
            <a:r>
              <a:rPr lang="en-US" sz="2000" kern="0" dirty="0" err="1">
                <a:solidFill>
                  <a:srgbClr val="294171"/>
                </a:solidFill>
              </a:rPr>
              <a:t>deze</a:t>
            </a:r>
            <a:r>
              <a:rPr lang="en-US" sz="2000" kern="0" dirty="0">
                <a:solidFill>
                  <a:srgbClr val="294171"/>
                </a:solidFill>
              </a:rPr>
              <a:t> grid </a:t>
            </a:r>
            <a:r>
              <a:rPr lang="en-US" sz="2000" kern="0" dirty="0" err="1">
                <a:solidFill>
                  <a:srgbClr val="294171"/>
                </a:solidFill>
              </a:rPr>
              <a:t>kan</a:t>
            </a:r>
            <a:r>
              <a:rPr lang="en-US" sz="2000" kern="0" dirty="0">
                <a:solidFill>
                  <a:srgbClr val="294171"/>
                </a:solidFill>
              </a:rPr>
              <a:t> </a:t>
            </a:r>
            <a:r>
              <a:rPr lang="en-US" sz="2000" kern="0" dirty="0" err="1">
                <a:solidFill>
                  <a:srgbClr val="294171"/>
                </a:solidFill>
              </a:rPr>
              <a:t>een</a:t>
            </a:r>
            <a:r>
              <a:rPr lang="en-US" sz="2000" kern="0" dirty="0">
                <a:solidFill>
                  <a:srgbClr val="294171"/>
                </a:solidFill>
              </a:rPr>
              <a:t> widget </a:t>
            </a:r>
            <a:r>
              <a:rPr lang="en-US" sz="2000" kern="0" dirty="0" err="1">
                <a:solidFill>
                  <a:srgbClr val="294171"/>
                </a:solidFill>
              </a:rPr>
              <a:t>bevatten</a:t>
            </a:r>
            <a:r>
              <a:rPr lang="en-US" sz="2000" kern="0" dirty="0">
                <a:solidFill>
                  <a:srgbClr val="294171"/>
                </a:solidFill>
              </a:rPr>
              <a:t>:</a:t>
            </a:r>
          </a:p>
        </p:txBody>
      </p:sp>
      <p:sp>
        <p:nvSpPr>
          <p:cNvPr id="6" name="Tekstvak 5">
            <a:extLst>
              <a:ext uri="{FF2B5EF4-FFF2-40B4-BE49-F238E27FC236}">
                <a16:creationId xmlns:a16="http://schemas.microsoft.com/office/drawing/2014/main" id="{1A67FB55-4DE9-A6F9-2D17-ACAD86D1F7A8}"/>
              </a:ext>
            </a:extLst>
          </p:cNvPr>
          <p:cNvSpPr txBox="1"/>
          <p:nvPr/>
        </p:nvSpPr>
        <p:spPr>
          <a:xfrm>
            <a:off x="485775" y="3148849"/>
            <a:ext cx="6991350" cy="2800767"/>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CC7832"/>
                </a:solidFill>
                <a:latin typeface="Consolas" panose="020B0609020204030204" pitchFamily="49" charset="0"/>
              </a:rPr>
              <a:t>for </a:t>
            </a:r>
            <a:r>
              <a:rPr lang="nl-NL" sz="1600" b="0" i="0" dirty="0" err="1">
                <a:solidFill>
                  <a:srgbClr val="A9B7C6"/>
                </a:solidFill>
                <a:latin typeface="Consolas" panose="020B0609020204030204" pitchFamily="49" charset="0"/>
              </a:rPr>
              <a:t>row</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in </a:t>
            </a:r>
            <a:r>
              <a:rPr lang="nl-NL" sz="1600" b="0" i="0" dirty="0">
                <a:solidFill>
                  <a:srgbClr val="8888C6"/>
                </a:solidFill>
                <a:latin typeface="Consolas" panose="020B0609020204030204" pitchFamily="49" charset="0"/>
              </a:rPr>
              <a:t>range</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for </a:t>
            </a:r>
            <a:r>
              <a:rPr lang="nl-NL" sz="1600" b="0" i="0" dirty="0">
                <a:solidFill>
                  <a:srgbClr val="A9B7C6"/>
                </a:solidFill>
                <a:latin typeface="Consolas" panose="020B0609020204030204" pitchFamily="49" charset="0"/>
              </a:rPr>
              <a:t>col </a:t>
            </a:r>
            <a:r>
              <a:rPr lang="nl-NL" sz="1600" b="0" i="0" dirty="0">
                <a:solidFill>
                  <a:srgbClr val="CC7832"/>
                </a:solidFill>
                <a:latin typeface="Consolas" panose="020B0609020204030204" pitchFamily="49" charset="0"/>
              </a:rPr>
              <a:t>in </a:t>
            </a:r>
            <a:r>
              <a:rPr lang="nl-NL" sz="1600" b="0" i="0" dirty="0">
                <a:solidFill>
                  <a:srgbClr val="8888C6"/>
                </a:solidFill>
                <a:latin typeface="Consolas" panose="020B0609020204030204" pitchFamily="49" charset="0"/>
              </a:rPr>
              <a:t>range</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4</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a:t>
            </a:r>
            <a:r>
              <a:rPr lang="nl-NL" sz="1600" b="0" i="0" dirty="0" err="1">
                <a:solidFill>
                  <a:srgbClr val="A9B7C6"/>
                </a:solidFill>
                <a:latin typeface="Consolas" panose="020B0609020204030204" pitchFamily="49" charset="0"/>
              </a:rPr>
              <a:t>number</a:t>
            </a:r>
            <a:r>
              <a:rPr lang="nl-NL" sz="1600" b="0" i="0" dirty="0">
                <a:solidFill>
                  <a:srgbClr val="A9B7C6"/>
                </a:solidFill>
                <a:latin typeface="Consolas" panose="020B0609020204030204" pitchFamily="49" charset="0"/>
              </a:rPr>
              <a:t> = (col+</a:t>
            </a:r>
            <a:r>
              <a:rPr lang="nl-NL" sz="1600" b="0" i="0" dirty="0">
                <a:solidFill>
                  <a:srgbClr val="6897BB"/>
                </a:solidFill>
                <a:latin typeface="Consolas" panose="020B0609020204030204" pitchFamily="49" charset="0"/>
              </a:rPr>
              <a:t>1</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row</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4</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err="1">
                <a:solidFill>
                  <a:srgbClr val="6A8759"/>
                </a:solidFill>
                <a:latin typeface="Consolas" panose="020B0609020204030204" pitchFamily="49" charset="0"/>
              </a:rPr>
              <a:t>f'Button</a:t>
            </a:r>
            <a:r>
              <a:rPr lang="nl-NL" sz="1600" b="0" i="0" dirty="0">
                <a:solidFill>
                  <a:srgbClr val="6A8759"/>
                </a:solidFill>
                <a:latin typeface="Consolas" panose="020B0609020204030204" pitchFamily="49" charset="0"/>
              </a:rPr>
              <a:t> </a:t>
            </a:r>
            <a:r>
              <a:rPr lang="nl-NL" sz="1600" b="0" i="0" dirty="0">
                <a:solidFill>
                  <a:srgbClr val="CC7832"/>
                </a:solidFill>
                <a:latin typeface="Consolas" panose="020B0609020204030204" pitchFamily="49" charset="0"/>
              </a:rPr>
              <a:t>{</a:t>
            </a:r>
            <a:r>
              <a:rPr lang="nl-NL" sz="1600" b="0" i="0" dirty="0" err="1">
                <a:solidFill>
                  <a:srgbClr val="A9B7C6"/>
                </a:solidFill>
                <a:latin typeface="Consolas" panose="020B0609020204030204" pitchFamily="49" charset="0"/>
              </a:rPr>
              <a:t>number</a:t>
            </a:r>
            <a:r>
              <a:rPr lang="nl-NL" sz="1600" b="0" i="0" dirty="0">
                <a:solidFill>
                  <a:srgbClr val="CC7832"/>
                </a:solidFill>
                <a:latin typeface="Consolas" panose="020B0609020204030204" pitchFamily="49" charset="0"/>
              </a:rPr>
              <a:t>}</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a:t>
            </a:r>
          </a:p>
          <a:p>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a:t>
            </a:r>
            <a:r>
              <a:rPr lang="nl-NL" sz="1600" b="0" i="0" dirty="0" err="1">
                <a:solidFill>
                  <a:srgbClr val="A9B7C6"/>
                </a:solidFill>
                <a:latin typeface="Consolas" panose="020B0609020204030204" pitchFamily="49" charset="0"/>
              </a:rPr>
              <a:t>label.grid</a:t>
            </a:r>
            <a:r>
              <a:rPr lang="nl-NL" sz="1600" b="0" i="0" dirty="0">
                <a:solidFill>
                  <a:srgbClr val="A9B7C6"/>
                </a:solidFill>
                <a:latin typeface="Consolas" panose="020B0609020204030204" pitchFamily="49" charset="0"/>
              </a:rPr>
              <a:t>(</a:t>
            </a:r>
            <a:r>
              <a:rPr lang="nl-NL" sz="1600" b="0" i="0" dirty="0" err="1">
                <a:solidFill>
                  <a:srgbClr val="AA4926"/>
                </a:solidFill>
                <a:latin typeface="Consolas" panose="020B0609020204030204" pitchFamily="49" charset="0"/>
              </a:rPr>
              <a:t>row</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row</a:t>
            </a: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column</a:t>
            </a:r>
            <a:r>
              <a:rPr lang="nl-NL" sz="1600" b="0" i="0" dirty="0">
                <a:solidFill>
                  <a:srgbClr val="A9B7C6"/>
                </a:solidFill>
                <a:latin typeface="Consolas" panose="020B0609020204030204" pitchFamily="49" charset="0"/>
              </a:rPr>
              <a:t>=col</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pady</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4</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p:txBody>
      </p:sp>
      <p:pic>
        <p:nvPicPr>
          <p:cNvPr id="4" name="Afbeelding 3">
            <a:extLst>
              <a:ext uri="{FF2B5EF4-FFF2-40B4-BE49-F238E27FC236}">
                <a16:creationId xmlns:a16="http://schemas.microsoft.com/office/drawing/2014/main" id="{888BFCB4-32A9-09AC-0931-EC847AAF84BE}"/>
              </a:ext>
            </a:extLst>
          </p:cNvPr>
          <p:cNvPicPr>
            <a:picLocks noChangeAspect="1"/>
          </p:cNvPicPr>
          <p:nvPr/>
        </p:nvPicPr>
        <p:blipFill>
          <a:blip r:embed="rId2"/>
          <a:stretch>
            <a:fillRect/>
          </a:stretch>
        </p:blipFill>
        <p:spPr>
          <a:xfrm>
            <a:off x="8471541" y="3148849"/>
            <a:ext cx="3234684" cy="1718426"/>
          </a:xfrm>
          <a:prstGeom prst="rect">
            <a:avLst/>
          </a:prstGeom>
        </p:spPr>
      </p:pic>
      <p:sp>
        <p:nvSpPr>
          <p:cNvPr id="7" name="Tekstvak 6">
            <a:extLst>
              <a:ext uri="{FF2B5EF4-FFF2-40B4-BE49-F238E27FC236}">
                <a16:creationId xmlns:a16="http://schemas.microsoft.com/office/drawing/2014/main" id="{37054835-E25A-C3E0-9E01-E0D09D0E98ED}"/>
              </a:ext>
            </a:extLst>
          </p:cNvPr>
          <p:cNvSpPr txBox="1"/>
          <p:nvPr/>
        </p:nvSpPr>
        <p:spPr>
          <a:xfrm>
            <a:off x="7965649" y="5562438"/>
            <a:ext cx="3959129" cy="923330"/>
          </a:xfrm>
          <a:prstGeom prst="rect">
            <a:avLst/>
          </a:prstGeom>
          <a:noFill/>
        </p:spPr>
        <p:txBody>
          <a:bodyPr wrap="square">
            <a:spAutoFit/>
          </a:bodyPr>
          <a:lstStyle/>
          <a:p>
            <a:pPr fontAlgn="base">
              <a:spcBef>
                <a:spcPct val="0"/>
              </a:spcBef>
              <a:spcAft>
                <a:spcPct val="0"/>
              </a:spcAft>
              <a:defRPr/>
            </a:pPr>
            <a:r>
              <a:rPr lang="en-US" sz="1800" kern="0" dirty="0" err="1">
                <a:solidFill>
                  <a:srgbClr val="294171"/>
                </a:solidFill>
              </a:rPr>
              <a:t>Gebruik</a:t>
            </a:r>
            <a:r>
              <a:rPr lang="en-US" sz="1800" kern="0" dirty="0">
                <a:solidFill>
                  <a:srgbClr val="294171"/>
                </a:solidFill>
              </a:rPr>
              <a:t> parameter </a:t>
            </a:r>
            <a:r>
              <a:rPr lang="en-US" sz="1800" kern="0" dirty="0" err="1">
                <a:solidFill>
                  <a:srgbClr val="294171"/>
                </a:solidFill>
              </a:rPr>
              <a:t>rowspan</a:t>
            </a:r>
            <a:r>
              <a:rPr lang="en-US" sz="1800" kern="0" dirty="0">
                <a:solidFill>
                  <a:srgbClr val="294171"/>
                </a:solidFill>
              </a:rPr>
              <a:t> </a:t>
            </a:r>
            <a:r>
              <a:rPr lang="en-US" sz="1800" kern="0" dirty="0" err="1">
                <a:solidFill>
                  <a:srgbClr val="294171"/>
                </a:solidFill>
              </a:rPr>
              <a:t>en</a:t>
            </a:r>
            <a:r>
              <a:rPr lang="en-US" sz="1800" kern="0" dirty="0">
                <a:solidFill>
                  <a:srgbClr val="294171"/>
                </a:solidFill>
              </a:rPr>
              <a:t>/of </a:t>
            </a:r>
            <a:r>
              <a:rPr lang="en-US" sz="1800" kern="0" dirty="0" err="1">
                <a:solidFill>
                  <a:srgbClr val="294171"/>
                </a:solidFill>
              </a:rPr>
              <a:t>colspan</a:t>
            </a:r>
            <a:r>
              <a:rPr lang="en-US" sz="1800" kern="0" dirty="0">
                <a:solidFill>
                  <a:srgbClr val="294171"/>
                </a:solidFill>
              </a:rPr>
              <a:t> om </a:t>
            </a:r>
            <a:r>
              <a:rPr lang="en-US" sz="1800" kern="0" dirty="0" err="1">
                <a:solidFill>
                  <a:srgbClr val="294171"/>
                </a:solidFill>
              </a:rPr>
              <a:t>aan</a:t>
            </a:r>
            <a:r>
              <a:rPr lang="en-US" sz="1800" kern="0" dirty="0">
                <a:solidFill>
                  <a:srgbClr val="294171"/>
                </a:solidFill>
              </a:rPr>
              <a:t> </a:t>
            </a:r>
            <a:r>
              <a:rPr lang="en-US" sz="1800" kern="0" dirty="0" err="1">
                <a:solidFill>
                  <a:srgbClr val="294171"/>
                </a:solidFill>
              </a:rPr>
              <a:t>te</a:t>
            </a:r>
            <a:r>
              <a:rPr lang="en-US" sz="1800" kern="0" dirty="0">
                <a:solidFill>
                  <a:srgbClr val="294171"/>
                </a:solidFill>
              </a:rPr>
              <a:t> </a:t>
            </a:r>
            <a:r>
              <a:rPr lang="en-US" sz="1800" kern="0" dirty="0" err="1">
                <a:solidFill>
                  <a:srgbClr val="294171"/>
                </a:solidFill>
              </a:rPr>
              <a:t>geven</a:t>
            </a:r>
            <a:r>
              <a:rPr lang="en-US" sz="1800" kern="0" dirty="0">
                <a:solidFill>
                  <a:srgbClr val="294171"/>
                </a:solidFill>
              </a:rPr>
              <a:t> </a:t>
            </a:r>
            <a:r>
              <a:rPr lang="en-US" sz="1800" kern="0" dirty="0" err="1">
                <a:solidFill>
                  <a:srgbClr val="294171"/>
                </a:solidFill>
              </a:rPr>
              <a:t>hoeveel</a:t>
            </a:r>
            <a:r>
              <a:rPr lang="en-US" sz="1800" kern="0" dirty="0">
                <a:solidFill>
                  <a:srgbClr val="294171"/>
                </a:solidFill>
              </a:rPr>
              <a:t> </a:t>
            </a:r>
            <a:r>
              <a:rPr lang="en-US" sz="1800" kern="0" dirty="0" err="1">
                <a:solidFill>
                  <a:srgbClr val="294171"/>
                </a:solidFill>
              </a:rPr>
              <a:t>rijen</a:t>
            </a:r>
            <a:r>
              <a:rPr lang="en-US" sz="1800" kern="0" dirty="0">
                <a:solidFill>
                  <a:srgbClr val="294171"/>
                </a:solidFill>
              </a:rPr>
              <a:t> of </a:t>
            </a:r>
            <a:r>
              <a:rPr lang="en-US" sz="1800" kern="0" dirty="0" err="1">
                <a:solidFill>
                  <a:srgbClr val="294171"/>
                </a:solidFill>
              </a:rPr>
              <a:t>kolommen</a:t>
            </a:r>
            <a:r>
              <a:rPr lang="en-US" sz="1800" kern="0" dirty="0">
                <a:solidFill>
                  <a:srgbClr val="294171"/>
                </a:solidFill>
              </a:rPr>
              <a:t> </a:t>
            </a:r>
            <a:r>
              <a:rPr lang="en-US" sz="1800" kern="0" dirty="0" err="1">
                <a:solidFill>
                  <a:srgbClr val="294171"/>
                </a:solidFill>
              </a:rPr>
              <a:t>een</a:t>
            </a:r>
            <a:r>
              <a:rPr lang="en-US" sz="1800" kern="0" dirty="0">
                <a:solidFill>
                  <a:srgbClr val="294171"/>
                </a:solidFill>
              </a:rPr>
              <a:t> widget </a:t>
            </a:r>
            <a:r>
              <a:rPr lang="en-US" sz="1800" kern="0" dirty="0" err="1">
                <a:solidFill>
                  <a:srgbClr val="294171"/>
                </a:solidFill>
              </a:rPr>
              <a:t>moet</a:t>
            </a:r>
            <a:r>
              <a:rPr lang="en-US" sz="1800" kern="0" dirty="0">
                <a:solidFill>
                  <a:srgbClr val="294171"/>
                </a:solidFill>
              </a:rPr>
              <a:t> </a:t>
            </a:r>
            <a:r>
              <a:rPr lang="en-US" sz="1800" kern="0" dirty="0" err="1">
                <a:solidFill>
                  <a:srgbClr val="294171"/>
                </a:solidFill>
              </a:rPr>
              <a:t>beslaan</a:t>
            </a:r>
            <a:r>
              <a:rPr lang="en-US" sz="1800" kern="0" dirty="0">
                <a:solidFill>
                  <a:srgbClr val="294171"/>
                </a:solidFill>
              </a:rPr>
              <a:t>!</a:t>
            </a:r>
          </a:p>
        </p:txBody>
      </p:sp>
    </p:spTree>
    <p:extLst>
      <p:ext uri="{BB962C8B-B14F-4D97-AF65-F5344CB8AC3E}">
        <p14:creationId xmlns:p14="http://schemas.microsoft.com/office/powerpoint/2010/main" val="825901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8115046"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Layoutmanager</a:t>
            </a:r>
            <a:r>
              <a:rPr kumimoji="0" lang="en-US" sz="3600" b="1" i="0" u="none" strike="noStrike" kern="0" cap="none" spc="0" normalizeH="0" baseline="0" noProof="0" dirty="0">
                <a:ln>
                  <a:noFill/>
                </a:ln>
                <a:solidFill>
                  <a:prstClr val="black"/>
                </a:solidFill>
                <a:effectLst/>
                <a:uLnTx/>
                <a:uFillTx/>
              </a:rPr>
              <a:t> place()</a:t>
            </a:r>
            <a:endParaRPr kumimoji="0" lang="en-US" sz="2000" b="0" i="0" u="none" strike="noStrike" kern="0" cap="none" spc="0" normalizeH="0" baseline="0" noProof="0" dirty="0">
              <a:ln>
                <a:noFill/>
              </a:ln>
              <a:solidFill>
                <a:prstClr val="black"/>
              </a:solidFill>
              <a:effectLst/>
              <a:uLnTx/>
              <a:uFillTx/>
            </a:endParaRPr>
          </a:p>
        </p:txBody>
      </p:sp>
      <p:sp>
        <p:nvSpPr>
          <p:cNvPr id="3" name="Rectangle 26">
            <a:extLst>
              <a:ext uri="{FF2B5EF4-FFF2-40B4-BE49-F238E27FC236}">
                <a16:creationId xmlns:a16="http://schemas.microsoft.com/office/drawing/2014/main" id="{C5EC1F7A-98E1-1B6F-5E0C-5A1EA73B3832}"/>
              </a:ext>
            </a:extLst>
          </p:cNvPr>
          <p:cNvSpPr/>
          <p:nvPr/>
        </p:nvSpPr>
        <p:spPr>
          <a:xfrm>
            <a:off x="295247" y="1653780"/>
            <a:ext cx="11410978" cy="1015663"/>
          </a:xfrm>
          <a:prstGeom prst="rect">
            <a:avLst/>
          </a:prstGeom>
        </p:spPr>
        <p:txBody>
          <a:bodyPr wrap="square">
            <a:spAutoFit/>
          </a:bodyPr>
          <a:lstStyle/>
          <a:p>
            <a:pPr fontAlgn="base">
              <a:spcBef>
                <a:spcPct val="0"/>
              </a:spcBef>
              <a:spcAft>
                <a:spcPct val="0"/>
              </a:spcAft>
              <a:defRPr/>
            </a:pPr>
            <a:r>
              <a:rPr lang="nl-NL" sz="2000" kern="0" dirty="0">
                <a:solidFill>
                  <a:srgbClr val="294171"/>
                </a:solidFill>
              </a:rPr>
              <a:t>Met </a:t>
            </a:r>
            <a:r>
              <a:rPr lang="nl-NL" sz="2000" kern="0" dirty="0" err="1">
                <a:solidFill>
                  <a:srgbClr val="294171"/>
                </a:solidFill>
              </a:rPr>
              <a:t>place</a:t>
            </a:r>
            <a:r>
              <a:rPr lang="nl-NL" sz="2000" kern="0" dirty="0">
                <a:solidFill>
                  <a:srgbClr val="294171"/>
                </a:solidFill>
              </a:rPr>
              <a:t>(), geef je de exacte coördinaten van de linker bovenhoek van een widget aan!</a:t>
            </a:r>
          </a:p>
          <a:p>
            <a:pPr fontAlgn="base">
              <a:spcBef>
                <a:spcPct val="0"/>
              </a:spcBef>
              <a:spcAft>
                <a:spcPct val="0"/>
              </a:spcAft>
              <a:defRPr/>
            </a:pPr>
            <a:endParaRPr lang="nl-NL" sz="2000" kern="0" dirty="0">
              <a:solidFill>
                <a:srgbClr val="294171"/>
              </a:solidFill>
            </a:endParaRPr>
          </a:p>
          <a:p>
            <a:pPr fontAlgn="base">
              <a:spcBef>
                <a:spcPct val="0"/>
              </a:spcBef>
              <a:spcAft>
                <a:spcPct val="0"/>
              </a:spcAft>
              <a:defRPr/>
            </a:pPr>
            <a:r>
              <a:rPr lang="nl-NL" sz="2000" kern="0" dirty="0">
                <a:solidFill>
                  <a:srgbClr val="294171"/>
                </a:solidFill>
              </a:rPr>
              <a:t>Makkelijk, maar niet erg schaalbaar…</a:t>
            </a:r>
            <a:endParaRPr lang="en-US" sz="2000" kern="0" dirty="0">
              <a:solidFill>
                <a:srgbClr val="294171"/>
              </a:solidFill>
            </a:endParaRPr>
          </a:p>
        </p:txBody>
      </p:sp>
      <p:pic>
        <p:nvPicPr>
          <p:cNvPr id="10" name="Afbeelding 9">
            <a:extLst>
              <a:ext uri="{FF2B5EF4-FFF2-40B4-BE49-F238E27FC236}">
                <a16:creationId xmlns:a16="http://schemas.microsoft.com/office/drawing/2014/main" id="{063CB0F6-EC57-2A45-FC00-742F3007B603}"/>
              </a:ext>
            </a:extLst>
          </p:cNvPr>
          <p:cNvPicPr>
            <a:picLocks noChangeAspect="1"/>
          </p:cNvPicPr>
          <p:nvPr/>
        </p:nvPicPr>
        <p:blipFill>
          <a:blip r:embed="rId2"/>
          <a:stretch>
            <a:fillRect/>
          </a:stretch>
        </p:blipFill>
        <p:spPr>
          <a:xfrm>
            <a:off x="8471541" y="3148848"/>
            <a:ext cx="3234684" cy="2166628"/>
          </a:xfrm>
          <a:prstGeom prst="rect">
            <a:avLst/>
          </a:prstGeom>
        </p:spPr>
      </p:pic>
      <p:sp>
        <p:nvSpPr>
          <p:cNvPr id="11" name="Tekstvak 10">
            <a:extLst>
              <a:ext uri="{FF2B5EF4-FFF2-40B4-BE49-F238E27FC236}">
                <a16:creationId xmlns:a16="http://schemas.microsoft.com/office/drawing/2014/main" id="{9BAF402C-F4EC-81C5-55FF-74DCA7010FEB}"/>
              </a:ext>
            </a:extLst>
          </p:cNvPr>
          <p:cNvSpPr txBox="1"/>
          <p:nvPr/>
        </p:nvSpPr>
        <p:spPr>
          <a:xfrm>
            <a:off x="485775" y="3148849"/>
            <a:ext cx="6934200" cy="3293209"/>
          </a:xfrm>
          <a:prstGeom prst="rect">
            <a:avLst/>
          </a:prstGeom>
          <a:solidFill>
            <a:srgbClr val="2B2B2B"/>
          </a:solidFill>
        </p:spPr>
        <p:txBody>
          <a:bodyPr wrap="square">
            <a:spAutoFit/>
          </a:bodyPr>
          <a:lstStyle/>
          <a:p>
            <a:r>
              <a:rPr lang="nl-NL" sz="1600" b="0" i="0" dirty="0" err="1">
                <a:solidFill>
                  <a:srgbClr val="CC7832"/>
                </a:solidFill>
                <a:latin typeface="Consolas" panose="020B0609020204030204" pitchFamily="49" charset="0"/>
              </a:rPr>
              <a:t>from</a:t>
            </a:r>
            <a:r>
              <a:rPr lang="nl-NL" sz="1600" b="0" i="0" dirty="0">
                <a:solidFill>
                  <a:srgbClr val="CC7832"/>
                </a:solidFill>
                <a:latin typeface="Consolas" panose="020B0609020204030204" pitchFamily="49" charset="0"/>
              </a:rPr>
              <a:t> </a:t>
            </a:r>
            <a:r>
              <a:rPr lang="nl-NL" sz="1600" b="0" i="0" dirty="0" err="1">
                <a:solidFill>
                  <a:srgbClr val="A9B7C6"/>
                </a:solidFill>
                <a:latin typeface="Consolas" panose="020B0609020204030204" pitchFamily="49" charset="0"/>
              </a:rPr>
              <a:t>tkinter</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import </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root = </a:t>
            </a:r>
            <a:r>
              <a:rPr lang="nl-NL" sz="1600" b="0" i="0" dirty="0" err="1">
                <a:solidFill>
                  <a:srgbClr val="A9B7C6"/>
                </a:solidFill>
                <a:latin typeface="Consolas" panose="020B0609020204030204" pitchFamily="49" charset="0"/>
              </a:rPr>
              <a:t>Tk</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a:solidFill>
                  <a:srgbClr val="CC7832"/>
                </a:solidFill>
                <a:latin typeface="Consolas" panose="020B0609020204030204" pitchFamily="49" charset="0"/>
              </a:rPr>
              <a:t>for </a:t>
            </a:r>
            <a:r>
              <a:rPr lang="nl-NL" sz="1600" b="0" i="0" dirty="0" err="1">
                <a:solidFill>
                  <a:srgbClr val="A9B7C6"/>
                </a:solidFill>
                <a:latin typeface="Consolas" panose="020B0609020204030204" pitchFamily="49" charset="0"/>
              </a:rPr>
              <a:t>row</a:t>
            </a: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in </a:t>
            </a:r>
            <a:r>
              <a:rPr lang="nl-NL" sz="1600" b="0" i="0" dirty="0">
                <a:solidFill>
                  <a:srgbClr val="8888C6"/>
                </a:solidFill>
                <a:latin typeface="Consolas" panose="020B0609020204030204" pitchFamily="49" charset="0"/>
              </a:rPr>
              <a:t>range</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3</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a:t>
            </a:r>
            <a:r>
              <a:rPr lang="nl-NL" sz="1600" b="0" i="0" dirty="0">
                <a:solidFill>
                  <a:srgbClr val="CC7832"/>
                </a:solidFill>
                <a:latin typeface="Consolas" panose="020B0609020204030204" pitchFamily="49" charset="0"/>
              </a:rPr>
              <a:t>for </a:t>
            </a:r>
            <a:r>
              <a:rPr lang="nl-NL" sz="1600" b="0" i="0" dirty="0">
                <a:solidFill>
                  <a:srgbClr val="A9B7C6"/>
                </a:solidFill>
                <a:latin typeface="Consolas" panose="020B0609020204030204" pitchFamily="49" charset="0"/>
              </a:rPr>
              <a:t>col </a:t>
            </a:r>
            <a:r>
              <a:rPr lang="nl-NL" sz="1600" b="0" i="0" dirty="0">
                <a:solidFill>
                  <a:srgbClr val="CC7832"/>
                </a:solidFill>
                <a:latin typeface="Consolas" panose="020B0609020204030204" pitchFamily="49" charset="0"/>
              </a:rPr>
              <a:t>in </a:t>
            </a:r>
            <a:r>
              <a:rPr lang="nl-NL" sz="1600" b="0" i="0" dirty="0">
                <a:solidFill>
                  <a:srgbClr val="8888C6"/>
                </a:solidFill>
                <a:latin typeface="Consolas" panose="020B0609020204030204" pitchFamily="49" charset="0"/>
              </a:rPr>
              <a:t>range</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4</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a:t>
            </a:r>
            <a:r>
              <a:rPr lang="nl-NL" sz="1600" b="0" i="0" dirty="0" err="1">
                <a:solidFill>
                  <a:srgbClr val="A9B7C6"/>
                </a:solidFill>
                <a:latin typeface="Consolas" panose="020B0609020204030204" pitchFamily="49" charset="0"/>
              </a:rPr>
              <a:t>number</a:t>
            </a:r>
            <a:r>
              <a:rPr lang="nl-NL" sz="1600" b="0" i="0" dirty="0">
                <a:solidFill>
                  <a:srgbClr val="A9B7C6"/>
                </a:solidFill>
                <a:latin typeface="Consolas" panose="020B0609020204030204" pitchFamily="49" charset="0"/>
              </a:rPr>
              <a:t> = (col+</a:t>
            </a:r>
            <a:r>
              <a:rPr lang="nl-NL" sz="1600" b="0" i="0" dirty="0">
                <a:solidFill>
                  <a:srgbClr val="6897BB"/>
                </a:solidFill>
                <a:latin typeface="Consolas" panose="020B0609020204030204" pitchFamily="49" charset="0"/>
              </a:rPr>
              <a:t>1</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row</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4</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label = Label(</a:t>
            </a:r>
            <a:r>
              <a:rPr lang="nl-NL" sz="1600" b="0" i="0" dirty="0">
                <a:solidFill>
                  <a:srgbClr val="AA4926"/>
                </a:solidFill>
                <a:latin typeface="Consolas" panose="020B0609020204030204" pitchFamily="49" charset="0"/>
              </a:rPr>
              <a:t>master</a:t>
            </a:r>
            <a:r>
              <a:rPr lang="nl-NL" sz="1600" b="0" i="0" dirty="0">
                <a:solidFill>
                  <a:srgbClr val="A9B7C6"/>
                </a:solidFill>
                <a:latin typeface="Consolas" panose="020B0609020204030204" pitchFamily="49" charset="0"/>
              </a:rPr>
              <a:t>=root</a:t>
            </a:r>
            <a:r>
              <a:rPr lang="nl-NL" sz="1600" b="0" i="0" dirty="0">
                <a:solidFill>
                  <a:srgbClr val="CC7832"/>
                </a:solidFill>
                <a:latin typeface="Consolas" panose="020B0609020204030204" pitchFamily="49" charset="0"/>
              </a:rPr>
              <a:t>, </a:t>
            </a:r>
            <a:r>
              <a:rPr lang="nl-NL" sz="1600" b="0" i="0" dirty="0" err="1">
                <a:solidFill>
                  <a:srgbClr val="AA4926"/>
                </a:solidFill>
                <a:latin typeface="Consolas" panose="020B0609020204030204" pitchFamily="49" charset="0"/>
              </a:rPr>
              <a:t>text</a:t>
            </a:r>
            <a:r>
              <a:rPr lang="nl-NL" sz="1600" b="0" i="0" dirty="0">
                <a:solidFill>
                  <a:srgbClr val="A9B7C6"/>
                </a:solidFill>
                <a:latin typeface="Consolas" panose="020B0609020204030204" pitchFamily="49" charset="0"/>
              </a:rPr>
              <a:t>=</a:t>
            </a:r>
            <a:r>
              <a:rPr lang="nl-NL" sz="1600" b="0" i="0" dirty="0" err="1">
                <a:solidFill>
                  <a:srgbClr val="6A8759"/>
                </a:solidFill>
                <a:latin typeface="Consolas" panose="020B0609020204030204" pitchFamily="49" charset="0"/>
              </a:rPr>
              <a:t>f'Label</a:t>
            </a:r>
            <a:r>
              <a:rPr lang="nl-NL" sz="1600" b="0" i="0" dirty="0">
                <a:solidFill>
                  <a:srgbClr val="6A8759"/>
                </a:solidFill>
                <a:latin typeface="Consolas" panose="020B0609020204030204" pitchFamily="49" charset="0"/>
              </a:rPr>
              <a:t> </a:t>
            </a:r>
            <a:r>
              <a:rPr lang="nl-NL" sz="1600" b="0" i="0" dirty="0">
                <a:solidFill>
                  <a:srgbClr val="CC7832"/>
                </a:solidFill>
                <a:latin typeface="Consolas" panose="020B0609020204030204" pitchFamily="49" charset="0"/>
              </a:rPr>
              <a:t>{</a:t>
            </a:r>
            <a:r>
              <a:rPr lang="nl-NL" sz="1600" b="0" i="0" dirty="0" err="1">
                <a:solidFill>
                  <a:srgbClr val="A9B7C6"/>
                </a:solidFill>
                <a:latin typeface="Consolas" panose="020B0609020204030204" pitchFamily="49" charset="0"/>
              </a:rPr>
              <a:t>number</a:t>
            </a:r>
            <a:r>
              <a:rPr lang="nl-NL" sz="1600" b="0" i="0" dirty="0">
                <a:solidFill>
                  <a:srgbClr val="CC7832"/>
                </a:solidFill>
                <a:latin typeface="Consolas" panose="020B0609020204030204" pitchFamily="49" charset="0"/>
              </a:rPr>
              <a:t>}</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a:solidFill>
                  <a:srgbClr val="A9B7C6"/>
                </a:solidFill>
                <a:latin typeface="Consolas" panose="020B0609020204030204" pitchFamily="49" charset="0"/>
              </a:rPr>
              <a:t>        </a:t>
            </a:r>
            <a:r>
              <a:rPr lang="nl-NL" sz="1600" b="0" i="0" dirty="0" err="1">
                <a:solidFill>
                  <a:srgbClr val="A9B7C6"/>
                </a:solidFill>
                <a:latin typeface="Consolas" panose="020B0609020204030204" pitchFamily="49" charset="0"/>
              </a:rPr>
              <a:t>label.place</a:t>
            </a:r>
            <a:r>
              <a:rPr lang="nl-NL" sz="1600" b="0" i="0" dirty="0">
                <a:solidFill>
                  <a:srgbClr val="A9B7C6"/>
                </a:solidFill>
                <a:latin typeface="Consolas" panose="020B0609020204030204" pitchFamily="49" charset="0"/>
              </a:rPr>
              <a:t>(</a:t>
            </a:r>
            <a:r>
              <a:rPr lang="nl-NL" sz="1600" b="0" i="0" dirty="0">
                <a:solidFill>
                  <a:srgbClr val="AA4926"/>
                </a:solidFill>
                <a:latin typeface="Consolas" panose="020B0609020204030204" pitchFamily="49" charset="0"/>
              </a:rPr>
              <a:t>x</a:t>
            </a:r>
            <a:r>
              <a:rPr lang="nl-NL" sz="1600" b="0" i="0" dirty="0">
                <a:solidFill>
                  <a:srgbClr val="A9B7C6"/>
                </a:solidFill>
                <a:latin typeface="Consolas" panose="020B0609020204030204" pitchFamily="49" charset="0"/>
              </a:rPr>
              <a:t>=col*</a:t>
            </a:r>
            <a:r>
              <a:rPr lang="nl-NL" sz="1600" b="0" i="0" dirty="0">
                <a:solidFill>
                  <a:srgbClr val="6897BB"/>
                </a:solidFill>
                <a:latin typeface="Consolas" panose="020B0609020204030204" pitchFamily="49" charset="0"/>
              </a:rPr>
              <a:t>40</a:t>
            </a:r>
            <a:r>
              <a:rPr lang="nl-NL" sz="1600" b="0" i="0" dirty="0">
                <a:solidFill>
                  <a:srgbClr val="CC7832"/>
                </a:solidFill>
                <a:latin typeface="Consolas" panose="020B0609020204030204" pitchFamily="49" charset="0"/>
              </a:rPr>
              <a:t>, </a:t>
            </a:r>
            <a:r>
              <a:rPr lang="nl-NL" sz="1600" b="0" i="0" dirty="0">
                <a:solidFill>
                  <a:srgbClr val="AA4926"/>
                </a:solidFill>
                <a:latin typeface="Consolas" panose="020B0609020204030204" pitchFamily="49" charset="0"/>
              </a:rPr>
              <a:t>y</a:t>
            </a:r>
            <a:r>
              <a:rPr lang="nl-NL" sz="1600" b="0" i="0" dirty="0">
                <a:solidFill>
                  <a:srgbClr val="A9B7C6"/>
                </a:solidFill>
                <a:latin typeface="Consolas" panose="020B0609020204030204" pitchFamily="49" charset="0"/>
              </a:rPr>
              <a:t>=</a:t>
            </a:r>
            <a:r>
              <a:rPr lang="nl-NL" sz="1600" b="0" i="0" dirty="0" err="1">
                <a:solidFill>
                  <a:srgbClr val="A9B7C6"/>
                </a:solidFill>
                <a:latin typeface="Consolas" panose="020B0609020204030204" pitchFamily="49" charset="0"/>
              </a:rPr>
              <a:t>row</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30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root.geometry</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"210x110"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root.title</a:t>
            </a:r>
            <a:r>
              <a:rPr lang="nl-NL" sz="1600" b="0" i="0" dirty="0">
                <a:solidFill>
                  <a:srgbClr val="A9B7C6"/>
                </a:solidFill>
                <a:latin typeface="Consolas" panose="020B0609020204030204" pitchFamily="49" charset="0"/>
              </a:rPr>
              <a:t>(</a:t>
            </a:r>
            <a:r>
              <a:rPr lang="nl-NL" sz="1600" b="0" i="0" dirty="0">
                <a:solidFill>
                  <a:srgbClr val="6A8759"/>
                </a:solidFill>
                <a:latin typeface="Consolas" panose="020B0609020204030204" pitchFamily="49" charset="0"/>
              </a:rPr>
              <a:t>"</a:t>
            </a:r>
            <a:r>
              <a:rPr lang="nl-NL" sz="1600" b="0" i="0" dirty="0" err="1">
                <a:solidFill>
                  <a:srgbClr val="6A8759"/>
                </a:solidFill>
                <a:latin typeface="Consolas" panose="020B0609020204030204" pitchFamily="49" charset="0"/>
              </a:rPr>
              <a:t>DemoApp</a:t>
            </a:r>
            <a:r>
              <a:rPr lang="nl-NL" sz="1600" b="0" i="0" dirty="0">
                <a:solidFill>
                  <a:srgbClr val="6A8759"/>
                </a:solidFill>
                <a:latin typeface="Consolas" panose="020B0609020204030204" pitchFamily="49" charset="0"/>
              </a:rPr>
              <a:t>"</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root.maxsize</a:t>
            </a:r>
            <a:r>
              <a:rPr lang="nl-NL" sz="1600" b="0" i="0" dirty="0">
                <a:solidFill>
                  <a:srgbClr val="A9B7C6"/>
                </a:solidFill>
                <a:latin typeface="Consolas" panose="020B0609020204030204" pitchFamily="49" charset="0"/>
              </a:rPr>
              <a:t>(</a:t>
            </a:r>
            <a:r>
              <a:rPr lang="nl-NL" sz="1600" b="0" i="0" dirty="0">
                <a:solidFill>
                  <a:srgbClr val="6897BB"/>
                </a:solidFill>
                <a:latin typeface="Consolas" panose="020B0609020204030204" pitchFamily="49" charset="0"/>
              </a:rPr>
              <a:t>210</a:t>
            </a:r>
            <a:r>
              <a:rPr lang="nl-NL" sz="1600" b="0" i="0" dirty="0">
                <a:solidFill>
                  <a:srgbClr val="CC7832"/>
                </a:solidFill>
                <a:latin typeface="Consolas" panose="020B0609020204030204" pitchFamily="49" charset="0"/>
              </a:rPr>
              <a:t>, </a:t>
            </a:r>
            <a:r>
              <a:rPr lang="nl-NL" sz="1600" b="0" i="0" dirty="0">
                <a:solidFill>
                  <a:srgbClr val="6897BB"/>
                </a:solidFill>
                <a:latin typeface="Consolas" panose="020B0609020204030204" pitchFamily="49" charset="0"/>
              </a:rPr>
              <a:t>110</a:t>
            </a:r>
            <a:r>
              <a:rPr lang="nl-NL" sz="1600" b="0" i="0" dirty="0">
                <a:solidFill>
                  <a:srgbClr val="A9B7C6"/>
                </a:solidFill>
                <a:latin typeface="Consolas" panose="020B0609020204030204" pitchFamily="49" charset="0"/>
              </a:rPr>
              <a:t>)</a:t>
            </a:r>
            <a:br>
              <a:rPr lang="nl-NL" sz="1600" b="0" i="0" dirty="0">
                <a:solidFill>
                  <a:srgbClr val="A9B7C6"/>
                </a:solidFill>
                <a:latin typeface="Consolas" panose="020B0609020204030204" pitchFamily="49" charset="0"/>
              </a:rPr>
            </a:br>
            <a:r>
              <a:rPr lang="nl-NL" sz="1600" b="0" i="0" dirty="0" err="1">
                <a:solidFill>
                  <a:srgbClr val="A9B7C6"/>
                </a:solidFill>
                <a:latin typeface="Consolas" panose="020B0609020204030204" pitchFamily="49" charset="0"/>
              </a:rPr>
              <a:t>root.mainloop</a:t>
            </a:r>
            <a:r>
              <a:rPr lang="nl-NL" sz="1600" b="0" i="0" dirty="0">
                <a:solidFill>
                  <a:srgbClr val="A9B7C6"/>
                </a:solidFill>
                <a:latin typeface="Consolas" panose="020B0609020204030204" pitchFamily="49" charset="0"/>
              </a:rPr>
              <a:t>()</a:t>
            </a:r>
          </a:p>
        </p:txBody>
      </p:sp>
      <p:sp>
        <p:nvSpPr>
          <p:cNvPr id="6" name="Tekstvak 5">
            <a:extLst>
              <a:ext uri="{FF2B5EF4-FFF2-40B4-BE49-F238E27FC236}">
                <a16:creationId xmlns:a16="http://schemas.microsoft.com/office/drawing/2014/main" id="{FF56897B-404B-AA6F-3F9E-97E1F10B7481}"/>
              </a:ext>
            </a:extLst>
          </p:cNvPr>
          <p:cNvSpPr txBox="1"/>
          <p:nvPr/>
        </p:nvSpPr>
        <p:spPr>
          <a:xfrm>
            <a:off x="7877967" y="5562438"/>
            <a:ext cx="4314033" cy="1200329"/>
          </a:xfrm>
          <a:prstGeom prst="rect">
            <a:avLst/>
          </a:prstGeom>
          <a:noFill/>
        </p:spPr>
        <p:txBody>
          <a:bodyPr wrap="square">
            <a:spAutoFit/>
          </a:bodyPr>
          <a:lstStyle/>
          <a:p>
            <a:pPr fontAlgn="base">
              <a:spcBef>
                <a:spcPct val="0"/>
              </a:spcBef>
              <a:spcAft>
                <a:spcPct val="0"/>
              </a:spcAft>
              <a:defRPr/>
            </a:pPr>
            <a:r>
              <a:rPr lang="en-US" sz="1800" kern="0" dirty="0">
                <a:solidFill>
                  <a:srgbClr val="294171"/>
                </a:solidFill>
              </a:rPr>
              <a:t>Pas op </a:t>
            </a:r>
            <a:r>
              <a:rPr lang="en-US" sz="1800" kern="0" dirty="0" err="1">
                <a:solidFill>
                  <a:srgbClr val="294171"/>
                </a:solidFill>
              </a:rPr>
              <a:t>voor</a:t>
            </a:r>
            <a:r>
              <a:rPr lang="en-US" sz="1800" kern="0" dirty="0">
                <a:solidFill>
                  <a:srgbClr val="294171"/>
                </a:solidFill>
              </a:rPr>
              <a:t> overlap (Label 10/11).</a:t>
            </a:r>
          </a:p>
          <a:p>
            <a:pPr fontAlgn="base">
              <a:spcBef>
                <a:spcPct val="0"/>
              </a:spcBef>
              <a:spcAft>
                <a:spcPct val="0"/>
              </a:spcAft>
              <a:defRPr/>
            </a:pPr>
            <a:endParaRPr lang="en-US" kern="0" dirty="0">
              <a:solidFill>
                <a:srgbClr val="294171"/>
              </a:solidFill>
            </a:endParaRPr>
          </a:p>
          <a:p>
            <a:pPr fontAlgn="base">
              <a:spcBef>
                <a:spcPct val="0"/>
              </a:spcBef>
              <a:spcAft>
                <a:spcPct val="0"/>
              </a:spcAft>
              <a:defRPr/>
            </a:pPr>
            <a:r>
              <a:rPr lang="en-US" sz="1800" kern="0" dirty="0" err="1">
                <a:solidFill>
                  <a:srgbClr val="294171"/>
                </a:solidFill>
              </a:rPr>
              <a:t>Gebruik</a:t>
            </a:r>
            <a:r>
              <a:rPr lang="en-US" sz="1800" kern="0" dirty="0">
                <a:solidFill>
                  <a:srgbClr val="294171"/>
                </a:solidFill>
              </a:rPr>
              <a:t> de </a:t>
            </a:r>
            <a:r>
              <a:rPr lang="en-US" sz="1800" kern="0" dirty="0" err="1">
                <a:solidFill>
                  <a:srgbClr val="294171"/>
                </a:solidFill>
              </a:rPr>
              <a:t>windowmanager</a:t>
            </a:r>
            <a:r>
              <a:rPr lang="en-US" sz="1800" kern="0" dirty="0">
                <a:solidFill>
                  <a:srgbClr val="294171"/>
                </a:solidFill>
              </a:rPr>
              <a:t> om title, maximum size, default size etc. in </a:t>
            </a:r>
            <a:r>
              <a:rPr lang="en-US" sz="1800" kern="0" dirty="0" err="1">
                <a:solidFill>
                  <a:srgbClr val="294171"/>
                </a:solidFill>
              </a:rPr>
              <a:t>te</a:t>
            </a:r>
            <a:r>
              <a:rPr lang="en-US" sz="1800" kern="0" dirty="0">
                <a:solidFill>
                  <a:srgbClr val="294171"/>
                </a:solidFill>
              </a:rPr>
              <a:t> </a:t>
            </a:r>
            <a:r>
              <a:rPr lang="en-US" sz="1800" kern="0" dirty="0" err="1">
                <a:solidFill>
                  <a:srgbClr val="294171"/>
                </a:solidFill>
              </a:rPr>
              <a:t>stellen</a:t>
            </a:r>
            <a:r>
              <a:rPr lang="en-US" sz="1800" kern="0" dirty="0">
                <a:solidFill>
                  <a:srgbClr val="294171"/>
                </a:solidFill>
              </a:rPr>
              <a:t>.</a:t>
            </a:r>
          </a:p>
        </p:txBody>
      </p:sp>
      <p:pic>
        <p:nvPicPr>
          <p:cNvPr id="4" name="Afbeelding 3">
            <a:extLst>
              <a:ext uri="{FF2B5EF4-FFF2-40B4-BE49-F238E27FC236}">
                <a16:creationId xmlns:a16="http://schemas.microsoft.com/office/drawing/2014/main" id="{6E8B4890-359C-85C7-2630-178742D2D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5274" y="5238373"/>
            <a:ext cx="279564" cy="401168"/>
          </a:xfrm>
          <a:prstGeom prst="rect">
            <a:avLst/>
          </a:prstGeom>
        </p:spPr>
      </p:pic>
      <p:pic>
        <p:nvPicPr>
          <p:cNvPr id="9" name="Afbeelding 8">
            <a:extLst>
              <a:ext uri="{FF2B5EF4-FFF2-40B4-BE49-F238E27FC236}">
                <a16:creationId xmlns:a16="http://schemas.microsoft.com/office/drawing/2014/main" id="{A6C397C5-B742-02D7-5B32-35637235E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510607" flipH="1">
            <a:off x="7277434" y="5882736"/>
            <a:ext cx="258392" cy="1059261"/>
          </a:xfrm>
          <a:prstGeom prst="rect">
            <a:avLst/>
          </a:prstGeom>
        </p:spPr>
      </p:pic>
    </p:spTree>
    <p:extLst>
      <p:ext uri="{BB962C8B-B14F-4D97-AF65-F5344CB8AC3E}">
        <p14:creationId xmlns:p14="http://schemas.microsoft.com/office/powerpoint/2010/main" val="3115141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6">
            <a:extLst>
              <a:ext uri="{FF2B5EF4-FFF2-40B4-BE49-F238E27FC236}">
                <a16:creationId xmlns:a16="http://schemas.microsoft.com/office/drawing/2014/main" id="{34DEB2A5-030F-1639-42C0-A86C7C4CF80D}"/>
              </a:ext>
            </a:extLst>
          </p:cNvPr>
          <p:cNvSpPr/>
          <p:nvPr/>
        </p:nvSpPr>
        <p:spPr>
          <a:xfrm>
            <a:off x="899400" y="1996680"/>
            <a:ext cx="7342726" cy="1754326"/>
          </a:xfrm>
          <a:prstGeom prst="rect">
            <a:avLst/>
          </a:prstGeom>
        </p:spPr>
        <p:txBody>
          <a:bodyPr wrap="square">
            <a:spAutoFit/>
          </a:bodyPr>
          <a:lstStyle/>
          <a:p>
            <a:pPr marL="457200" indent="-457200" fontAlgn="base">
              <a:spcBef>
                <a:spcPct val="0"/>
              </a:spcBef>
              <a:spcAft>
                <a:spcPct val="0"/>
              </a:spcAft>
              <a:buFont typeface="+mj-lt"/>
              <a:buAutoNum type="arabicPeriod"/>
              <a:defRPr/>
            </a:pPr>
            <a:r>
              <a:rPr lang="en-US" kern="0" dirty="0">
                <a:solidFill>
                  <a:srgbClr val="294171"/>
                </a:solidFill>
              </a:rPr>
              <a:t>Maak </a:t>
            </a:r>
            <a:r>
              <a:rPr lang="en-US" kern="0" dirty="0" err="1">
                <a:solidFill>
                  <a:srgbClr val="294171"/>
                </a:solidFill>
              </a:rPr>
              <a:t>een</a:t>
            </a:r>
            <a:r>
              <a:rPr lang="en-US" kern="0" dirty="0">
                <a:solidFill>
                  <a:srgbClr val="294171"/>
                </a:solidFill>
              </a:rPr>
              <a:t> GUI </a:t>
            </a:r>
            <a:r>
              <a:rPr lang="en-US" kern="0" dirty="0" err="1">
                <a:solidFill>
                  <a:srgbClr val="294171"/>
                </a:solidFill>
              </a:rPr>
              <a:t>voor</a:t>
            </a:r>
            <a:r>
              <a:rPr lang="en-US" kern="0" dirty="0">
                <a:solidFill>
                  <a:srgbClr val="294171"/>
                </a:solidFill>
              </a:rPr>
              <a:t> </a:t>
            </a:r>
            <a:r>
              <a:rPr lang="en-US" kern="0" dirty="0" err="1">
                <a:solidFill>
                  <a:srgbClr val="294171"/>
                </a:solidFill>
              </a:rPr>
              <a:t>een</a:t>
            </a:r>
            <a:r>
              <a:rPr lang="en-US" kern="0" dirty="0">
                <a:solidFill>
                  <a:srgbClr val="294171"/>
                </a:solidFill>
              </a:rPr>
              <a:t> </a:t>
            </a:r>
            <a:r>
              <a:rPr lang="en-US" kern="0" dirty="0" err="1">
                <a:solidFill>
                  <a:srgbClr val="294171"/>
                </a:solidFill>
              </a:rPr>
              <a:t>eenvoudige</a:t>
            </a:r>
            <a:r>
              <a:rPr lang="en-US" kern="0" dirty="0">
                <a:solidFill>
                  <a:srgbClr val="294171"/>
                </a:solidFill>
              </a:rPr>
              <a:t> </a:t>
            </a:r>
            <a:r>
              <a:rPr lang="en-US" kern="0" dirty="0" err="1">
                <a:solidFill>
                  <a:srgbClr val="294171"/>
                </a:solidFill>
              </a:rPr>
              <a:t>rekenmachine</a:t>
            </a:r>
            <a:r>
              <a:rPr lang="en-US" kern="0" dirty="0">
                <a:solidFill>
                  <a:srgbClr val="294171"/>
                </a:solidFill>
              </a:rPr>
              <a:t>:</a:t>
            </a:r>
          </a:p>
          <a:p>
            <a:pPr marL="457200" indent="-457200" fontAlgn="base">
              <a:spcBef>
                <a:spcPct val="0"/>
              </a:spcBef>
              <a:spcAft>
                <a:spcPct val="0"/>
              </a:spcAft>
              <a:buFont typeface="+mj-lt"/>
              <a:buAutoNum type="arabicPeriod"/>
              <a:defRPr/>
            </a:pPr>
            <a:endParaRPr lang="en-US" kern="0" dirty="0">
              <a:solidFill>
                <a:srgbClr val="294171"/>
              </a:solidFill>
            </a:endParaRPr>
          </a:p>
          <a:p>
            <a:pPr marL="457200" indent="-457200" fontAlgn="base">
              <a:spcBef>
                <a:spcPct val="0"/>
              </a:spcBef>
              <a:spcAft>
                <a:spcPct val="0"/>
              </a:spcAft>
              <a:buFont typeface="+mj-lt"/>
              <a:buAutoNum type="arabicPeriod"/>
              <a:defRPr/>
            </a:pPr>
            <a:r>
              <a:rPr lang="en-US" kern="0" dirty="0" err="1">
                <a:solidFill>
                  <a:srgbClr val="294171"/>
                </a:solidFill>
              </a:rPr>
              <a:t>Schrijf</a:t>
            </a:r>
            <a:r>
              <a:rPr lang="en-US" kern="0" dirty="0">
                <a:solidFill>
                  <a:srgbClr val="294171"/>
                </a:solidFill>
              </a:rPr>
              <a:t> </a:t>
            </a:r>
            <a:r>
              <a:rPr lang="en-US" kern="0" dirty="0" err="1">
                <a:solidFill>
                  <a:srgbClr val="294171"/>
                </a:solidFill>
              </a:rPr>
              <a:t>een</a:t>
            </a:r>
            <a:r>
              <a:rPr lang="en-US" kern="0" dirty="0">
                <a:solidFill>
                  <a:srgbClr val="294171"/>
                </a:solidFill>
              </a:rPr>
              <a:t> </a:t>
            </a:r>
            <a:r>
              <a:rPr lang="en-US" kern="0" dirty="0" err="1">
                <a:solidFill>
                  <a:srgbClr val="294171"/>
                </a:solidFill>
              </a:rPr>
              <a:t>functie</a:t>
            </a:r>
            <a:r>
              <a:rPr lang="en-US" kern="0" dirty="0">
                <a:solidFill>
                  <a:srgbClr val="294171"/>
                </a:solidFill>
              </a:rPr>
              <a:t> die het label </a:t>
            </a:r>
            <a:r>
              <a:rPr lang="en-US" kern="0" dirty="0" err="1">
                <a:solidFill>
                  <a:srgbClr val="294171"/>
                </a:solidFill>
              </a:rPr>
              <a:t>bijwerkt</a:t>
            </a:r>
            <a:r>
              <a:rPr lang="en-US" kern="0" dirty="0">
                <a:solidFill>
                  <a:srgbClr val="294171"/>
                </a:solidFill>
              </a:rPr>
              <a:t> </a:t>
            </a:r>
            <a:r>
              <a:rPr lang="en-US" kern="0" dirty="0" err="1">
                <a:solidFill>
                  <a:srgbClr val="294171"/>
                </a:solidFill>
              </a:rPr>
              <a:t>bij</a:t>
            </a:r>
            <a:r>
              <a:rPr lang="en-US" kern="0" dirty="0">
                <a:solidFill>
                  <a:srgbClr val="294171"/>
                </a:solidFill>
              </a:rPr>
              <a:t> </a:t>
            </a:r>
            <a:r>
              <a:rPr lang="en-US" kern="0" dirty="0" err="1">
                <a:solidFill>
                  <a:srgbClr val="294171"/>
                </a:solidFill>
              </a:rPr>
              <a:t>een</a:t>
            </a:r>
            <a:r>
              <a:rPr lang="en-US" kern="0" dirty="0">
                <a:solidFill>
                  <a:srgbClr val="294171"/>
                </a:solidFill>
              </a:rPr>
              <a:t> number-button event.</a:t>
            </a:r>
          </a:p>
          <a:p>
            <a:pPr marL="457200" indent="-457200" fontAlgn="base">
              <a:spcBef>
                <a:spcPct val="0"/>
              </a:spcBef>
              <a:spcAft>
                <a:spcPct val="0"/>
              </a:spcAft>
              <a:buFont typeface="+mj-lt"/>
              <a:buAutoNum type="arabicPeriod"/>
              <a:defRPr/>
            </a:pPr>
            <a:endParaRPr lang="en-US" kern="0" dirty="0">
              <a:solidFill>
                <a:srgbClr val="294171"/>
              </a:solidFill>
            </a:endParaRPr>
          </a:p>
          <a:p>
            <a:pPr marL="457200" indent="-457200" fontAlgn="base">
              <a:spcBef>
                <a:spcPct val="0"/>
              </a:spcBef>
              <a:spcAft>
                <a:spcPct val="0"/>
              </a:spcAft>
              <a:buFont typeface="+mj-lt"/>
              <a:buAutoNum type="arabicPeriod"/>
              <a:defRPr/>
            </a:pPr>
            <a:r>
              <a:rPr lang="en-US" kern="0" dirty="0">
                <a:solidFill>
                  <a:srgbClr val="294171"/>
                </a:solidFill>
              </a:rPr>
              <a:t>Laat de </a:t>
            </a:r>
            <a:r>
              <a:rPr lang="en-US" kern="0" dirty="0" err="1">
                <a:solidFill>
                  <a:srgbClr val="294171"/>
                </a:solidFill>
              </a:rPr>
              <a:t>rekenmachine</a:t>
            </a:r>
            <a:r>
              <a:rPr lang="en-US" kern="0" dirty="0">
                <a:solidFill>
                  <a:srgbClr val="294171"/>
                </a:solidFill>
              </a:rPr>
              <a:t>… </a:t>
            </a:r>
            <a:r>
              <a:rPr lang="en-US" kern="0" dirty="0" err="1">
                <a:solidFill>
                  <a:srgbClr val="294171"/>
                </a:solidFill>
              </a:rPr>
              <a:t>rekenen</a:t>
            </a:r>
            <a:r>
              <a:rPr lang="en-US" kern="0" dirty="0">
                <a:solidFill>
                  <a:srgbClr val="294171"/>
                </a:solidFill>
              </a:rPr>
              <a:t>! (optional)</a:t>
            </a:r>
          </a:p>
          <a:p>
            <a:pPr fontAlgn="base">
              <a:spcBef>
                <a:spcPct val="0"/>
              </a:spcBef>
              <a:spcAft>
                <a:spcPct val="0"/>
              </a:spcAft>
              <a:defRPr/>
            </a:pPr>
            <a:endParaRPr lang="nl-NL" kern="0" dirty="0">
              <a:solidFill>
                <a:srgbClr val="294171"/>
              </a:solidFill>
            </a:endParaRPr>
          </a:p>
        </p:txBody>
      </p:sp>
      <p:sp>
        <p:nvSpPr>
          <p:cNvPr id="33" name="Title 1">
            <a:extLst>
              <a:ext uri="{FF2B5EF4-FFF2-40B4-BE49-F238E27FC236}">
                <a16:creationId xmlns:a16="http://schemas.microsoft.com/office/drawing/2014/main" id="{305D7B18-B931-4B45-B20A-284B02D78636}"/>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lang="en-US" sz="3600" b="1" kern="0" dirty="0" err="1">
                <a:solidFill>
                  <a:prstClr val="black"/>
                </a:solidFill>
              </a:rPr>
              <a:t>Oefening</a:t>
            </a:r>
            <a:endParaRPr kumimoji="0" lang="en-US" sz="2000" b="0" i="0" u="none" strike="noStrike" kern="0" cap="none" spc="0" normalizeH="0" baseline="0" noProof="0" dirty="0">
              <a:ln>
                <a:noFill/>
              </a:ln>
              <a:solidFill>
                <a:prstClr val="black"/>
              </a:solidFill>
              <a:effectLst/>
              <a:uLnTx/>
              <a:uFillTx/>
            </a:endParaRPr>
          </a:p>
        </p:txBody>
      </p:sp>
      <p:pic>
        <p:nvPicPr>
          <p:cNvPr id="3" name="Afbeelding 2">
            <a:extLst>
              <a:ext uri="{FF2B5EF4-FFF2-40B4-BE49-F238E27FC236}">
                <a16:creationId xmlns:a16="http://schemas.microsoft.com/office/drawing/2014/main" id="{16772C17-709E-AA13-B8E9-DCF054FD8875}"/>
              </a:ext>
            </a:extLst>
          </p:cNvPr>
          <p:cNvPicPr>
            <a:picLocks noChangeAspect="1"/>
          </p:cNvPicPr>
          <p:nvPr/>
        </p:nvPicPr>
        <p:blipFill>
          <a:blip r:embed="rId2"/>
          <a:stretch>
            <a:fillRect/>
          </a:stretch>
        </p:blipFill>
        <p:spPr>
          <a:xfrm>
            <a:off x="8643389" y="1996680"/>
            <a:ext cx="1695450" cy="2276475"/>
          </a:xfrm>
          <a:prstGeom prst="rect">
            <a:avLst/>
          </a:prstGeom>
        </p:spPr>
      </p:pic>
    </p:spTree>
    <p:extLst>
      <p:ext uri="{BB962C8B-B14F-4D97-AF65-F5344CB8AC3E}">
        <p14:creationId xmlns:p14="http://schemas.microsoft.com/office/powerpoint/2010/main" val="2127840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B3121A-F959-4CED-BB58-D566676CF2C9}"/>
              </a:ext>
            </a:extLst>
          </p:cNvPr>
          <p:cNvSpPr txBox="1">
            <a:spLocks noChangeArrowheads="1"/>
          </p:cNvSpPr>
          <p:nvPr/>
        </p:nvSpPr>
        <p:spPr>
          <a:xfrm>
            <a:off x="457199" y="1600200"/>
            <a:ext cx="10696575" cy="353997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defRPr/>
            </a:pPr>
            <a:r>
              <a:rPr lang="nl-NL" sz="2400" b="1" dirty="0">
                <a:solidFill>
                  <a:sysClr val="windowText" lastClr="000000"/>
                </a:solidFill>
              </a:rPr>
              <a:t>Deze les:</a:t>
            </a:r>
          </a:p>
          <a:p>
            <a:pPr lvl="0">
              <a:defRPr/>
            </a:pPr>
            <a:r>
              <a:rPr lang="nl-NL" sz="2400" dirty="0">
                <a:solidFill>
                  <a:sysClr val="windowText" lastClr="000000"/>
                </a:solidFill>
              </a:rPr>
              <a:t>Maak openstaande opdrachten af</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lang="nl-NL" sz="2400" dirty="0">
                <a:solidFill>
                  <a:sysClr val="windowText" lastClr="000000"/>
                </a:solidFill>
                <a:latin typeface="Calibri"/>
              </a:rPr>
              <a:t>Bestudeer de extra bronnen (zie ‘huiswerk’ bij </a:t>
            </a:r>
            <a:r>
              <a:rPr lang="nl-NL" sz="2400">
                <a:solidFill>
                  <a:sysClr val="windowText" lastClr="000000"/>
                </a:solidFill>
                <a:latin typeface="Calibri"/>
              </a:rPr>
              <a:t>deze les op Canvas)</a:t>
            </a: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None/>
              <a:tabLst/>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5" name="Title 1">
            <a:extLst>
              <a:ext uri="{FF2B5EF4-FFF2-40B4-BE49-F238E27FC236}">
                <a16:creationId xmlns:a16="http://schemas.microsoft.com/office/drawing/2014/main" id="{8E469654-E4B7-404D-82A0-8F0E6164ACC3}"/>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Opdracht</a:t>
            </a:r>
            <a:r>
              <a:rPr kumimoji="0" lang="en-US" sz="3600" b="1" i="0" u="none" strike="noStrike" kern="0" cap="none" spc="0" normalizeH="0" baseline="0" noProof="0" dirty="0">
                <a:ln>
                  <a:noFill/>
                </a:ln>
                <a:solidFill>
                  <a:prstClr val="black"/>
                </a:solidFill>
                <a:effectLst/>
                <a:uLnTx/>
                <a:uFillTx/>
              </a:rPr>
              <a:t>(</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2456842394"/>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3675</TotalTime>
  <Words>3278</Words>
  <Application>Microsoft Office PowerPoint</Application>
  <PresentationFormat>Breedbeeld</PresentationFormat>
  <Paragraphs>196</Paragraphs>
  <Slides>26</Slides>
  <Notes>2</Notes>
  <HiddenSlides>0</HiddenSlides>
  <MMClips>0</MMClips>
  <ScaleCrop>false</ScaleCrop>
  <HeadingPairs>
    <vt:vector size="6" baseType="variant">
      <vt:variant>
        <vt:lpstr>Gebruikte lettertypen</vt:lpstr>
      </vt:variant>
      <vt:variant>
        <vt:i4>6</vt:i4>
      </vt:variant>
      <vt:variant>
        <vt:lpstr>Thema</vt:lpstr>
      </vt:variant>
      <vt:variant>
        <vt:i4>2</vt:i4>
      </vt:variant>
      <vt:variant>
        <vt:lpstr>Diatitels</vt:lpstr>
      </vt:variant>
      <vt:variant>
        <vt:i4>26</vt:i4>
      </vt:variant>
    </vt:vector>
  </HeadingPairs>
  <TitlesOfParts>
    <vt:vector size="34" baseType="lpstr">
      <vt:lpstr>Courier New</vt:lpstr>
      <vt:lpstr>Wingdings</vt:lpstr>
      <vt:lpstr>Calibri Light</vt:lpstr>
      <vt:lpstr>Arial</vt:lpstr>
      <vt:lpstr>Consolas</vt:lpstr>
      <vt:lpstr>Calibri</vt:lpstr>
      <vt:lpstr>Kantoorthema</vt:lpstr>
      <vt:lpstr>1_Kantoorthema</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Bart van Eijkelenburg</dc:creator>
  <cp:lastModifiedBy>Bart van Eijkelenburg</cp:lastModifiedBy>
  <cp:revision>86</cp:revision>
  <dcterms:created xsi:type="dcterms:W3CDTF">2020-09-28T18:45:00Z</dcterms:created>
  <dcterms:modified xsi:type="dcterms:W3CDTF">2025-07-16T21:01:24Z</dcterms:modified>
</cp:coreProperties>
</file>