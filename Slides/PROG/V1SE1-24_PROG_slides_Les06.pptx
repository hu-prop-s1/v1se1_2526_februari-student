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sldIdLst>
    <p:sldId id="256" r:id="rId3"/>
    <p:sldId id="257" r:id="rId4"/>
    <p:sldId id="354" r:id="rId5"/>
    <p:sldId id="355" r:id="rId6"/>
    <p:sldId id="362" r:id="rId7"/>
    <p:sldId id="356" r:id="rId8"/>
    <p:sldId id="363" r:id="rId9"/>
    <p:sldId id="364" r:id="rId10"/>
    <p:sldId id="365" r:id="rId11"/>
    <p:sldId id="366" r:id="rId12"/>
    <p:sldId id="367" r:id="rId13"/>
    <p:sldId id="368" r:id="rId14"/>
    <p:sldId id="369" r:id="rId15"/>
    <p:sldId id="371" r:id="rId16"/>
    <p:sldId id="372" r:id="rId17"/>
    <p:sldId id="271" r:id="rId18"/>
  </p:sldIdLst>
  <p:sldSz cx="12192000" cy="6858000"/>
  <p:notesSz cx="6858000" cy="9144000"/>
  <p:embeddedFontLst>
    <p:embeddedFont>
      <p:font typeface="Consolas" panose="020B0609020204030204" pitchFamily="49" charset="0"/>
      <p:regular r:id="rId19"/>
      <p:bold r:id="rId20"/>
      <p:italic r:id="rId21"/>
      <p:boldItalic r:id="rId22"/>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835CCA-0ECD-4708-98E8-51ED412DEB5F}" v="1189" dt="2025-07-09T20:43:14.3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9" autoAdjust="0"/>
  </p:normalViewPr>
  <p:slideViewPr>
    <p:cSldViewPr snapToGrid="0">
      <p:cViewPr varScale="1">
        <p:scale>
          <a:sx n="107" d="100"/>
          <a:sy n="107"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t van Eijkelenburg" userId="32564be6-3772-4f77-8099-aa7e4c72ca61" providerId="ADAL" clId="{27835CCA-0ECD-4708-98E8-51ED412DEB5F}"/>
    <pc:docChg chg="undo redo custSel addSld delSld modSld sldOrd">
      <pc:chgData name="Bart van Eijkelenburg" userId="32564be6-3772-4f77-8099-aa7e4c72ca61" providerId="ADAL" clId="{27835CCA-0ECD-4708-98E8-51ED412DEB5F}" dt="2025-07-09T20:44:36.245" v="5171" actId="20577"/>
      <pc:docMkLst>
        <pc:docMk/>
      </pc:docMkLst>
      <pc:sldChg chg="modSp mod">
        <pc:chgData name="Bart van Eijkelenburg" userId="32564be6-3772-4f77-8099-aa7e4c72ca61" providerId="ADAL" clId="{27835CCA-0ECD-4708-98E8-51ED412DEB5F}" dt="2025-07-09T20:38:36.967" v="5021" actId="6549"/>
        <pc:sldMkLst>
          <pc:docMk/>
          <pc:sldMk cId="3772420574" sldId="256"/>
        </pc:sldMkLst>
        <pc:spChg chg="mod">
          <ac:chgData name="Bart van Eijkelenburg" userId="32564be6-3772-4f77-8099-aa7e4c72ca61" providerId="ADAL" clId="{27835CCA-0ECD-4708-98E8-51ED412DEB5F}" dt="2025-07-09T20:38:36.967" v="5021" actId="6549"/>
          <ac:spMkLst>
            <pc:docMk/>
            <pc:sldMk cId="3772420574" sldId="256"/>
            <ac:spMk id="25" creationId="{BF6EB35E-7E8D-4E28-AEB0-56F6A3166B59}"/>
          </ac:spMkLst>
        </pc:spChg>
      </pc:sldChg>
      <pc:sldChg chg="modSp mod">
        <pc:chgData name="Bart van Eijkelenburg" userId="32564be6-3772-4f77-8099-aa7e4c72ca61" providerId="ADAL" clId="{27835CCA-0ECD-4708-98E8-51ED412DEB5F}" dt="2025-07-09T20:43:14.315" v="5169"/>
        <pc:sldMkLst>
          <pc:docMk/>
          <pc:sldMk cId="2542034" sldId="257"/>
        </pc:sldMkLst>
        <pc:spChg chg="mod">
          <ac:chgData name="Bart van Eijkelenburg" userId="32564be6-3772-4f77-8099-aa7e4c72ca61" providerId="ADAL" clId="{27835CCA-0ECD-4708-98E8-51ED412DEB5F}" dt="2025-07-09T20:41:10.940" v="5135" actId="20577"/>
          <ac:spMkLst>
            <pc:docMk/>
            <pc:sldMk cId="2542034" sldId="257"/>
            <ac:spMk id="8" creationId="{0F728224-825F-4FF0-B317-AED50D0BEF05}"/>
          </ac:spMkLst>
        </pc:spChg>
        <pc:spChg chg="mod">
          <ac:chgData name="Bart van Eijkelenburg" userId="32564be6-3772-4f77-8099-aa7e4c72ca61" providerId="ADAL" clId="{27835CCA-0ECD-4708-98E8-51ED412DEB5F}" dt="2025-07-09T20:43:14.315" v="5169"/>
          <ac:spMkLst>
            <pc:docMk/>
            <pc:sldMk cId="2542034" sldId="257"/>
            <ac:spMk id="9" creationId="{A5E95B54-E5DF-475A-92A1-7F1B0399B2B5}"/>
          </ac:spMkLst>
        </pc:spChg>
      </pc:sldChg>
      <pc:sldChg chg="del">
        <pc:chgData name="Bart van Eijkelenburg" userId="32564be6-3772-4f77-8099-aa7e4c72ca61" providerId="ADAL" clId="{27835CCA-0ECD-4708-98E8-51ED412DEB5F}" dt="2025-07-09T13:56:49.715" v="3765" actId="2696"/>
        <pc:sldMkLst>
          <pc:docMk/>
          <pc:sldMk cId="1686947883" sldId="258"/>
        </pc:sldMkLst>
      </pc:sldChg>
      <pc:sldChg chg="del">
        <pc:chgData name="Bart van Eijkelenburg" userId="32564be6-3772-4f77-8099-aa7e4c72ca61" providerId="ADAL" clId="{27835CCA-0ECD-4708-98E8-51ED412DEB5F}" dt="2025-07-09T13:56:53.775" v="3766" actId="2696"/>
        <pc:sldMkLst>
          <pc:docMk/>
          <pc:sldMk cId="416639851" sldId="259"/>
        </pc:sldMkLst>
      </pc:sldChg>
      <pc:sldChg chg="del">
        <pc:chgData name="Bart van Eijkelenburg" userId="32564be6-3772-4f77-8099-aa7e4c72ca61" providerId="ADAL" clId="{27835CCA-0ECD-4708-98E8-51ED412DEB5F}" dt="2025-07-09T13:57:20.505" v="3768" actId="2696"/>
        <pc:sldMkLst>
          <pc:docMk/>
          <pc:sldMk cId="1406139472" sldId="260"/>
        </pc:sldMkLst>
      </pc:sldChg>
      <pc:sldChg chg="del">
        <pc:chgData name="Bart van Eijkelenburg" userId="32564be6-3772-4f77-8099-aa7e4c72ca61" providerId="ADAL" clId="{27835CCA-0ECD-4708-98E8-51ED412DEB5F}" dt="2025-07-09T13:57:07.385" v="3767" actId="2696"/>
        <pc:sldMkLst>
          <pc:docMk/>
          <pc:sldMk cId="1919167115" sldId="261"/>
        </pc:sldMkLst>
      </pc:sldChg>
      <pc:sldChg chg="del">
        <pc:chgData name="Bart van Eijkelenburg" userId="32564be6-3772-4f77-8099-aa7e4c72ca61" providerId="ADAL" clId="{27835CCA-0ECD-4708-98E8-51ED412DEB5F}" dt="2025-07-09T13:57:25.337" v="3769" actId="2696"/>
        <pc:sldMkLst>
          <pc:docMk/>
          <pc:sldMk cId="4107390451" sldId="262"/>
        </pc:sldMkLst>
      </pc:sldChg>
      <pc:sldChg chg="del">
        <pc:chgData name="Bart van Eijkelenburg" userId="32564be6-3772-4f77-8099-aa7e4c72ca61" providerId="ADAL" clId="{27835CCA-0ECD-4708-98E8-51ED412DEB5F}" dt="2025-07-09T13:56:26.705" v="3762" actId="2696"/>
        <pc:sldMkLst>
          <pc:docMk/>
          <pc:sldMk cId="1424216050" sldId="264"/>
        </pc:sldMkLst>
      </pc:sldChg>
      <pc:sldChg chg="del">
        <pc:chgData name="Bart van Eijkelenburg" userId="32564be6-3772-4f77-8099-aa7e4c72ca61" providerId="ADAL" clId="{27835CCA-0ECD-4708-98E8-51ED412DEB5F}" dt="2025-07-09T13:56:29.875" v="3763" actId="2696"/>
        <pc:sldMkLst>
          <pc:docMk/>
          <pc:sldMk cId="2515154140" sldId="265"/>
        </pc:sldMkLst>
      </pc:sldChg>
      <pc:sldChg chg="del">
        <pc:chgData name="Bart van Eijkelenburg" userId="32564be6-3772-4f77-8099-aa7e4c72ca61" providerId="ADAL" clId="{27835CCA-0ECD-4708-98E8-51ED412DEB5F}" dt="2025-07-09T13:56:41.350" v="3764" actId="2696"/>
        <pc:sldMkLst>
          <pc:docMk/>
          <pc:sldMk cId="300663440" sldId="266"/>
        </pc:sldMkLst>
      </pc:sldChg>
      <pc:sldChg chg="del">
        <pc:chgData name="Bart van Eijkelenburg" userId="32564be6-3772-4f77-8099-aa7e4c72ca61" providerId="ADAL" clId="{27835CCA-0ECD-4708-98E8-51ED412DEB5F}" dt="2025-07-09T13:57:34.945" v="3771" actId="2696"/>
        <pc:sldMkLst>
          <pc:docMk/>
          <pc:sldMk cId="3095331417" sldId="269"/>
        </pc:sldMkLst>
      </pc:sldChg>
      <pc:sldChg chg="del">
        <pc:chgData name="Bart van Eijkelenburg" userId="32564be6-3772-4f77-8099-aa7e4c72ca61" providerId="ADAL" clId="{27835CCA-0ECD-4708-98E8-51ED412DEB5F}" dt="2025-07-09T13:57:29.037" v="3770" actId="2696"/>
        <pc:sldMkLst>
          <pc:docMk/>
          <pc:sldMk cId="1955442884" sldId="270"/>
        </pc:sldMkLst>
      </pc:sldChg>
      <pc:sldChg chg="addSp delSp modSp mod">
        <pc:chgData name="Bart van Eijkelenburg" userId="32564be6-3772-4f77-8099-aa7e4c72ca61" providerId="ADAL" clId="{27835CCA-0ECD-4708-98E8-51ED412DEB5F}" dt="2025-07-09T20:37:06.034" v="4973" actId="478"/>
        <pc:sldMkLst>
          <pc:docMk/>
          <pc:sldMk cId="1293905487" sldId="271"/>
        </pc:sldMkLst>
        <pc:spChg chg="add mod">
          <ac:chgData name="Bart van Eijkelenburg" userId="32564be6-3772-4f77-8099-aa7e4c72ca61" providerId="ADAL" clId="{27835CCA-0ECD-4708-98E8-51ED412DEB5F}" dt="2025-07-09T20:36:52.251" v="4972"/>
          <ac:spMkLst>
            <pc:docMk/>
            <pc:sldMk cId="1293905487" sldId="271"/>
            <ac:spMk id="2" creationId="{D8C061CE-A3A5-3821-5746-C5B880A8DC4E}"/>
          </ac:spMkLst>
        </pc:spChg>
        <pc:spChg chg="del mod">
          <ac:chgData name="Bart van Eijkelenburg" userId="32564be6-3772-4f77-8099-aa7e4c72ca61" providerId="ADAL" clId="{27835CCA-0ECD-4708-98E8-51ED412DEB5F}" dt="2025-07-09T20:37:06.034" v="4973" actId="478"/>
          <ac:spMkLst>
            <pc:docMk/>
            <pc:sldMk cId="1293905487" sldId="271"/>
            <ac:spMk id="4" creationId="{64921501-A66D-4E4F-A2B6-E027A4C30CD5}"/>
          </ac:spMkLst>
        </pc:spChg>
        <pc:spChg chg="mod">
          <ac:chgData name="Bart van Eijkelenburg" userId="32564be6-3772-4f77-8099-aa7e4c72ca61" providerId="ADAL" clId="{27835CCA-0ECD-4708-98E8-51ED412DEB5F}" dt="2025-07-09T20:36:35.972" v="4970" actId="20577"/>
          <ac:spMkLst>
            <pc:docMk/>
            <pc:sldMk cId="1293905487" sldId="271"/>
            <ac:spMk id="5" creationId="{1E520110-591A-4457-B3A1-5331C7114BAA}"/>
          </ac:spMkLst>
        </pc:spChg>
      </pc:sldChg>
      <pc:sldChg chg="addSp delSp modSp add mod delAnim modAnim">
        <pc:chgData name="Bart van Eijkelenburg" userId="32564be6-3772-4f77-8099-aa7e4c72ca61" providerId="ADAL" clId="{27835CCA-0ECD-4708-98E8-51ED412DEB5F}" dt="2025-07-09T11:47:17.014" v="299" actId="20577"/>
        <pc:sldMkLst>
          <pc:docMk/>
          <pc:sldMk cId="2846415836" sldId="354"/>
        </pc:sldMkLst>
        <pc:spChg chg="mod ord">
          <ac:chgData name="Bart van Eijkelenburg" userId="32564be6-3772-4f77-8099-aa7e4c72ca61" providerId="ADAL" clId="{27835CCA-0ECD-4708-98E8-51ED412DEB5F}" dt="2025-07-09T10:36:39.831" v="272" actId="1035"/>
          <ac:spMkLst>
            <pc:docMk/>
            <pc:sldMk cId="2846415836" sldId="354"/>
            <ac:spMk id="2" creationId="{1FFDF71F-A76E-E90C-C4E7-EB9DDB78CF31}"/>
          </ac:spMkLst>
        </pc:spChg>
        <pc:spChg chg="del">
          <ac:chgData name="Bart van Eijkelenburg" userId="32564be6-3772-4f77-8099-aa7e4c72ca61" providerId="ADAL" clId="{27835CCA-0ECD-4708-98E8-51ED412DEB5F}" dt="2025-07-09T10:32:29.902" v="172" actId="478"/>
          <ac:spMkLst>
            <pc:docMk/>
            <pc:sldMk cId="2846415836" sldId="354"/>
            <ac:spMk id="3" creationId="{A910EA7A-1ECD-734B-8476-240703DE894B}"/>
          </ac:spMkLst>
        </pc:spChg>
        <pc:spChg chg="del">
          <ac:chgData name="Bart van Eijkelenburg" userId="32564be6-3772-4f77-8099-aa7e4c72ca61" providerId="ADAL" clId="{27835CCA-0ECD-4708-98E8-51ED412DEB5F}" dt="2025-07-09T10:32:32.271" v="173" actId="478"/>
          <ac:spMkLst>
            <pc:docMk/>
            <pc:sldMk cId="2846415836" sldId="354"/>
            <ac:spMk id="5" creationId="{7190CA56-50EB-A30D-A6F0-D4DA44B67C46}"/>
          </ac:spMkLst>
        </pc:spChg>
        <pc:spChg chg="mod ord">
          <ac:chgData name="Bart van Eijkelenburg" userId="32564be6-3772-4f77-8099-aa7e4c72ca61" providerId="ADAL" clId="{27835CCA-0ECD-4708-98E8-51ED412DEB5F}" dt="2025-07-09T10:50:35.038" v="281" actId="6549"/>
          <ac:spMkLst>
            <pc:docMk/>
            <pc:sldMk cId="2846415836" sldId="354"/>
            <ac:spMk id="6" creationId="{3544624C-6573-992C-BF99-90A59E89EF31}"/>
          </ac:spMkLst>
        </pc:spChg>
        <pc:spChg chg="add mod">
          <ac:chgData name="Bart van Eijkelenburg" userId="32564be6-3772-4f77-8099-aa7e4c72ca61" providerId="ADAL" clId="{27835CCA-0ECD-4708-98E8-51ED412DEB5F}" dt="2025-07-09T11:47:17.014" v="299" actId="20577"/>
          <ac:spMkLst>
            <pc:docMk/>
            <pc:sldMk cId="2846415836" sldId="354"/>
            <ac:spMk id="7" creationId="{70BE1EC7-F944-9AD7-CD54-B3DD8BCF3D6F}"/>
          </ac:spMkLst>
        </pc:spChg>
        <pc:spChg chg="del mod">
          <ac:chgData name="Bart van Eijkelenburg" userId="32564be6-3772-4f77-8099-aa7e4c72ca61" providerId="ADAL" clId="{27835CCA-0ECD-4708-98E8-51ED412DEB5F}" dt="2025-07-09T10:35:03.946" v="193" actId="478"/>
          <ac:spMkLst>
            <pc:docMk/>
            <pc:sldMk cId="2846415836" sldId="354"/>
            <ac:spMk id="8" creationId="{B104A0C0-644A-FB65-1530-BA6A470DD758}"/>
          </ac:spMkLst>
        </pc:spChg>
        <pc:spChg chg="mod">
          <ac:chgData name="Bart van Eijkelenburg" userId="32564be6-3772-4f77-8099-aa7e4c72ca61" providerId="ADAL" clId="{27835CCA-0ECD-4708-98E8-51ED412DEB5F}" dt="2025-07-09T10:35:28.006" v="195"/>
          <ac:spMkLst>
            <pc:docMk/>
            <pc:sldMk cId="2846415836" sldId="354"/>
            <ac:spMk id="10" creationId="{201EF9EC-74E0-C33C-48BE-44BD9E91AE5B}"/>
          </ac:spMkLst>
        </pc:spChg>
        <pc:spChg chg="mod">
          <ac:chgData name="Bart van Eijkelenburg" userId="32564be6-3772-4f77-8099-aa7e4c72ca61" providerId="ADAL" clId="{27835CCA-0ECD-4708-98E8-51ED412DEB5F}" dt="2025-07-09T10:29:46.328" v="10" actId="20577"/>
          <ac:spMkLst>
            <pc:docMk/>
            <pc:sldMk cId="2846415836" sldId="354"/>
            <ac:spMk id="45" creationId="{9E644399-C23D-E950-F589-56297C47047B}"/>
          </ac:spMkLst>
        </pc:spChg>
        <pc:picChg chg="ord">
          <ac:chgData name="Bart van Eijkelenburg" userId="32564be6-3772-4f77-8099-aa7e4c72ca61" providerId="ADAL" clId="{27835CCA-0ECD-4708-98E8-51ED412DEB5F}" dt="2025-07-09T10:37:02.860" v="275" actId="167"/>
          <ac:picMkLst>
            <pc:docMk/>
            <pc:sldMk cId="2846415836" sldId="354"/>
            <ac:picMk id="4" creationId="{156B9629-41E1-F125-0A6D-05F3487FC39D}"/>
          </ac:picMkLst>
        </pc:picChg>
      </pc:sldChg>
      <pc:sldChg chg="addSp delSp modSp add mod delAnim modAnim">
        <pc:chgData name="Bart van Eijkelenburg" userId="32564be6-3772-4f77-8099-aa7e4c72ca61" providerId="ADAL" clId="{27835CCA-0ECD-4708-98E8-51ED412DEB5F}" dt="2025-07-09T12:36:21.711" v="1761" actId="20577"/>
        <pc:sldMkLst>
          <pc:docMk/>
          <pc:sldMk cId="1703849436" sldId="355"/>
        </pc:sldMkLst>
        <pc:spChg chg="del">
          <ac:chgData name="Bart van Eijkelenburg" userId="32564be6-3772-4f77-8099-aa7e4c72ca61" providerId="ADAL" clId="{27835CCA-0ECD-4708-98E8-51ED412DEB5F}" dt="2025-07-09T11:49:39.380" v="303" actId="478"/>
          <ac:spMkLst>
            <pc:docMk/>
            <pc:sldMk cId="1703849436" sldId="355"/>
            <ac:spMk id="2" creationId="{7DECE2EE-C114-122F-9C40-A1FD1AC87109}"/>
          </ac:spMkLst>
        </pc:spChg>
        <pc:spChg chg="add del mod">
          <ac:chgData name="Bart van Eijkelenburg" userId="32564be6-3772-4f77-8099-aa7e4c72ca61" providerId="ADAL" clId="{27835CCA-0ECD-4708-98E8-51ED412DEB5F}" dt="2025-07-09T12:34:08.724" v="1707" actId="20577"/>
          <ac:spMkLst>
            <pc:docMk/>
            <pc:sldMk cId="1703849436" sldId="355"/>
            <ac:spMk id="6" creationId="{13F1F76E-87FD-1641-5D1F-AAE8AEDA314C}"/>
          </ac:spMkLst>
        </pc:spChg>
        <pc:spChg chg="mod">
          <ac:chgData name="Bart van Eijkelenburg" userId="32564be6-3772-4f77-8099-aa7e4c72ca61" providerId="ADAL" clId="{27835CCA-0ECD-4708-98E8-51ED412DEB5F}" dt="2025-07-09T12:33:57.951" v="1681"/>
          <ac:spMkLst>
            <pc:docMk/>
            <pc:sldMk cId="1703849436" sldId="355"/>
            <ac:spMk id="7" creationId="{62AFF286-3FD8-0B6F-6DAA-126434C073F1}"/>
          </ac:spMkLst>
        </pc:spChg>
        <pc:spChg chg="del">
          <ac:chgData name="Bart van Eijkelenburg" userId="32564be6-3772-4f77-8099-aa7e4c72ca61" providerId="ADAL" clId="{27835CCA-0ECD-4708-98E8-51ED412DEB5F}" dt="2025-07-09T11:49:48.401" v="305" actId="478"/>
          <ac:spMkLst>
            <pc:docMk/>
            <pc:sldMk cId="1703849436" sldId="355"/>
            <ac:spMk id="10" creationId="{1BD26496-B771-C016-222A-E91CECC1456D}"/>
          </ac:spMkLst>
        </pc:spChg>
        <pc:spChg chg="del mod">
          <ac:chgData name="Bart van Eijkelenburg" userId="32564be6-3772-4f77-8099-aa7e4c72ca61" providerId="ADAL" clId="{27835CCA-0ECD-4708-98E8-51ED412DEB5F}" dt="2025-07-09T11:49:50.226" v="307" actId="478"/>
          <ac:spMkLst>
            <pc:docMk/>
            <pc:sldMk cId="1703849436" sldId="355"/>
            <ac:spMk id="11" creationId="{F52279FC-AE5B-B452-F33B-8363B319D8E6}"/>
          </ac:spMkLst>
        </pc:spChg>
        <pc:spChg chg="mod">
          <ac:chgData name="Bart van Eijkelenburg" userId="32564be6-3772-4f77-8099-aa7e4c72ca61" providerId="ADAL" clId="{27835CCA-0ECD-4708-98E8-51ED412DEB5F}" dt="2025-07-09T12:36:21.711" v="1761" actId="20577"/>
          <ac:spMkLst>
            <pc:docMk/>
            <pc:sldMk cId="1703849436" sldId="355"/>
            <ac:spMk id="45" creationId="{79B5A7A2-2DFD-8BE8-B777-FCEBBAAD4318}"/>
          </ac:spMkLst>
        </pc:spChg>
        <pc:picChg chg="ord">
          <ac:chgData name="Bart van Eijkelenburg" userId="32564be6-3772-4f77-8099-aa7e4c72ca61" providerId="ADAL" clId="{27835CCA-0ECD-4708-98E8-51ED412DEB5F}" dt="2025-07-09T11:50:27.617" v="331" actId="166"/>
          <ac:picMkLst>
            <pc:docMk/>
            <pc:sldMk cId="1703849436" sldId="355"/>
            <ac:picMk id="4" creationId="{550B996D-06AF-B481-F2A2-3FA060DFED8D}"/>
          </ac:picMkLst>
        </pc:picChg>
        <pc:picChg chg="add mod">
          <ac:chgData name="Bart van Eijkelenburg" userId="32564be6-3772-4f77-8099-aa7e4c72ca61" providerId="ADAL" clId="{27835CCA-0ECD-4708-98E8-51ED412DEB5F}" dt="2025-07-09T12:10:43.736" v="798" actId="14100"/>
          <ac:picMkLst>
            <pc:docMk/>
            <pc:sldMk cId="1703849436" sldId="355"/>
            <ac:picMk id="5" creationId="{D1333E53-33A9-5F35-C121-27936877797C}"/>
          </ac:picMkLst>
        </pc:picChg>
      </pc:sldChg>
      <pc:sldChg chg="addSp delSp modSp add mod delAnim modAnim">
        <pc:chgData name="Bart van Eijkelenburg" userId="32564be6-3772-4f77-8099-aa7e4c72ca61" providerId="ADAL" clId="{27835CCA-0ECD-4708-98E8-51ED412DEB5F}" dt="2025-07-09T12:39:57.374" v="2062" actId="20577"/>
        <pc:sldMkLst>
          <pc:docMk/>
          <pc:sldMk cId="92254403" sldId="356"/>
        </pc:sldMkLst>
        <pc:spChg chg="add mod">
          <ac:chgData name="Bart van Eijkelenburg" userId="32564be6-3772-4f77-8099-aa7e4c72ca61" providerId="ADAL" clId="{27835CCA-0ECD-4708-98E8-51ED412DEB5F}" dt="2025-07-09T12:39:47.156" v="2061" actId="1035"/>
          <ac:spMkLst>
            <pc:docMk/>
            <pc:sldMk cId="92254403" sldId="356"/>
            <ac:spMk id="2" creationId="{194B771F-46E5-600F-3277-217EBC5AB3D3}"/>
          </ac:spMkLst>
        </pc:spChg>
        <pc:spChg chg="mod ord">
          <ac:chgData name="Bart van Eijkelenburg" userId="32564be6-3772-4f77-8099-aa7e4c72ca61" providerId="ADAL" clId="{27835CCA-0ECD-4708-98E8-51ED412DEB5F}" dt="2025-07-09T12:39:57.374" v="2062" actId="20577"/>
          <ac:spMkLst>
            <pc:docMk/>
            <pc:sldMk cId="92254403" sldId="356"/>
            <ac:spMk id="6" creationId="{510FBC5D-84FA-1909-E3D6-0F57FFEB9D08}"/>
          </ac:spMkLst>
        </pc:spChg>
        <pc:spChg chg="del">
          <ac:chgData name="Bart van Eijkelenburg" userId="32564be6-3772-4f77-8099-aa7e4c72ca61" providerId="ADAL" clId="{27835CCA-0ECD-4708-98E8-51ED412DEB5F}" dt="2025-07-09T11:58:05.862" v="521" actId="478"/>
          <ac:spMkLst>
            <pc:docMk/>
            <pc:sldMk cId="92254403" sldId="356"/>
            <ac:spMk id="7" creationId="{EAC7AAE6-A3ED-F0D0-ADF4-703D186002E7}"/>
          </ac:spMkLst>
        </pc:spChg>
        <pc:spChg chg="mod">
          <ac:chgData name="Bart van Eijkelenburg" userId="32564be6-3772-4f77-8099-aa7e4c72ca61" providerId="ADAL" clId="{27835CCA-0ECD-4708-98E8-51ED412DEB5F}" dt="2025-07-09T12:04:32.021" v="632"/>
          <ac:spMkLst>
            <pc:docMk/>
            <pc:sldMk cId="92254403" sldId="356"/>
            <ac:spMk id="8" creationId="{D9CE4159-8212-164C-C04B-471466A034A7}"/>
          </ac:spMkLst>
        </pc:spChg>
        <pc:spChg chg="mod">
          <ac:chgData name="Bart van Eijkelenburg" userId="32564be6-3772-4f77-8099-aa7e4c72ca61" providerId="ADAL" clId="{27835CCA-0ECD-4708-98E8-51ED412DEB5F}" dt="2025-07-09T12:04:32.021" v="632"/>
          <ac:spMkLst>
            <pc:docMk/>
            <pc:sldMk cId="92254403" sldId="356"/>
            <ac:spMk id="9" creationId="{515802F1-5211-8E8F-89BD-34A373982205}"/>
          </ac:spMkLst>
        </pc:spChg>
        <pc:spChg chg="mod">
          <ac:chgData name="Bart van Eijkelenburg" userId="32564be6-3772-4f77-8099-aa7e4c72ca61" providerId="ADAL" clId="{27835CCA-0ECD-4708-98E8-51ED412DEB5F}" dt="2025-07-09T12:39:47.156" v="2061" actId="1035"/>
          <ac:spMkLst>
            <pc:docMk/>
            <pc:sldMk cId="92254403" sldId="356"/>
            <ac:spMk id="11" creationId="{6DF41066-7698-CE27-48BA-6EB0EBC722AE}"/>
          </ac:spMkLst>
        </pc:spChg>
        <pc:spChg chg="mod">
          <ac:chgData name="Bart van Eijkelenburg" userId="32564be6-3772-4f77-8099-aa7e4c72ca61" providerId="ADAL" clId="{27835CCA-0ECD-4708-98E8-51ED412DEB5F}" dt="2025-07-09T12:39:47.156" v="2061" actId="1035"/>
          <ac:spMkLst>
            <pc:docMk/>
            <pc:sldMk cId="92254403" sldId="356"/>
            <ac:spMk id="12" creationId="{EFD43A76-2B8F-E2AD-0C18-32AB840D7E2D}"/>
          </ac:spMkLst>
        </pc:spChg>
        <pc:spChg chg="mod">
          <ac:chgData name="Bart van Eijkelenburg" userId="32564be6-3772-4f77-8099-aa7e4c72ca61" providerId="ADAL" clId="{27835CCA-0ECD-4708-98E8-51ED412DEB5F}" dt="2025-07-09T12:16:46.265" v="1020" actId="5793"/>
          <ac:spMkLst>
            <pc:docMk/>
            <pc:sldMk cId="92254403" sldId="356"/>
            <ac:spMk id="45" creationId="{59DB5F5E-47C0-35F9-47C5-568CA43DD6F2}"/>
          </ac:spMkLst>
        </pc:spChg>
        <pc:grpChg chg="add del mod">
          <ac:chgData name="Bart van Eijkelenburg" userId="32564be6-3772-4f77-8099-aa7e4c72ca61" providerId="ADAL" clId="{27835CCA-0ECD-4708-98E8-51ED412DEB5F}" dt="2025-07-09T12:06:12.754" v="635" actId="478"/>
          <ac:grpSpMkLst>
            <pc:docMk/>
            <pc:sldMk cId="92254403" sldId="356"/>
            <ac:grpSpMk id="3" creationId="{62492049-8472-43E7-EF01-48519BD0F703}"/>
          </ac:grpSpMkLst>
        </pc:grpChg>
        <pc:grpChg chg="add mod">
          <ac:chgData name="Bart van Eijkelenburg" userId="32564be6-3772-4f77-8099-aa7e4c72ca61" providerId="ADAL" clId="{27835CCA-0ECD-4708-98E8-51ED412DEB5F}" dt="2025-07-09T12:39:47.156" v="2061" actId="1035"/>
          <ac:grpSpMkLst>
            <pc:docMk/>
            <pc:sldMk cId="92254403" sldId="356"/>
            <ac:grpSpMk id="10" creationId="{631F9A11-D952-9773-D346-6E9C55BCB9C9}"/>
          </ac:grpSpMkLst>
        </pc:grpChg>
        <pc:picChg chg="del">
          <ac:chgData name="Bart van Eijkelenburg" userId="32564be6-3772-4f77-8099-aa7e4c72ca61" providerId="ADAL" clId="{27835CCA-0ECD-4708-98E8-51ED412DEB5F}" dt="2025-07-09T11:58:03.265" v="520" actId="478"/>
          <ac:picMkLst>
            <pc:docMk/>
            <pc:sldMk cId="92254403" sldId="356"/>
            <ac:picMk id="5" creationId="{A07C4266-CDB3-58A2-0619-4A864259B613}"/>
          </ac:picMkLst>
        </pc:picChg>
      </pc:sldChg>
      <pc:sldChg chg="modSp add mod">
        <pc:chgData name="Bart van Eijkelenburg" userId="32564be6-3772-4f77-8099-aa7e4c72ca61" providerId="ADAL" clId="{27835CCA-0ECD-4708-98E8-51ED412DEB5F}" dt="2025-07-09T11:57:01.735" v="519" actId="6549"/>
        <pc:sldMkLst>
          <pc:docMk/>
          <pc:sldMk cId="2930632736" sldId="362"/>
        </pc:sldMkLst>
        <pc:spChg chg="mod">
          <ac:chgData name="Bart van Eijkelenburg" userId="32564be6-3772-4f77-8099-aa7e4c72ca61" providerId="ADAL" clId="{27835CCA-0ECD-4708-98E8-51ED412DEB5F}" dt="2025-07-09T11:57:01.735" v="519" actId="6549"/>
          <ac:spMkLst>
            <pc:docMk/>
            <pc:sldMk cId="2930632736" sldId="362"/>
            <ac:spMk id="7" creationId="{8637D4F9-6689-BF38-3590-AECBC5319083}"/>
          </ac:spMkLst>
        </pc:spChg>
      </pc:sldChg>
      <pc:sldChg chg="modSp add mod">
        <pc:chgData name="Bart van Eijkelenburg" userId="32564be6-3772-4f77-8099-aa7e4c72ca61" providerId="ADAL" clId="{27835CCA-0ECD-4708-98E8-51ED412DEB5F}" dt="2025-07-09T12:08:17.770" v="692" actId="20577"/>
        <pc:sldMkLst>
          <pc:docMk/>
          <pc:sldMk cId="1851421856" sldId="363"/>
        </pc:sldMkLst>
        <pc:spChg chg="mod">
          <ac:chgData name="Bart van Eijkelenburg" userId="32564be6-3772-4f77-8099-aa7e4c72ca61" providerId="ADAL" clId="{27835CCA-0ECD-4708-98E8-51ED412DEB5F}" dt="2025-07-09T12:08:17.770" v="692" actId="20577"/>
          <ac:spMkLst>
            <pc:docMk/>
            <pc:sldMk cId="1851421856" sldId="363"/>
            <ac:spMk id="7" creationId="{9FF820B0-6A8D-5B08-E8C7-20BA24A62965}"/>
          </ac:spMkLst>
        </pc:spChg>
      </pc:sldChg>
      <pc:sldChg chg="addSp delSp modSp add mod ord modAnim">
        <pc:chgData name="Bart van Eijkelenburg" userId="32564be6-3772-4f77-8099-aa7e4c72ca61" providerId="ADAL" clId="{27835CCA-0ECD-4708-98E8-51ED412DEB5F}" dt="2025-07-09T13:21:48.085" v="3106" actId="20577"/>
        <pc:sldMkLst>
          <pc:docMk/>
          <pc:sldMk cId="3766746710" sldId="364"/>
        </pc:sldMkLst>
        <pc:spChg chg="del mod">
          <ac:chgData name="Bart van Eijkelenburg" userId="32564be6-3772-4f77-8099-aa7e4c72ca61" providerId="ADAL" clId="{27835CCA-0ECD-4708-98E8-51ED412DEB5F}" dt="2025-07-09T12:23:54.496" v="1567" actId="478"/>
          <ac:spMkLst>
            <pc:docMk/>
            <pc:sldMk cId="3766746710" sldId="364"/>
            <ac:spMk id="2" creationId="{B17FE046-9F4D-334B-C0B7-CAA893CBA3A6}"/>
          </ac:spMkLst>
        </pc:spChg>
        <pc:spChg chg="add mod">
          <ac:chgData name="Bart van Eijkelenburg" userId="32564be6-3772-4f77-8099-aa7e4c72ca61" providerId="ADAL" clId="{27835CCA-0ECD-4708-98E8-51ED412DEB5F}" dt="2025-07-09T12:47:16.691" v="2276" actId="1035"/>
          <ac:spMkLst>
            <pc:docMk/>
            <pc:sldMk cId="3766746710" sldId="364"/>
            <ac:spMk id="3" creationId="{A30C2F5B-9604-4EB0-72EE-826EDF8CACED}"/>
          </ac:spMkLst>
        </pc:spChg>
        <pc:spChg chg="add mod">
          <ac:chgData name="Bart van Eijkelenburg" userId="32564be6-3772-4f77-8099-aa7e4c72ca61" providerId="ADAL" clId="{27835CCA-0ECD-4708-98E8-51ED412DEB5F}" dt="2025-07-09T12:47:58.176" v="2301" actId="14100"/>
          <ac:spMkLst>
            <pc:docMk/>
            <pc:sldMk cId="3766746710" sldId="364"/>
            <ac:spMk id="5" creationId="{51D7DD1B-6307-13C4-551D-AADFCB7B224C}"/>
          </ac:spMkLst>
        </pc:spChg>
        <pc:spChg chg="mod">
          <ac:chgData name="Bart van Eijkelenburg" userId="32564be6-3772-4f77-8099-aa7e4c72ca61" providerId="ADAL" clId="{27835CCA-0ECD-4708-98E8-51ED412DEB5F}" dt="2025-07-09T12:21:50.239" v="1553" actId="20577"/>
          <ac:spMkLst>
            <pc:docMk/>
            <pc:sldMk cId="3766746710" sldId="364"/>
            <ac:spMk id="6" creationId="{1DA6F595-684A-81C6-05EF-075004A7858D}"/>
          </ac:spMkLst>
        </pc:spChg>
        <pc:spChg chg="add mod">
          <ac:chgData name="Bart van Eijkelenburg" userId="32564be6-3772-4f77-8099-aa7e4c72ca61" providerId="ADAL" clId="{27835CCA-0ECD-4708-98E8-51ED412DEB5F}" dt="2025-07-09T12:47:48.203" v="2299" actId="20577"/>
          <ac:spMkLst>
            <pc:docMk/>
            <pc:sldMk cId="3766746710" sldId="364"/>
            <ac:spMk id="7" creationId="{7D808A7B-68D9-0DA0-1C94-82F9C7578DC5}"/>
          </ac:spMkLst>
        </pc:spChg>
        <pc:spChg chg="add mod">
          <ac:chgData name="Bart van Eijkelenburg" userId="32564be6-3772-4f77-8099-aa7e4c72ca61" providerId="ADAL" clId="{27835CCA-0ECD-4708-98E8-51ED412DEB5F}" dt="2025-07-09T12:46:58.390" v="2265"/>
          <ac:spMkLst>
            <pc:docMk/>
            <pc:sldMk cId="3766746710" sldId="364"/>
            <ac:spMk id="8" creationId="{96C7E46C-B8E4-6C1D-7441-573C7EE116F7}"/>
          </ac:spMkLst>
        </pc:spChg>
        <pc:spChg chg="mod">
          <ac:chgData name="Bart van Eijkelenburg" userId="32564be6-3772-4f77-8099-aa7e4c72ca61" providerId="ADAL" clId="{27835CCA-0ECD-4708-98E8-51ED412DEB5F}" dt="2025-07-09T12:47:16.691" v="2276" actId="1035"/>
          <ac:spMkLst>
            <pc:docMk/>
            <pc:sldMk cId="3766746710" sldId="364"/>
            <ac:spMk id="11" creationId="{3D8D2F4B-C138-9A7A-E949-D421BDED4674}"/>
          </ac:spMkLst>
        </pc:spChg>
        <pc:spChg chg="mod">
          <ac:chgData name="Bart van Eijkelenburg" userId="32564be6-3772-4f77-8099-aa7e4c72ca61" providerId="ADAL" clId="{27835CCA-0ECD-4708-98E8-51ED412DEB5F}" dt="2025-07-09T12:47:16.691" v="2276" actId="1035"/>
          <ac:spMkLst>
            <pc:docMk/>
            <pc:sldMk cId="3766746710" sldId="364"/>
            <ac:spMk id="12" creationId="{6BA02730-5455-6888-76E5-D0B3C7830130}"/>
          </ac:spMkLst>
        </pc:spChg>
        <pc:spChg chg="mod">
          <ac:chgData name="Bart van Eijkelenburg" userId="32564be6-3772-4f77-8099-aa7e4c72ca61" providerId="ADAL" clId="{27835CCA-0ECD-4708-98E8-51ED412DEB5F}" dt="2025-07-09T13:21:48.085" v="3106" actId="20577"/>
          <ac:spMkLst>
            <pc:docMk/>
            <pc:sldMk cId="3766746710" sldId="364"/>
            <ac:spMk id="45" creationId="{4894B2B0-4771-6E71-07AC-00FE8110343A}"/>
          </ac:spMkLst>
        </pc:spChg>
        <pc:grpChg chg="mod">
          <ac:chgData name="Bart van Eijkelenburg" userId="32564be6-3772-4f77-8099-aa7e4c72ca61" providerId="ADAL" clId="{27835CCA-0ECD-4708-98E8-51ED412DEB5F}" dt="2025-07-09T12:47:16.691" v="2276" actId="1035"/>
          <ac:grpSpMkLst>
            <pc:docMk/>
            <pc:sldMk cId="3766746710" sldId="364"/>
            <ac:grpSpMk id="10" creationId="{407AA43F-21CA-A57E-2563-9FC5FEDF6E92}"/>
          </ac:grpSpMkLst>
        </pc:grpChg>
      </pc:sldChg>
      <pc:sldChg chg="addSp delSp modSp add mod delAnim modAnim">
        <pc:chgData name="Bart van Eijkelenburg" userId="32564be6-3772-4f77-8099-aa7e4c72ca61" providerId="ADAL" clId="{27835CCA-0ECD-4708-98E8-51ED412DEB5F}" dt="2025-07-09T13:21:45.842" v="3105" actId="20577"/>
        <pc:sldMkLst>
          <pc:docMk/>
          <pc:sldMk cId="1401802587" sldId="365"/>
        </pc:sldMkLst>
        <pc:spChg chg="add mod">
          <ac:chgData name="Bart van Eijkelenburg" userId="32564be6-3772-4f77-8099-aa7e4c72ca61" providerId="ADAL" clId="{27835CCA-0ECD-4708-98E8-51ED412DEB5F}" dt="2025-07-09T12:55:50.421" v="2408" actId="1076"/>
          <ac:spMkLst>
            <pc:docMk/>
            <pc:sldMk cId="1401802587" sldId="365"/>
            <ac:spMk id="2" creationId="{6036A8AC-722F-8950-8E66-42C1C43DEC4B}"/>
          </ac:spMkLst>
        </pc:spChg>
        <pc:spChg chg="del">
          <ac:chgData name="Bart van Eijkelenburg" userId="32564be6-3772-4f77-8099-aa7e4c72ca61" providerId="ADAL" clId="{27835CCA-0ECD-4708-98E8-51ED412DEB5F}" dt="2025-07-09T12:51:31.257" v="2326" actId="478"/>
          <ac:spMkLst>
            <pc:docMk/>
            <pc:sldMk cId="1401802587" sldId="365"/>
            <ac:spMk id="3" creationId="{EFB3CC99-869D-455F-1A22-8A7F2D2024B7}"/>
          </ac:spMkLst>
        </pc:spChg>
        <pc:spChg chg="del mod">
          <ac:chgData name="Bart van Eijkelenburg" userId="32564be6-3772-4f77-8099-aa7e4c72ca61" providerId="ADAL" clId="{27835CCA-0ECD-4708-98E8-51ED412DEB5F}" dt="2025-07-09T12:56:02.272" v="2411" actId="478"/>
          <ac:spMkLst>
            <pc:docMk/>
            <pc:sldMk cId="1401802587" sldId="365"/>
            <ac:spMk id="5" creationId="{C55E42D8-EA4A-EFA3-7C42-3258DCEB9601}"/>
          </ac:spMkLst>
        </pc:spChg>
        <pc:spChg chg="mod">
          <ac:chgData name="Bart van Eijkelenburg" userId="32564be6-3772-4f77-8099-aa7e4c72ca61" providerId="ADAL" clId="{27835CCA-0ECD-4708-98E8-51ED412DEB5F}" dt="2025-07-09T12:50:18.672" v="2325" actId="20577"/>
          <ac:spMkLst>
            <pc:docMk/>
            <pc:sldMk cId="1401802587" sldId="365"/>
            <ac:spMk id="6" creationId="{9BF0B764-923B-385D-685F-B36F30588752}"/>
          </ac:spMkLst>
        </pc:spChg>
        <pc:spChg chg="add del mod">
          <ac:chgData name="Bart van Eijkelenburg" userId="32564be6-3772-4f77-8099-aa7e4c72ca61" providerId="ADAL" clId="{27835CCA-0ECD-4708-98E8-51ED412DEB5F}" dt="2025-07-09T12:55:37.605" v="2405" actId="478"/>
          <ac:spMkLst>
            <pc:docMk/>
            <pc:sldMk cId="1401802587" sldId="365"/>
            <ac:spMk id="7" creationId="{7C515661-9CD3-6DEB-A5CA-59FE1FE005F0}"/>
          </ac:spMkLst>
        </pc:spChg>
        <pc:spChg chg="add del mod">
          <ac:chgData name="Bart van Eijkelenburg" userId="32564be6-3772-4f77-8099-aa7e4c72ca61" providerId="ADAL" clId="{27835CCA-0ECD-4708-98E8-51ED412DEB5F}" dt="2025-07-09T12:55:55.570" v="2409" actId="478"/>
          <ac:spMkLst>
            <pc:docMk/>
            <pc:sldMk cId="1401802587" sldId="365"/>
            <ac:spMk id="8" creationId="{71FF26C1-9949-2759-9D22-5B5F8F6B5235}"/>
          </ac:spMkLst>
        </pc:spChg>
        <pc:spChg chg="add del mod">
          <ac:chgData name="Bart van Eijkelenburg" userId="32564be6-3772-4f77-8099-aa7e4c72ca61" providerId="ADAL" clId="{27835CCA-0ECD-4708-98E8-51ED412DEB5F}" dt="2025-07-09T12:56:37.594" v="2471" actId="478"/>
          <ac:spMkLst>
            <pc:docMk/>
            <pc:sldMk cId="1401802587" sldId="365"/>
            <ac:spMk id="9" creationId="{86D2EC6D-BCE6-99DC-A6F9-C907F78F3892}"/>
          </ac:spMkLst>
        </pc:spChg>
        <pc:spChg chg="add mod">
          <ac:chgData name="Bart van Eijkelenburg" userId="32564be6-3772-4f77-8099-aa7e4c72ca61" providerId="ADAL" clId="{27835CCA-0ECD-4708-98E8-51ED412DEB5F}" dt="2025-07-09T13:13:33.596" v="3087" actId="20577"/>
          <ac:spMkLst>
            <pc:docMk/>
            <pc:sldMk cId="1401802587" sldId="365"/>
            <ac:spMk id="13" creationId="{3087E043-10F9-0684-0F4F-3D8F5A2B3BB9}"/>
          </ac:spMkLst>
        </pc:spChg>
        <pc:spChg chg="mod">
          <ac:chgData name="Bart van Eijkelenburg" userId="32564be6-3772-4f77-8099-aa7e4c72ca61" providerId="ADAL" clId="{27835CCA-0ECD-4708-98E8-51ED412DEB5F}" dt="2025-07-09T13:21:45.842" v="3105" actId="20577"/>
          <ac:spMkLst>
            <pc:docMk/>
            <pc:sldMk cId="1401802587" sldId="365"/>
            <ac:spMk id="45" creationId="{12763F92-BB35-D7D5-AD74-00C10E030F66}"/>
          </ac:spMkLst>
        </pc:spChg>
        <pc:grpChg chg="del">
          <ac:chgData name="Bart van Eijkelenburg" userId="32564be6-3772-4f77-8099-aa7e4c72ca61" providerId="ADAL" clId="{27835CCA-0ECD-4708-98E8-51ED412DEB5F}" dt="2025-07-09T12:53:38.540" v="2355" actId="478"/>
          <ac:grpSpMkLst>
            <pc:docMk/>
            <pc:sldMk cId="1401802587" sldId="365"/>
            <ac:grpSpMk id="10" creationId="{80F2B784-DFD9-E440-C737-DD83985CCBB2}"/>
          </ac:grpSpMkLst>
        </pc:grpChg>
      </pc:sldChg>
      <pc:sldChg chg="addSp delSp modSp add mod">
        <pc:chgData name="Bart van Eijkelenburg" userId="32564be6-3772-4f77-8099-aa7e4c72ca61" providerId="ADAL" clId="{27835CCA-0ECD-4708-98E8-51ED412DEB5F}" dt="2025-07-09T13:22:05.591" v="3107" actId="20577"/>
        <pc:sldMkLst>
          <pc:docMk/>
          <pc:sldMk cId="1103861749" sldId="366"/>
        </pc:sldMkLst>
        <pc:spChg chg="del">
          <ac:chgData name="Bart van Eijkelenburg" userId="32564be6-3772-4f77-8099-aa7e4c72ca61" providerId="ADAL" clId="{27835CCA-0ECD-4708-98E8-51ED412DEB5F}" dt="2025-07-09T12:56:43.909" v="2472" actId="478"/>
          <ac:spMkLst>
            <pc:docMk/>
            <pc:sldMk cId="1103861749" sldId="366"/>
            <ac:spMk id="2" creationId="{4B711FE2-E1E1-1948-9ED5-A2E4A2D4836E}"/>
          </ac:spMkLst>
        </pc:spChg>
        <pc:spChg chg="add del mod">
          <ac:chgData name="Bart van Eijkelenburg" userId="32564be6-3772-4f77-8099-aa7e4c72ca61" providerId="ADAL" clId="{27835CCA-0ECD-4708-98E8-51ED412DEB5F}" dt="2025-07-09T12:57:32.669" v="2532" actId="478"/>
          <ac:spMkLst>
            <pc:docMk/>
            <pc:sldMk cId="1103861749" sldId="366"/>
            <ac:spMk id="3" creationId="{DFCAE642-5AF8-E7C3-4D33-C0A7551D68BA}"/>
          </ac:spMkLst>
        </pc:spChg>
        <pc:spChg chg="mod ord">
          <ac:chgData name="Bart van Eijkelenburg" userId="32564be6-3772-4f77-8099-aa7e4c72ca61" providerId="ADAL" clId="{27835CCA-0ECD-4708-98E8-51ED412DEB5F}" dt="2025-07-09T13:01:29.468" v="3047" actId="14100"/>
          <ac:spMkLst>
            <pc:docMk/>
            <pc:sldMk cId="1103861749" sldId="366"/>
            <ac:spMk id="5" creationId="{19FAC3C3-A3AE-DA75-5289-5685A58EE51D}"/>
          </ac:spMkLst>
        </pc:spChg>
        <pc:spChg chg="mod">
          <ac:chgData name="Bart van Eijkelenburg" userId="32564be6-3772-4f77-8099-aa7e4c72ca61" providerId="ADAL" clId="{27835CCA-0ECD-4708-98E8-51ED412DEB5F}" dt="2025-07-09T12:59:46.522" v="2842" actId="20577"/>
          <ac:spMkLst>
            <pc:docMk/>
            <pc:sldMk cId="1103861749" sldId="366"/>
            <ac:spMk id="6" creationId="{78A1F428-E931-DC26-B473-C189599667B3}"/>
          </ac:spMkLst>
        </pc:spChg>
        <pc:spChg chg="mod">
          <ac:chgData name="Bart van Eijkelenburg" userId="32564be6-3772-4f77-8099-aa7e4c72ca61" providerId="ADAL" clId="{27835CCA-0ECD-4708-98E8-51ED412DEB5F}" dt="2025-07-09T13:08:56.888" v="3054" actId="20577"/>
          <ac:spMkLst>
            <pc:docMk/>
            <pc:sldMk cId="1103861749" sldId="366"/>
            <ac:spMk id="7" creationId="{D3DB881C-F65C-83EE-ABFE-F394BC2A76AF}"/>
          </ac:spMkLst>
        </pc:spChg>
        <pc:spChg chg="mod">
          <ac:chgData name="Bart van Eijkelenburg" userId="32564be6-3772-4f77-8099-aa7e4c72ca61" providerId="ADAL" clId="{27835CCA-0ECD-4708-98E8-51ED412DEB5F}" dt="2025-07-09T13:22:05.591" v="3107" actId="20577"/>
          <ac:spMkLst>
            <pc:docMk/>
            <pc:sldMk cId="1103861749" sldId="366"/>
            <ac:spMk id="45" creationId="{C88B6C68-E571-E216-8F05-B098E03FB782}"/>
          </ac:spMkLst>
        </pc:spChg>
      </pc:sldChg>
      <pc:sldChg chg="addSp delSp modSp add mod">
        <pc:chgData name="Bart van Eijkelenburg" userId="32564be6-3772-4f77-8099-aa7e4c72ca61" providerId="ADAL" clId="{27835CCA-0ECD-4708-98E8-51ED412DEB5F}" dt="2025-07-09T13:26:30.736" v="3325" actId="1076"/>
        <pc:sldMkLst>
          <pc:docMk/>
          <pc:sldMk cId="2019517021" sldId="367"/>
        </pc:sldMkLst>
        <pc:spChg chg="add mod">
          <ac:chgData name="Bart van Eijkelenburg" userId="32564be6-3772-4f77-8099-aa7e4c72ca61" providerId="ADAL" clId="{27835CCA-0ECD-4708-98E8-51ED412DEB5F}" dt="2025-07-09T13:26:03.514" v="3281" actId="207"/>
          <ac:spMkLst>
            <pc:docMk/>
            <pc:sldMk cId="2019517021" sldId="367"/>
            <ac:spMk id="2" creationId="{8739959F-9660-F83E-479C-8C9E72AFC1D7}"/>
          </ac:spMkLst>
        </pc:spChg>
        <pc:spChg chg="mod">
          <ac:chgData name="Bart van Eijkelenburg" userId="32564be6-3772-4f77-8099-aa7e4c72ca61" providerId="ADAL" clId="{27835CCA-0ECD-4708-98E8-51ED412DEB5F}" dt="2025-07-09T13:26:30.736" v="3325" actId="1076"/>
          <ac:spMkLst>
            <pc:docMk/>
            <pc:sldMk cId="2019517021" sldId="367"/>
            <ac:spMk id="5" creationId="{4ABAD8C4-4F9E-FF1B-3BBC-E8D35556BE1C}"/>
          </ac:spMkLst>
        </pc:spChg>
        <pc:spChg chg="mod">
          <ac:chgData name="Bart van Eijkelenburg" userId="32564be6-3772-4f77-8099-aa7e4c72ca61" providerId="ADAL" clId="{27835CCA-0ECD-4708-98E8-51ED412DEB5F}" dt="2025-07-09T13:23:08.717" v="3183" actId="20577"/>
          <ac:spMkLst>
            <pc:docMk/>
            <pc:sldMk cId="2019517021" sldId="367"/>
            <ac:spMk id="6" creationId="{E11AEDC3-06CE-2F5E-F85C-3BC17A378522}"/>
          </ac:spMkLst>
        </pc:spChg>
        <pc:spChg chg="del">
          <ac:chgData name="Bart van Eijkelenburg" userId="32564be6-3772-4f77-8099-aa7e4c72ca61" providerId="ADAL" clId="{27835CCA-0ECD-4708-98E8-51ED412DEB5F}" dt="2025-07-09T13:25:23.238" v="3268" actId="478"/>
          <ac:spMkLst>
            <pc:docMk/>
            <pc:sldMk cId="2019517021" sldId="367"/>
            <ac:spMk id="7" creationId="{EBC12370-D335-C8C7-DA35-6E5C4B9E5B39}"/>
          </ac:spMkLst>
        </pc:spChg>
        <pc:spChg chg="mod">
          <ac:chgData name="Bart van Eijkelenburg" userId="32564be6-3772-4f77-8099-aa7e4c72ca61" providerId="ADAL" clId="{27835CCA-0ECD-4708-98E8-51ED412DEB5F}" dt="2025-07-09T13:22:51.683" v="3126" actId="20577"/>
          <ac:spMkLst>
            <pc:docMk/>
            <pc:sldMk cId="2019517021" sldId="367"/>
            <ac:spMk id="45" creationId="{C4883FBF-D2A4-0E74-127A-32268C5B6D46}"/>
          </ac:spMkLst>
        </pc:spChg>
      </pc:sldChg>
      <pc:sldChg chg="modSp add mod ord">
        <pc:chgData name="Bart van Eijkelenburg" userId="32564be6-3772-4f77-8099-aa7e4c72ca61" providerId="ADAL" clId="{27835CCA-0ECD-4708-98E8-51ED412DEB5F}" dt="2025-07-09T13:54:08.873" v="3728" actId="114"/>
        <pc:sldMkLst>
          <pc:docMk/>
          <pc:sldMk cId="3712368234" sldId="368"/>
        </pc:sldMkLst>
        <pc:spChg chg="mod">
          <ac:chgData name="Bart van Eijkelenburg" userId="32564be6-3772-4f77-8099-aa7e4c72ca61" providerId="ADAL" clId="{27835CCA-0ECD-4708-98E8-51ED412DEB5F}" dt="2025-07-09T13:54:08.873" v="3728" actId="114"/>
          <ac:spMkLst>
            <pc:docMk/>
            <pc:sldMk cId="3712368234" sldId="368"/>
            <ac:spMk id="7" creationId="{FF7EBB63-25EF-941E-9604-F732488D77E1}"/>
          </ac:spMkLst>
        </pc:spChg>
      </pc:sldChg>
      <pc:sldChg chg="addSp delSp modSp add mod ord delAnim modAnim">
        <pc:chgData name="Bart van Eijkelenburg" userId="32564be6-3772-4f77-8099-aa7e4c72ca61" providerId="ADAL" clId="{27835CCA-0ECD-4708-98E8-51ED412DEB5F}" dt="2025-07-09T19:58:51.297" v="4615" actId="20577"/>
        <pc:sldMkLst>
          <pc:docMk/>
          <pc:sldMk cId="3800075107" sldId="369"/>
        </pc:sldMkLst>
        <pc:spChg chg="del">
          <ac:chgData name="Bart van Eijkelenburg" userId="32564be6-3772-4f77-8099-aa7e4c72ca61" providerId="ADAL" clId="{27835CCA-0ECD-4708-98E8-51ED412DEB5F}" dt="2025-07-09T14:01:32.094" v="3787" actId="478"/>
          <ac:spMkLst>
            <pc:docMk/>
            <pc:sldMk cId="3800075107" sldId="369"/>
            <ac:spMk id="2" creationId="{3FA490B5-084D-CA36-6F50-057975259B1E}"/>
          </ac:spMkLst>
        </pc:spChg>
        <pc:spChg chg="add mod">
          <ac:chgData name="Bart van Eijkelenburg" userId="32564be6-3772-4f77-8099-aa7e4c72ca61" providerId="ADAL" clId="{27835CCA-0ECD-4708-98E8-51ED412DEB5F}" dt="2025-07-09T14:01:28.684" v="3786" actId="167"/>
          <ac:spMkLst>
            <pc:docMk/>
            <pc:sldMk cId="3800075107" sldId="369"/>
            <ac:spMk id="3" creationId="{B8F7F946-4982-01BA-922F-5F121F75B214}"/>
          </ac:spMkLst>
        </pc:spChg>
        <pc:spChg chg="del">
          <ac:chgData name="Bart van Eijkelenburg" userId="32564be6-3772-4f77-8099-aa7e4c72ca61" providerId="ADAL" clId="{27835CCA-0ECD-4708-98E8-51ED412DEB5F}" dt="2025-07-09T14:01:34.674" v="3788" actId="478"/>
          <ac:spMkLst>
            <pc:docMk/>
            <pc:sldMk cId="3800075107" sldId="369"/>
            <ac:spMk id="5" creationId="{4D3DEF7F-9101-FC9C-708A-CFAFA55F6C22}"/>
          </ac:spMkLst>
        </pc:spChg>
        <pc:spChg chg="mod">
          <ac:chgData name="Bart van Eijkelenburg" userId="32564be6-3772-4f77-8099-aa7e4c72ca61" providerId="ADAL" clId="{27835CCA-0ECD-4708-98E8-51ED412DEB5F}" dt="2025-07-09T14:09:19.412" v="4320" actId="113"/>
          <ac:spMkLst>
            <pc:docMk/>
            <pc:sldMk cId="3800075107" sldId="369"/>
            <ac:spMk id="6" creationId="{A0BD4C44-1650-53FA-2EE0-BF3B928CD089}"/>
          </ac:spMkLst>
        </pc:spChg>
        <pc:spChg chg="add mod">
          <ac:chgData name="Bart van Eijkelenburg" userId="32564be6-3772-4f77-8099-aa7e4c72ca61" providerId="ADAL" clId="{27835CCA-0ECD-4708-98E8-51ED412DEB5F}" dt="2025-07-09T14:05:10.773" v="4084" actId="14100"/>
          <ac:spMkLst>
            <pc:docMk/>
            <pc:sldMk cId="3800075107" sldId="369"/>
            <ac:spMk id="7" creationId="{8EB0E5EC-AECF-7A2C-A7C4-85C0FE7C0370}"/>
          </ac:spMkLst>
        </pc:spChg>
        <pc:spChg chg="mod">
          <ac:chgData name="Bart van Eijkelenburg" userId="32564be6-3772-4f77-8099-aa7e4c72ca61" providerId="ADAL" clId="{27835CCA-0ECD-4708-98E8-51ED412DEB5F}" dt="2025-07-09T19:58:51.297" v="4615" actId="20577"/>
          <ac:spMkLst>
            <pc:docMk/>
            <pc:sldMk cId="3800075107" sldId="369"/>
            <ac:spMk id="45" creationId="{E3A19F52-EDA7-BD36-0B42-DAFE8F4AB489}"/>
          </ac:spMkLst>
        </pc:spChg>
      </pc:sldChg>
      <pc:sldChg chg="addSp delSp modSp add del mod delAnim modAnim">
        <pc:chgData name="Bart van Eijkelenburg" userId="32564be6-3772-4f77-8099-aa7e4c72ca61" providerId="ADAL" clId="{27835CCA-0ECD-4708-98E8-51ED412DEB5F}" dt="2025-07-09T19:58:37.776" v="4603" actId="2696"/>
        <pc:sldMkLst>
          <pc:docMk/>
          <pc:sldMk cId="2276317139" sldId="370"/>
        </pc:sldMkLst>
        <pc:spChg chg="del">
          <ac:chgData name="Bart van Eijkelenburg" userId="32564be6-3772-4f77-8099-aa7e4c72ca61" providerId="ADAL" clId="{27835CCA-0ECD-4708-98E8-51ED412DEB5F}" dt="2025-07-09T19:47:51.843" v="4388" actId="478"/>
          <ac:spMkLst>
            <pc:docMk/>
            <pc:sldMk cId="2276317139" sldId="370"/>
            <ac:spMk id="2" creationId="{651EB3CA-E9F4-8559-C6FA-BBF3C1ADD7E4}"/>
          </ac:spMkLst>
        </pc:spChg>
        <pc:spChg chg="add mod">
          <ac:chgData name="Bart van Eijkelenburg" userId="32564be6-3772-4f77-8099-aa7e4c72ca61" providerId="ADAL" clId="{27835CCA-0ECD-4708-98E8-51ED412DEB5F}" dt="2025-07-09T19:48:15.649" v="4394" actId="1076"/>
          <ac:spMkLst>
            <pc:docMk/>
            <pc:sldMk cId="2276317139" sldId="370"/>
            <ac:spMk id="3" creationId="{417762BE-DEEA-F680-78A4-A500891938C4}"/>
          </ac:spMkLst>
        </pc:spChg>
        <pc:spChg chg="del mod">
          <ac:chgData name="Bart van Eijkelenburg" userId="32564be6-3772-4f77-8099-aa7e4c72ca61" providerId="ADAL" clId="{27835CCA-0ECD-4708-98E8-51ED412DEB5F}" dt="2025-07-09T19:48:03.765" v="4391" actId="478"/>
          <ac:spMkLst>
            <pc:docMk/>
            <pc:sldMk cId="2276317139" sldId="370"/>
            <ac:spMk id="5" creationId="{2988855E-46B0-03F9-0D81-ED77A2AC1780}"/>
          </ac:spMkLst>
        </pc:spChg>
        <pc:spChg chg="mod">
          <ac:chgData name="Bart van Eijkelenburg" userId="32564be6-3772-4f77-8099-aa7e4c72ca61" providerId="ADAL" clId="{27835CCA-0ECD-4708-98E8-51ED412DEB5F}" dt="2025-07-09T19:46:55.463" v="4376" actId="20577"/>
          <ac:spMkLst>
            <pc:docMk/>
            <pc:sldMk cId="2276317139" sldId="370"/>
            <ac:spMk id="6" creationId="{80F37563-BADD-A2E0-F67B-6DC16F8F319A}"/>
          </ac:spMkLst>
        </pc:spChg>
        <pc:spChg chg="mod">
          <ac:chgData name="Bart van Eijkelenburg" userId="32564be6-3772-4f77-8099-aa7e4c72ca61" providerId="ADAL" clId="{27835CCA-0ECD-4708-98E8-51ED412DEB5F}" dt="2025-07-09T19:48:59.752" v="4403" actId="14100"/>
          <ac:spMkLst>
            <pc:docMk/>
            <pc:sldMk cId="2276317139" sldId="370"/>
            <ac:spMk id="8" creationId="{90B711D4-8329-0F12-EFC2-348ABC81952A}"/>
          </ac:spMkLst>
        </pc:spChg>
        <pc:spChg chg="mod">
          <ac:chgData name="Bart van Eijkelenburg" userId="32564be6-3772-4f77-8099-aa7e4c72ca61" providerId="ADAL" clId="{27835CCA-0ECD-4708-98E8-51ED412DEB5F}" dt="2025-07-09T19:48:51.731" v="4401"/>
          <ac:spMkLst>
            <pc:docMk/>
            <pc:sldMk cId="2276317139" sldId="370"/>
            <ac:spMk id="9" creationId="{3924CB15-8301-2D2B-F300-40C590718609}"/>
          </ac:spMkLst>
        </pc:spChg>
        <pc:spChg chg="mod">
          <ac:chgData name="Bart van Eijkelenburg" userId="32564be6-3772-4f77-8099-aa7e4c72ca61" providerId="ADAL" clId="{27835CCA-0ECD-4708-98E8-51ED412DEB5F}" dt="2025-07-09T13:56:18.845" v="3761" actId="20577"/>
          <ac:spMkLst>
            <pc:docMk/>
            <pc:sldMk cId="2276317139" sldId="370"/>
            <ac:spMk id="45" creationId="{29D19E8B-D974-D7C8-40D7-0D94461B359C}"/>
          </ac:spMkLst>
        </pc:spChg>
        <pc:grpChg chg="add mod">
          <ac:chgData name="Bart van Eijkelenburg" userId="32564be6-3772-4f77-8099-aa7e4c72ca61" providerId="ADAL" clId="{27835CCA-0ECD-4708-98E8-51ED412DEB5F}" dt="2025-07-09T19:49:15.362" v="4457" actId="1038"/>
          <ac:grpSpMkLst>
            <pc:docMk/>
            <pc:sldMk cId="2276317139" sldId="370"/>
            <ac:grpSpMk id="7" creationId="{673D5F3B-CA3E-3A87-2F44-ED1271B9E51E}"/>
          </ac:grpSpMkLst>
        </pc:grpChg>
      </pc:sldChg>
      <pc:sldChg chg="addSp modSp add mod">
        <pc:chgData name="Bart van Eijkelenburg" userId="32564be6-3772-4f77-8099-aa7e4c72ca61" providerId="ADAL" clId="{27835CCA-0ECD-4708-98E8-51ED412DEB5F}" dt="2025-07-09T20:44:36.245" v="5171" actId="20577"/>
        <pc:sldMkLst>
          <pc:docMk/>
          <pc:sldMk cId="1232932484" sldId="371"/>
        </pc:sldMkLst>
        <pc:spChg chg="add mod">
          <ac:chgData name="Bart van Eijkelenburg" userId="32564be6-3772-4f77-8099-aa7e4c72ca61" providerId="ADAL" clId="{27835CCA-0ECD-4708-98E8-51ED412DEB5F}" dt="2025-07-09T19:53:50.161" v="4501" actId="1076"/>
          <ac:spMkLst>
            <pc:docMk/>
            <pc:sldMk cId="1232932484" sldId="371"/>
            <ac:spMk id="2" creationId="{6319178A-B85B-CABC-E35D-845BC5D54664}"/>
          </ac:spMkLst>
        </pc:spChg>
        <pc:spChg chg="mod">
          <ac:chgData name="Bart van Eijkelenburg" userId="32564be6-3772-4f77-8099-aa7e4c72ca61" providerId="ADAL" clId="{27835CCA-0ECD-4708-98E8-51ED412DEB5F}" dt="2025-07-09T19:56:28.211" v="4591" actId="403"/>
          <ac:spMkLst>
            <pc:docMk/>
            <pc:sldMk cId="1232932484" sldId="371"/>
            <ac:spMk id="3" creationId="{63AC123F-0AF2-D184-948A-2EA5B34E4CF7}"/>
          </ac:spMkLst>
        </pc:spChg>
        <pc:spChg chg="add mod">
          <ac:chgData name="Bart van Eijkelenburg" userId="32564be6-3772-4f77-8099-aa7e4c72ca61" providerId="ADAL" clId="{27835CCA-0ECD-4708-98E8-51ED412DEB5F}" dt="2025-07-09T19:56:58.820" v="4601" actId="1076"/>
          <ac:spMkLst>
            <pc:docMk/>
            <pc:sldMk cId="1232932484" sldId="371"/>
            <ac:spMk id="5" creationId="{C2BF6F94-4D62-43CD-8D93-61039595734F}"/>
          </ac:spMkLst>
        </pc:spChg>
        <pc:spChg chg="mod">
          <ac:chgData name="Bart van Eijkelenburg" userId="32564be6-3772-4f77-8099-aa7e4c72ca61" providerId="ADAL" clId="{27835CCA-0ECD-4708-98E8-51ED412DEB5F}" dt="2025-07-09T20:44:36.245" v="5171" actId="20577"/>
          <ac:spMkLst>
            <pc:docMk/>
            <pc:sldMk cId="1232932484" sldId="371"/>
            <ac:spMk id="45" creationId="{2D0F4C5E-D3B6-9EB4-6E36-6017882C72D8}"/>
          </ac:spMkLst>
        </pc:spChg>
        <pc:grpChg chg="mod">
          <ac:chgData name="Bart van Eijkelenburg" userId="32564be6-3772-4f77-8099-aa7e4c72ca61" providerId="ADAL" clId="{27835CCA-0ECD-4708-98E8-51ED412DEB5F}" dt="2025-07-09T19:57:05.150" v="4602" actId="14100"/>
          <ac:grpSpMkLst>
            <pc:docMk/>
            <pc:sldMk cId="1232932484" sldId="371"/>
            <ac:grpSpMk id="7" creationId="{93C09321-8F82-2CC1-C374-C6BBD5E0574D}"/>
          </ac:grpSpMkLst>
        </pc:grpChg>
      </pc:sldChg>
      <pc:sldChg chg="addSp modSp add mod ord">
        <pc:chgData name="Bart van Eijkelenburg" userId="32564be6-3772-4f77-8099-aa7e4c72ca61" providerId="ADAL" clId="{27835CCA-0ECD-4708-98E8-51ED412DEB5F}" dt="2025-07-09T20:05:41.761" v="4959" actId="20577"/>
        <pc:sldMkLst>
          <pc:docMk/>
          <pc:sldMk cId="388308866" sldId="372"/>
        </pc:sldMkLst>
        <pc:spChg chg="add mod">
          <ac:chgData name="Bart van Eijkelenburg" userId="32564be6-3772-4f77-8099-aa7e4c72ca61" providerId="ADAL" clId="{27835CCA-0ECD-4708-98E8-51ED412DEB5F}" dt="2025-07-09T20:05:04.681" v="4885" actId="1076"/>
          <ac:spMkLst>
            <pc:docMk/>
            <pc:sldMk cId="388308866" sldId="372"/>
            <ac:spMk id="2" creationId="{BF883EE5-7599-E62F-E193-74508B8D20ED}"/>
          </ac:spMkLst>
        </pc:spChg>
        <pc:spChg chg="add mod">
          <ac:chgData name="Bart van Eijkelenburg" userId="32564be6-3772-4f77-8099-aa7e4c72ca61" providerId="ADAL" clId="{27835CCA-0ECD-4708-98E8-51ED412DEB5F}" dt="2025-07-09T20:05:19.424" v="4944" actId="20577"/>
          <ac:spMkLst>
            <pc:docMk/>
            <pc:sldMk cId="388308866" sldId="372"/>
            <ac:spMk id="3" creationId="{9DAE6BC2-5098-DF74-9BC6-F7A8C774AEC1}"/>
          </ac:spMkLst>
        </pc:spChg>
        <pc:spChg chg="mod">
          <ac:chgData name="Bart van Eijkelenburg" userId="32564be6-3772-4f77-8099-aa7e4c72ca61" providerId="ADAL" clId="{27835CCA-0ECD-4708-98E8-51ED412DEB5F}" dt="2025-07-09T20:05:41.761" v="4959" actId="20577"/>
          <ac:spMkLst>
            <pc:docMk/>
            <pc:sldMk cId="388308866" sldId="372"/>
            <ac:spMk id="7" creationId="{3308414E-6EF7-AED0-2458-3C3065E9542B}"/>
          </ac:spMkLst>
        </pc:spChg>
      </pc:sldChg>
      <pc:sldChg chg="add del">
        <pc:chgData name="Bart van Eijkelenburg" userId="32564be6-3772-4f77-8099-aa7e4c72ca61" providerId="ADAL" clId="{27835CCA-0ECD-4708-98E8-51ED412DEB5F}" dt="2025-07-09T20:02:58.313" v="4617" actId="2890"/>
        <pc:sldMkLst>
          <pc:docMk/>
          <pc:sldMk cId="393891133" sldId="372"/>
        </pc:sldMkLst>
      </pc:sldChg>
    </pc:docChg>
  </pc:docChgLst>
  <pc:docChgLst>
    <pc:chgData name="Bart van Eijkelenburg" userId="32564be6-3772-4f77-8099-aa7e4c72ca61" providerId="ADAL" clId="{0ADB43C0-FD3B-45F6-B36C-64FDE357219F}"/>
    <pc:docChg chg="undo custSel addSld modSld modMainMaster">
      <pc:chgData name="Bart van Eijkelenburg" userId="32564be6-3772-4f77-8099-aa7e4c72ca61" providerId="ADAL" clId="{0ADB43C0-FD3B-45F6-B36C-64FDE357219F}" dt="2020-09-28T18:43:46.633" v="82"/>
      <pc:docMkLst>
        <pc:docMk/>
      </pc:docMkLst>
      <pc:sldChg chg="addSp delSp modSp new mod setBg">
        <pc:chgData name="Bart van Eijkelenburg" userId="32564be6-3772-4f77-8099-aa7e4c72ca61" providerId="ADAL" clId="{0ADB43C0-FD3B-45F6-B36C-64FDE357219F}" dt="2020-09-28T18:43:46.633" v="82"/>
        <pc:sldMkLst>
          <pc:docMk/>
          <pc:sldMk cId="690363851" sldId="256"/>
        </pc:sldMkLst>
      </pc:sldChg>
      <pc:sldChg chg="addSp delSp modSp new mod setBg">
        <pc:chgData name="Bart van Eijkelenburg" userId="32564be6-3772-4f77-8099-aa7e4c72ca61" providerId="ADAL" clId="{0ADB43C0-FD3B-45F6-B36C-64FDE357219F}" dt="2020-09-28T18:43:28.591" v="77"/>
        <pc:sldMkLst>
          <pc:docMk/>
          <pc:sldMk cId="2542034" sldId="257"/>
        </pc:sldMkLst>
      </pc:sldChg>
      <pc:sldChg chg="addSp delSp modSp add modAnim">
        <pc:chgData name="Bart van Eijkelenburg" userId="32564be6-3772-4f77-8099-aa7e4c72ca61" providerId="ADAL" clId="{0ADB43C0-FD3B-45F6-B36C-64FDE357219F}" dt="2020-09-28T18:39:57.536" v="29"/>
        <pc:sldMkLst>
          <pc:docMk/>
          <pc:sldMk cId="4159333037" sldId="258"/>
        </pc:sldMkLst>
      </pc:sldChg>
      <pc:sldChg chg="addSp delSp modSp add modAnim">
        <pc:chgData name="Bart van Eijkelenburg" userId="32564be6-3772-4f77-8099-aa7e4c72ca61" providerId="ADAL" clId="{0ADB43C0-FD3B-45F6-B36C-64FDE357219F}" dt="2020-09-28T18:40:06.235" v="32"/>
        <pc:sldMkLst>
          <pc:docMk/>
          <pc:sldMk cId="1301229972" sldId="259"/>
        </pc:sldMkLst>
      </pc:sldChg>
      <pc:sldChg chg="addSp delSp modSp add modAnim">
        <pc:chgData name="Bart van Eijkelenburg" userId="32564be6-3772-4f77-8099-aa7e4c72ca61" providerId="ADAL" clId="{0ADB43C0-FD3B-45F6-B36C-64FDE357219F}" dt="2020-09-28T18:40:17.336" v="35"/>
        <pc:sldMkLst>
          <pc:docMk/>
          <pc:sldMk cId="3843515726" sldId="260"/>
        </pc:sldMkLst>
      </pc:sldChg>
      <pc:sldChg chg="addSp delSp modSp add modAnim">
        <pc:chgData name="Bart van Eijkelenburg" userId="32564be6-3772-4f77-8099-aa7e4c72ca61" providerId="ADAL" clId="{0ADB43C0-FD3B-45F6-B36C-64FDE357219F}" dt="2020-09-28T18:40:27.789" v="38"/>
        <pc:sldMkLst>
          <pc:docMk/>
          <pc:sldMk cId="3286788672" sldId="261"/>
        </pc:sldMkLst>
      </pc:sldChg>
      <pc:sldChg chg="addSp delSp modSp add modAnim">
        <pc:chgData name="Bart van Eijkelenburg" userId="32564be6-3772-4f77-8099-aa7e4c72ca61" providerId="ADAL" clId="{0ADB43C0-FD3B-45F6-B36C-64FDE357219F}" dt="2020-09-28T18:40:34.504" v="41"/>
        <pc:sldMkLst>
          <pc:docMk/>
          <pc:sldMk cId="3970664828" sldId="262"/>
        </pc:sldMkLst>
      </pc:sldChg>
      <pc:sldChg chg="addSp delSp modSp add modAnim">
        <pc:chgData name="Bart van Eijkelenburg" userId="32564be6-3772-4f77-8099-aa7e4c72ca61" providerId="ADAL" clId="{0ADB43C0-FD3B-45F6-B36C-64FDE357219F}" dt="2020-09-28T18:40:42.056" v="44"/>
        <pc:sldMkLst>
          <pc:docMk/>
          <pc:sldMk cId="280139229" sldId="263"/>
        </pc:sldMkLst>
      </pc:sldChg>
      <pc:sldChg chg="addSp delSp modSp add modAnim">
        <pc:chgData name="Bart van Eijkelenburg" userId="32564be6-3772-4f77-8099-aa7e4c72ca61" providerId="ADAL" clId="{0ADB43C0-FD3B-45F6-B36C-64FDE357219F}" dt="2020-09-28T18:40:49.055" v="47"/>
        <pc:sldMkLst>
          <pc:docMk/>
          <pc:sldMk cId="1424216050" sldId="264"/>
        </pc:sldMkLst>
      </pc:sldChg>
      <pc:sldChg chg="addSp delSp modSp add modAnim">
        <pc:chgData name="Bart van Eijkelenburg" userId="32564be6-3772-4f77-8099-aa7e4c72ca61" providerId="ADAL" clId="{0ADB43C0-FD3B-45F6-B36C-64FDE357219F}" dt="2020-09-28T18:40:58.274" v="50"/>
        <pc:sldMkLst>
          <pc:docMk/>
          <pc:sldMk cId="2515154140" sldId="265"/>
        </pc:sldMkLst>
      </pc:sldChg>
      <pc:sldChg chg="addSp delSp modSp add modAnim">
        <pc:chgData name="Bart van Eijkelenburg" userId="32564be6-3772-4f77-8099-aa7e4c72ca61" providerId="ADAL" clId="{0ADB43C0-FD3B-45F6-B36C-64FDE357219F}" dt="2020-09-28T18:41:05.727" v="53"/>
        <pc:sldMkLst>
          <pc:docMk/>
          <pc:sldMk cId="300663440" sldId="266"/>
        </pc:sldMkLst>
      </pc:sldChg>
      <pc:sldChg chg="addSp delSp modSp add modAnim">
        <pc:chgData name="Bart van Eijkelenburg" userId="32564be6-3772-4f77-8099-aa7e4c72ca61" providerId="ADAL" clId="{0ADB43C0-FD3B-45F6-B36C-64FDE357219F}" dt="2020-09-28T18:41:12.565" v="56"/>
        <pc:sldMkLst>
          <pc:docMk/>
          <pc:sldMk cId="947446361" sldId="267"/>
        </pc:sldMkLst>
      </pc:sldChg>
      <pc:sldChg chg="addSp delSp modSp add modAnim">
        <pc:chgData name="Bart van Eijkelenburg" userId="32564be6-3772-4f77-8099-aa7e4c72ca61" providerId="ADAL" clId="{0ADB43C0-FD3B-45F6-B36C-64FDE357219F}" dt="2020-09-28T18:41:19.692" v="59"/>
        <pc:sldMkLst>
          <pc:docMk/>
          <pc:sldMk cId="4101513902" sldId="268"/>
        </pc:sldMkLst>
      </pc:sldChg>
      <pc:sldChg chg="addSp delSp modSp add modAnim">
        <pc:chgData name="Bart van Eijkelenburg" userId="32564be6-3772-4f77-8099-aa7e4c72ca61" providerId="ADAL" clId="{0ADB43C0-FD3B-45F6-B36C-64FDE357219F}" dt="2020-09-28T18:41:28.346" v="62"/>
        <pc:sldMkLst>
          <pc:docMk/>
          <pc:sldMk cId="3095331417" sldId="269"/>
        </pc:sldMkLst>
      </pc:sldChg>
      <pc:sldChg chg="addSp delSp modSp add mod">
        <pc:chgData name="Bart van Eijkelenburg" userId="32564be6-3772-4f77-8099-aa7e4c72ca61" providerId="ADAL" clId="{0ADB43C0-FD3B-45F6-B36C-64FDE357219F}" dt="2020-09-28T18:41:34.771" v="65"/>
        <pc:sldMkLst>
          <pc:docMk/>
          <pc:sldMk cId="1955442884" sldId="270"/>
        </pc:sldMkLst>
      </pc:sldChg>
      <pc:sldChg chg="addSp delSp modSp add">
        <pc:chgData name="Bart van Eijkelenburg" userId="32564be6-3772-4f77-8099-aa7e4c72ca61" providerId="ADAL" clId="{0ADB43C0-FD3B-45F6-B36C-64FDE357219F}" dt="2020-09-28T18:41:41.109" v="68"/>
        <pc:sldMkLst>
          <pc:docMk/>
          <pc:sldMk cId="1293905487" sldId="271"/>
        </pc:sldMkLst>
      </pc:sldChg>
      <pc:sldMasterChg chg="setBg modSldLayout">
        <pc:chgData name="Bart van Eijkelenburg" userId="32564be6-3772-4f77-8099-aa7e4c72ca61" providerId="ADAL" clId="{0ADB43C0-FD3B-45F6-B36C-64FDE357219F}" dt="2020-09-28T18:43:28.591" v="77"/>
        <pc:sldMasterMkLst>
          <pc:docMk/>
          <pc:sldMasterMk cId="3710326843" sldId="2147483648"/>
        </pc:sldMasterMkLst>
        <pc:sldLayoutChg chg="setBg">
          <pc:chgData name="Bart van Eijkelenburg" userId="32564be6-3772-4f77-8099-aa7e4c72ca61" providerId="ADAL" clId="{0ADB43C0-FD3B-45F6-B36C-64FDE357219F}" dt="2020-09-28T18:43:28.591" v="77"/>
          <pc:sldLayoutMkLst>
            <pc:docMk/>
            <pc:sldMasterMk cId="3710326843" sldId="2147483648"/>
            <pc:sldLayoutMk cId="1613781643" sldId="2147483649"/>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415793135" sldId="2147483650"/>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1789554262" sldId="2147483651"/>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3584172579" sldId="2147483652"/>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1750151064" sldId="2147483653"/>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232498468" sldId="2147483654"/>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2022167861" sldId="2147483655"/>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1134041713" sldId="2147483656"/>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669655522" sldId="2147483657"/>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845943430" sldId="2147483658"/>
          </pc:sldLayoutMkLst>
        </pc:sldLayoutChg>
        <pc:sldLayoutChg chg="setBg">
          <pc:chgData name="Bart van Eijkelenburg" userId="32564be6-3772-4f77-8099-aa7e4c72ca61" providerId="ADAL" clId="{0ADB43C0-FD3B-45F6-B36C-64FDE357219F}" dt="2020-09-28T18:43:28.591" v="77"/>
          <pc:sldLayoutMkLst>
            <pc:docMk/>
            <pc:sldMasterMk cId="3710326843" sldId="2147483648"/>
            <pc:sldLayoutMk cId="1822760438" sldId="2147483659"/>
          </pc:sldLayoutMkLst>
        </pc:sldLayoutChg>
      </pc:sldMasterChg>
    </pc:docChg>
  </pc:docChgLst>
  <pc:docChgLst>
    <pc:chgData name="Bart" userId="32564be6-3772-4f77-8099-aa7e4c72ca61" providerId="ADAL" clId="{6E16D4F4-9560-4C47-B8E3-96AC46735D90}"/>
    <pc:docChg chg="addSld delSld modSld modMainMaster">
      <pc:chgData name="Bart" userId="32564be6-3772-4f77-8099-aa7e4c72ca61" providerId="ADAL" clId="{6E16D4F4-9560-4C47-B8E3-96AC46735D90}" dt="2021-06-24T08:59:09.898" v="11"/>
      <pc:docMkLst>
        <pc:docMk/>
      </pc:docMkLst>
      <pc:sldChg chg="add del setBg">
        <pc:chgData name="Bart" userId="32564be6-3772-4f77-8099-aa7e4c72ca61" providerId="ADAL" clId="{6E16D4F4-9560-4C47-B8E3-96AC46735D90}" dt="2021-06-24T08:59:09.898" v="11"/>
        <pc:sldMkLst>
          <pc:docMk/>
          <pc:sldMk cId="678572748" sldId="256"/>
        </pc:sldMkLst>
      </pc:sldChg>
      <pc:sldChg chg="del">
        <pc:chgData name="Bart" userId="32564be6-3772-4f77-8099-aa7e4c72ca61" providerId="ADAL" clId="{6E16D4F4-9560-4C47-B8E3-96AC46735D90}" dt="2021-06-24T08:58:51.708" v="0" actId="2696"/>
        <pc:sldMkLst>
          <pc:docMk/>
          <pc:sldMk cId="690363851" sldId="256"/>
        </pc:sldMkLst>
      </pc:sldChg>
      <pc:sldChg chg="setBg">
        <pc:chgData name="Bart" userId="32564be6-3772-4f77-8099-aa7e4c72ca61" providerId="ADAL" clId="{6E16D4F4-9560-4C47-B8E3-96AC46735D90}" dt="2021-06-24T08:59:05.608" v="9"/>
        <pc:sldMkLst>
          <pc:docMk/>
          <pc:sldMk cId="2542034" sldId="257"/>
        </pc:sldMkLst>
      </pc:sldChg>
      <pc:sldMasterChg chg="setBg modSldLayout">
        <pc:chgData name="Bart" userId="32564be6-3772-4f77-8099-aa7e4c72ca61" providerId="ADAL" clId="{6E16D4F4-9560-4C47-B8E3-96AC46735D90}" dt="2021-06-24T08:59:05.608" v="9"/>
        <pc:sldMasterMkLst>
          <pc:docMk/>
          <pc:sldMasterMk cId="3710326843" sldId="2147483648"/>
        </pc:sldMasterMkLst>
        <pc:sldLayoutChg chg="setBg">
          <pc:chgData name="Bart" userId="32564be6-3772-4f77-8099-aa7e4c72ca61" providerId="ADAL" clId="{6E16D4F4-9560-4C47-B8E3-96AC46735D90}" dt="2021-06-24T08:59:05.608" v="9"/>
          <pc:sldLayoutMkLst>
            <pc:docMk/>
            <pc:sldMasterMk cId="3710326843" sldId="2147483648"/>
            <pc:sldLayoutMk cId="1613781643" sldId="2147483649"/>
          </pc:sldLayoutMkLst>
        </pc:sldLayoutChg>
        <pc:sldLayoutChg chg="setBg">
          <pc:chgData name="Bart" userId="32564be6-3772-4f77-8099-aa7e4c72ca61" providerId="ADAL" clId="{6E16D4F4-9560-4C47-B8E3-96AC46735D90}" dt="2021-06-24T08:59:05.608" v="9"/>
          <pc:sldLayoutMkLst>
            <pc:docMk/>
            <pc:sldMasterMk cId="3710326843" sldId="2147483648"/>
            <pc:sldLayoutMk cId="415793135" sldId="2147483650"/>
          </pc:sldLayoutMkLst>
        </pc:sldLayoutChg>
        <pc:sldLayoutChg chg="setBg">
          <pc:chgData name="Bart" userId="32564be6-3772-4f77-8099-aa7e4c72ca61" providerId="ADAL" clId="{6E16D4F4-9560-4C47-B8E3-96AC46735D90}" dt="2021-06-24T08:59:05.608" v="9"/>
          <pc:sldLayoutMkLst>
            <pc:docMk/>
            <pc:sldMasterMk cId="3710326843" sldId="2147483648"/>
            <pc:sldLayoutMk cId="1789554262" sldId="2147483651"/>
          </pc:sldLayoutMkLst>
        </pc:sldLayoutChg>
        <pc:sldLayoutChg chg="setBg">
          <pc:chgData name="Bart" userId="32564be6-3772-4f77-8099-aa7e4c72ca61" providerId="ADAL" clId="{6E16D4F4-9560-4C47-B8E3-96AC46735D90}" dt="2021-06-24T08:59:05.608" v="9"/>
          <pc:sldLayoutMkLst>
            <pc:docMk/>
            <pc:sldMasterMk cId="3710326843" sldId="2147483648"/>
            <pc:sldLayoutMk cId="3584172579" sldId="2147483652"/>
          </pc:sldLayoutMkLst>
        </pc:sldLayoutChg>
        <pc:sldLayoutChg chg="setBg">
          <pc:chgData name="Bart" userId="32564be6-3772-4f77-8099-aa7e4c72ca61" providerId="ADAL" clId="{6E16D4F4-9560-4C47-B8E3-96AC46735D90}" dt="2021-06-24T08:59:05.608" v="9"/>
          <pc:sldLayoutMkLst>
            <pc:docMk/>
            <pc:sldMasterMk cId="3710326843" sldId="2147483648"/>
            <pc:sldLayoutMk cId="1750151064" sldId="2147483653"/>
          </pc:sldLayoutMkLst>
        </pc:sldLayoutChg>
        <pc:sldLayoutChg chg="setBg">
          <pc:chgData name="Bart" userId="32564be6-3772-4f77-8099-aa7e4c72ca61" providerId="ADAL" clId="{6E16D4F4-9560-4C47-B8E3-96AC46735D90}" dt="2021-06-24T08:59:05.608" v="9"/>
          <pc:sldLayoutMkLst>
            <pc:docMk/>
            <pc:sldMasterMk cId="3710326843" sldId="2147483648"/>
            <pc:sldLayoutMk cId="232498468" sldId="2147483654"/>
          </pc:sldLayoutMkLst>
        </pc:sldLayoutChg>
        <pc:sldLayoutChg chg="setBg">
          <pc:chgData name="Bart" userId="32564be6-3772-4f77-8099-aa7e4c72ca61" providerId="ADAL" clId="{6E16D4F4-9560-4C47-B8E3-96AC46735D90}" dt="2021-06-24T08:59:05.608" v="9"/>
          <pc:sldLayoutMkLst>
            <pc:docMk/>
            <pc:sldMasterMk cId="3710326843" sldId="2147483648"/>
            <pc:sldLayoutMk cId="2022167861" sldId="2147483655"/>
          </pc:sldLayoutMkLst>
        </pc:sldLayoutChg>
        <pc:sldLayoutChg chg="setBg">
          <pc:chgData name="Bart" userId="32564be6-3772-4f77-8099-aa7e4c72ca61" providerId="ADAL" clId="{6E16D4F4-9560-4C47-B8E3-96AC46735D90}" dt="2021-06-24T08:59:05.608" v="9"/>
          <pc:sldLayoutMkLst>
            <pc:docMk/>
            <pc:sldMasterMk cId="3710326843" sldId="2147483648"/>
            <pc:sldLayoutMk cId="1134041713" sldId="2147483656"/>
          </pc:sldLayoutMkLst>
        </pc:sldLayoutChg>
        <pc:sldLayoutChg chg="setBg">
          <pc:chgData name="Bart" userId="32564be6-3772-4f77-8099-aa7e4c72ca61" providerId="ADAL" clId="{6E16D4F4-9560-4C47-B8E3-96AC46735D90}" dt="2021-06-24T08:59:05.608" v="9"/>
          <pc:sldLayoutMkLst>
            <pc:docMk/>
            <pc:sldMasterMk cId="3710326843" sldId="2147483648"/>
            <pc:sldLayoutMk cId="669655522" sldId="2147483657"/>
          </pc:sldLayoutMkLst>
        </pc:sldLayoutChg>
        <pc:sldLayoutChg chg="setBg">
          <pc:chgData name="Bart" userId="32564be6-3772-4f77-8099-aa7e4c72ca61" providerId="ADAL" clId="{6E16D4F4-9560-4C47-B8E3-96AC46735D90}" dt="2021-06-24T08:59:05.608" v="9"/>
          <pc:sldLayoutMkLst>
            <pc:docMk/>
            <pc:sldMasterMk cId="3710326843" sldId="2147483648"/>
            <pc:sldLayoutMk cId="845943430" sldId="2147483658"/>
          </pc:sldLayoutMkLst>
        </pc:sldLayoutChg>
        <pc:sldLayoutChg chg="setBg">
          <pc:chgData name="Bart" userId="32564be6-3772-4f77-8099-aa7e4c72ca61" providerId="ADAL" clId="{6E16D4F4-9560-4C47-B8E3-96AC46735D90}" dt="2021-06-24T08:59:05.608" v="9"/>
          <pc:sldLayoutMkLst>
            <pc:docMk/>
            <pc:sldMasterMk cId="3710326843" sldId="2147483648"/>
            <pc:sldLayoutMk cId="1822760438" sldId="2147483659"/>
          </pc:sldLayoutMkLst>
        </pc:sldLayoutChg>
      </pc:sldMasterChg>
    </pc:docChg>
  </pc:docChgLst>
  <pc:docChgLst>
    <pc:chgData name="Bart van Eijkelenburg" userId="32564be6-3772-4f77-8099-aa7e4c72ca61" providerId="ADAL" clId="{9006A5EC-688A-498B-BA84-4A64812BD7F3}"/>
    <pc:docChg chg="addSld delSld modSld">
      <pc:chgData name="Bart van Eijkelenburg" userId="32564be6-3772-4f77-8099-aa7e4c72ca61" providerId="ADAL" clId="{9006A5EC-688A-498B-BA84-4A64812BD7F3}" dt="2023-06-14T10:36:56.446" v="11" actId="20577"/>
      <pc:docMkLst>
        <pc:docMk/>
      </pc:docMkLst>
      <pc:sldChg chg="modSp mod">
        <pc:chgData name="Bart van Eijkelenburg" userId="32564be6-3772-4f77-8099-aa7e4c72ca61" providerId="ADAL" clId="{9006A5EC-688A-498B-BA84-4A64812BD7F3}" dt="2023-05-15T12:28:51.043" v="0" actId="20577"/>
        <pc:sldMkLst>
          <pc:docMk/>
          <pc:sldMk cId="3772420574" sldId="256"/>
        </pc:sldMkLst>
      </pc:sldChg>
      <pc:sldChg chg="modSp mod">
        <pc:chgData name="Bart van Eijkelenburg" userId="32564be6-3772-4f77-8099-aa7e4c72ca61" providerId="ADAL" clId="{9006A5EC-688A-498B-BA84-4A64812BD7F3}" dt="2023-06-14T10:36:56.446" v="11" actId="20577"/>
        <pc:sldMkLst>
          <pc:docMk/>
          <pc:sldMk cId="2542034" sldId="257"/>
        </pc:sldMkLst>
      </pc:sldChg>
      <pc:sldChg chg="add">
        <pc:chgData name="Bart van Eijkelenburg" userId="32564be6-3772-4f77-8099-aa7e4c72ca61" providerId="ADAL" clId="{9006A5EC-688A-498B-BA84-4A64812BD7F3}" dt="2023-06-14T10:36:26.650" v="7"/>
        <pc:sldMkLst>
          <pc:docMk/>
          <pc:sldMk cId="1686947883" sldId="258"/>
        </pc:sldMkLst>
      </pc:sldChg>
      <pc:sldChg chg="del">
        <pc:chgData name="Bart van Eijkelenburg" userId="32564be6-3772-4f77-8099-aa7e4c72ca61" providerId="ADAL" clId="{9006A5EC-688A-498B-BA84-4A64812BD7F3}" dt="2023-06-14T10:35:22.675" v="2" actId="47"/>
        <pc:sldMkLst>
          <pc:docMk/>
          <pc:sldMk cId="4159333037" sldId="258"/>
        </pc:sldMkLst>
      </pc:sldChg>
      <pc:sldChg chg="add">
        <pc:chgData name="Bart van Eijkelenburg" userId="32564be6-3772-4f77-8099-aa7e4c72ca61" providerId="ADAL" clId="{9006A5EC-688A-498B-BA84-4A64812BD7F3}" dt="2023-06-14T10:36:26.650" v="7"/>
        <pc:sldMkLst>
          <pc:docMk/>
          <pc:sldMk cId="416639851" sldId="259"/>
        </pc:sldMkLst>
      </pc:sldChg>
      <pc:sldChg chg="del">
        <pc:chgData name="Bart van Eijkelenburg" userId="32564be6-3772-4f77-8099-aa7e4c72ca61" providerId="ADAL" clId="{9006A5EC-688A-498B-BA84-4A64812BD7F3}" dt="2023-06-14T10:35:31.331" v="3" actId="47"/>
        <pc:sldMkLst>
          <pc:docMk/>
          <pc:sldMk cId="1301229972" sldId="259"/>
        </pc:sldMkLst>
      </pc:sldChg>
      <pc:sldChg chg="add">
        <pc:chgData name="Bart van Eijkelenburg" userId="32564be6-3772-4f77-8099-aa7e4c72ca61" providerId="ADAL" clId="{9006A5EC-688A-498B-BA84-4A64812BD7F3}" dt="2023-06-14T10:36:26.650" v="7"/>
        <pc:sldMkLst>
          <pc:docMk/>
          <pc:sldMk cId="1406139472" sldId="260"/>
        </pc:sldMkLst>
      </pc:sldChg>
      <pc:sldChg chg="del">
        <pc:chgData name="Bart van Eijkelenburg" userId="32564be6-3772-4f77-8099-aa7e4c72ca61" providerId="ADAL" clId="{9006A5EC-688A-498B-BA84-4A64812BD7F3}" dt="2023-06-14T10:35:32.518" v="4" actId="47"/>
        <pc:sldMkLst>
          <pc:docMk/>
          <pc:sldMk cId="3843515726" sldId="260"/>
        </pc:sldMkLst>
      </pc:sldChg>
      <pc:sldChg chg="add">
        <pc:chgData name="Bart van Eijkelenburg" userId="32564be6-3772-4f77-8099-aa7e4c72ca61" providerId="ADAL" clId="{9006A5EC-688A-498B-BA84-4A64812BD7F3}" dt="2023-06-14T10:36:26.650" v="7"/>
        <pc:sldMkLst>
          <pc:docMk/>
          <pc:sldMk cId="1919167115" sldId="261"/>
        </pc:sldMkLst>
      </pc:sldChg>
      <pc:sldChg chg="del">
        <pc:chgData name="Bart van Eijkelenburg" userId="32564be6-3772-4f77-8099-aa7e4c72ca61" providerId="ADAL" clId="{9006A5EC-688A-498B-BA84-4A64812BD7F3}" dt="2023-06-14T10:35:33.834" v="5" actId="47"/>
        <pc:sldMkLst>
          <pc:docMk/>
          <pc:sldMk cId="3286788672" sldId="261"/>
        </pc:sldMkLst>
      </pc:sldChg>
      <pc:sldChg chg="del">
        <pc:chgData name="Bart van Eijkelenburg" userId="32564be6-3772-4f77-8099-aa7e4c72ca61" providerId="ADAL" clId="{9006A5EC-688A-498B-BA84-4A64812BD7F3}" dt="2023-06-14T10:35:35.167" v="6" actId="47"/>
        <pc:sldMkLst>
          <pc:docMk/>
          <pc:sldMk cId="3970664828" sldId="262"/>
        </pc:sldMkLst>
      </pc:sldChg>
      <pc:sldChg chg="add">
        <pc:chgData name="Bart van Eijkelenburg" userId="32564be6-3772-4f77-8099-aa7e4c72ca61" providerId="ADAL" clId="{9006A5EC-688A-498B-BA84-4A64812BD7F3}" dt="2023-06-14T10:36:26.650" v="7"/>
        <pc:sldMkLst>
          <pc:docMk/>
          <pc:sldMk cId="4107390451" sldId="262"/>
        </pc:sldMkLst>
      </pc:sldChg>
      <pc:sldChg chg="add">
        <pc:chgData name="Bart van Eijkelenburg" userId="32564be6-3772-4f77-8099-aa7e4c72ca61" providerId="ADAL" clId="{9006A5EC-688A-498B-BA84-4A64812BD7F3}" dt="2023-06-14T10:36:26.650" v="7"/>
        <pc:sldMkLst>
          <pc:docMk/>
          <pc:sldMk cId="3927023379" sldId="272"/>
        </pc:sldMkLst>
      </pc:sldChg>
    </pc:docChg>
  </pc:docChgLst>
  <pc:docChgLst>
    <pc:chgData name="Bart van Eijkelenburg" userId="S::bart.vaneijkelenburg@hu.nl::32564be6-3772-4f77-8099-aa7e4c72ca61" providerId="AD" clId="Web-{309E51E2-3937-4CEA-908A-128FC7133A37}"/>
    <pc:docChg chg="modSld">
      <pc:chgData name="Bart van Eijkelenburg" userId="S::bart.vaneijkelenburg@hu.nl::32564be6-3772-4f77-8099-aa7e4c72ca61" providerId="AD" clId="Web-{309E51E2-3937-4CEA-908A-128FC7133A37}" dt="2023-06-07T15:21:51.119" v="7" actId="20577"/>
      <pc:docMkLst>
        <pc:docMk/>
      </pc:docMkLst>
      <pc:sldChg chg="modSp">
        <pc:chgData name="Bart van Eijkelenburg" userId="S::bart.vaneijkelenburg@hu.nl::32564be6-3772-4f77-8099-aa7e4c72ca61" providerId="AD" clId="Web-{309E51E2-3937-4CEA-908A-128FC7133A37}" dt="2023-06-07T15:21:51.119" v="7" actId="20577"/>
        <pc:sldMkLst>
          <pc:docMk/>
          <pc:sldMk cId="3772420574" sldId="25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C8E1DF-39F1-45E3-A862-58180889FC7F}"/>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1B61639D-F05E-428F-A0FA-83AD37D06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4B8DAB69-C247-4AB8-B561-2FEE3D3B6AA9}"/>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DD246BB2-2412-4FB6-AF2D-BD98E91273C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1CC9020-64F6-48F6-9466-6BD8A97A3714}"/>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613781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23A1DF-F4FB-440A-8945-1410331F5CA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406FC60-DDE7-400F-A19E-B5F81775C26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DCD069C-1C82-4B51-A64C-8C3BD1137C5E}"/>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B8639982-D7FC-4780-91C4-E979B6F4982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CE7A8B9-6632-462C-AD0B-0901C1F2CF3F}"/>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415793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542E68-95D2-4B1B-8265-0D6AADBC27C6}"/>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BA9B3F27-7BC4-43BB-B045-E71B4BA83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37F23-1842-4096-A608-B7D89E8EEB6A}"/>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2B3F600F-5D3B-4208-BC99-414649F033A4}"/>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1EB10A6-D7D1-42BB-9192-3C01F798227D}"/>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78955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64B481-6A1E-4A7A-BA2C-AD7683AAEAA4}"/>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6CCB6D18-B62F-46BE-898D-3976E439AA6E}"/>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E7868C45-2325-4E7F-ABE2-BC9F53F50601}"/>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398CBF5D-72C9-4547-B8B2-8ADCBCD7C81C}"/>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0B067E11-5CA8-427B-B35D-5ECA6D0993C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F51E6C4-BC3E-47E0-9821-9113598A7C72}"/>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3584172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44D12D-8622-489B-B0CB-3ED83817FA39}"/>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531BC818-11A1-42BE-A9E8-0D0AD3AFB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CED365E5-F3FB-49AD-8A0A-5B2102D2B163}"/>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760253B7-D1CB-410C-8A09-977BD52E9D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2530F3B8-F6C0-4AE5-A91A-244DBB685C3D}"/>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A6A46507-17A7-4BFD-B956-E66C79887DDC}"/>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8" name="Tijdelijke aanduiding voor voettekst 7">
            <a:extLst>
              <a:ext uri="{FF2B5EF4-FFF2-40B4-BE49-F238E27FC236}">
                <a16:creationId xmlns:a16="http://schemas.microsoft.com/office/drawing/2014/main" id="{A298CA63-4447-4358-95CF-F32F7B45FB14}"/>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FFAEBE12-15FC-4C82-9754-A1FA7BF341F9}"/>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75015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CB1A3F-A57A-4A58-967C-E2B74F46327C}"/>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7827ABD6-03C6-4FE9-88FC-9DCD1E4888B8}"/>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4" name="Tijdelijke aanduiding voor voettekst 3">
            <a:extLst>
              <a:ext uri="{FF2B5EF4-FFF2-40B4-BE49-F238E27FC236}">
                <a16:creationId xmlns:a16="http://schemas.microsoft.com/office/drawing/2014/main" id="{AB4AA5DA-1D50-40ED-95B6-75E659E2CA8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C3BC4BDB-AFA3-429E-B796-17482A758FA1}"/>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23249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E2A8F2D-04EE-4E3F-AEAB-3A3819399515}"/>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3" name="Tijdelijke aanduiding voor voettekst 2">
            <a:extLst>
              <a:ext uri="{FF2B5EF4-FFF2-40B4-BE49-F238E27FC236}">
                <a16:creationId xmlns:a16="http://schemas.microsoft.com/office/drawing/2014/main" id="{BC25A7A9-823F-4587-90D6-17D79C593F45}"/>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19600E7B-B2B8-4ED1-B530-C4383FE629BB}"/>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2022167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C7D213-F240-4D01-A754-1EDCB13276F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76F8D6AA-C706-41F4-A4A8-1C1A077DBF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6DCF04F4-78DB-48EF-83DF-97A4C6B66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0568C81C-3973-4D8A-8F08-B629A2FFE6CD}"/>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B177B2E9-84FC-4D9D-91A3-48FD50BBBB9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16794F5-0F6A-4466-AAFB-7C5F42306ECC}"/>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134041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DD246E-A7D2-412F-BF8A-BF90FE78E137}"/>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94992FE-F352-4252-9441-14DB63706D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D90172A2-CA0F-4204-918D-1230F7395C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175BA945-82CB-4EC2-8E9E-3C3D2E06ED77}"/>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FD062731-440A-43B4-98CF-38DAC3BF93FC}"/>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E42956A-7623-499D-86E6-E978AE5CF793}"/>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669655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E89811-DD17-4C33-8BD6-4F0AAB04ADBA}"/>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77250DB3-EC8D-4CD5-B169-29D53C948E77}"/>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72315B3-137C-443E-A5BF-8EE4401516FE}"/>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EC9FB0C7-188D-471A-9287-CD87FE9CDDD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89D11D9-F2F2-4BC0-BFBC-540F349885F0}"/>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84594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27E9B3AD-3967-4794-9ADB-FD6A78EA40FD}"/>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35B52375-09AD-4FE6-BB9C-1F8495E7E2FE}"/>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BEEE781-E0BD-42FD-BE24-58A8C88BBBCF}"/>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EE3DAA13-AF6E-488F-9563-08CA7787E6B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B4715AF-8B85-43CE-9A2C-EF55DEA0DA30}"/>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822760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C8E1DF-39F1-45E3-A862-58180889FC7F}"/>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1B61639D-F05E-428F-A0FA-83AD37D06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4B8DAB69-C247-4AB8-B561-2FEE3D3B6AA9}"/>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DD246BB2-2412-4FB6-AF2D-BD98E91273C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1CC9020-64F6-48F6-9466-6BD8A97A3714}"/>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2159807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23A1DF-F4FB-440A-8945-1410331F5CA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3406FC60-DDE7-400F-A19E-B5F81775C26A}"/>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8DCD069C-1C82-4B51-A64C-8C3BD1137C5E}"/>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B8639982-D7FC-4780-91C4-E979B6F49825}"/>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DCE7A8B9-6632-462C-AD0B-0901C1F2CF3F}"/>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904951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542E68-95D2-4B1B-8265-0D6AADBC27C6}"/>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BA9B3F27-7BC4-43BB-B045-E71B4BA835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E9537F23-1842-4096-A608-B7D89E8EEB6A}"/>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2B3F600F-5D3B-4208-BC99-414649F033A4}"/>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71EB10A6-D7D1-42BB-9192-3C01F798227D}"/>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4068414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64B481-6A1E-4A7A-BA2C-AD7683AAEAA4}"/>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6CCB6D18-B62F-46BE-898D-3976E439AA6E}"/>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E7868C45-2325-4E7F-ABE2-BC9F53F50601}"/>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398CBF5D-72C9-4547-B8B2-8ADCBCD7C81C}"/>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0B067E11-5CA8-427B-B35D-5ECA6D0993C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F51E6C4-BC3E-47E0-9821-9113598A7C72}"/>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5564066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44D12D-8622-489B-B0CB-3ED83817FA39}"/>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531BC818-11A1-42BE-A9E8-0D0AD3AFB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CED365E5-F3FB-49AD-8A0A-5B2102D2B163}"/>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760253B7-D1CB-410C-8A09-977BD52E9D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2530F3B8-F6C0-4AE5-A91A-244DBB685C3D}"/>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A6A46507-17A7-4BFD-B956-E66C79887DDC}"/>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8" name="Tijdelijke aanduiding voor voettekst 7">
            <a:extLst>
              <a:ext uri="{FF2B5EF4-FFF2-40B4-BE49-F238E27FC236}">
                <a16:creationId xmlns:a16="http://schemas.microsoft.com/office/drawing/2014/main" id="{A298CA63-4447-4358-95CF-F32F7B45FB14}"/>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FFAEBE12-15FC-4C82-9754-A1FA7BF341F9}"/>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3404964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CB1A3F-A57A-4A58-967C-E2B74F46327C}"/>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7827ABD6-03C6-4FE9-88FC-9DCD1E4888B8}"/>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4" name="Tijdelijke aanduiding voor voettekst 3">
            <a:extLst>
              <a:ext uri="{FF2B5EF4-FFF2-40B4-BE49-F238E27FC236}">
                <a16:creationId xmlns:a16="http://schemas.microsoft.com/office/drawing/2014/main" id="{AB4AA5DA-1D50-40ED-95B6-75E659E2CA8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C3BC4BDB-AFA3-429E-B796-17482A758FA1}"/>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36106790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E2A8F2D-04EE-4E3F-AEAB-3A3819399515}"/>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3" name="Tijdelijke aanduiding voor voettekst 2">
            <a:extLst>
              <a:ext uri="{FF2B5EF4-FFF2-40B4-BE49-F238E27FC236}">
                <a16:creationId xmlns:a16="http://schemas.microsoft.com/office/drawing/2014/main" id="{BC25A7A9-823F-4587-90D6-17D79C593F45}"/>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19600E7B-B2B8-4ED1-B530-C4383FE629BB}"/>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28055975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C7D213-F240-4D01-A754-1EDCB13276F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76F8D6AA-C706-41F4-A4A8-1C1A077DBF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6DCF04F4-78DB-48EF-83DF-97A4C6B66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0568C81C-3973-4D8A-8F08-B629A2FFE6CD}"/>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B177B2E9-84FC-4D9D-91A3-48FD50BBBB9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16794F5-0F6A-4466-AAFB-7C5F42306ECC}"/>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966031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DD246E-A7D2-412F-BF8A-BF90FE78E137}"/>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294992FE-F352-4252-9441-14DB63706D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D90172A2-CA0F-4204-918D-1230F7395C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175BA945-82CB-4EC2-8E9E-3C3D2E06ED77}"/>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6" name="Tijdelijke aanduiding voor voettekst 5">
            <a:extLst>
              <a:ext uri="{FF2B5EF4-FFF2-40B4-BE49-F238E27FC236}">
                <a16:creationId xmlns:a16="http://schemas.microsoft.com/office/drawing/2014/main" id="{FD062731-440A-43B4-98CF-38DAC3BF93FC}"/>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2E42956A-7623-499D-86E6-E978AE5CF793}"/>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2719880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E89811-DD17-4C33-8BD6-4F0AAB04ADBA}"/>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77250DB3-EC8D-4CD5-B169-29D53C948E77}"/>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072315B3-137C-443E-A5BF-8EE4401516FE}"/>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EC9FB0C7-188D-471A-9287-CD87FE9CDDDE}"/>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89D11D9-F2F2-4BC0-BFBC-540F349885F0}"/>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433249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27E9B3AD-3967-4794-9ADB-FD6A78EA40FD}"/>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35B52375-09AD-4FE6-BB9C-1F8495E7E2FE}"/>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BEEE781-E0BD-42FD-BE24-58A8C88BBBCF}"/>
              </a:ext>
            </a:extLst>
          </p:cNvPr>
          <p:cNvSpPr>
            <a:spLocks noGrp="1"/>
          </p:cNvSpPr>
          <p:nvPr>
            <p:ph type="dt" sz="half" idx="10"/>
          </p:nvPr>
        </p:nvSpPr>
        <p:spPr/>
        <p:txBody>
          <a:body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EE3DAA13-AF6E-488F-9563-08CA7787E6B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B4715AF-8B85-43CE-9A2C-EF55DEA0DA30}"/>
              </a:ext>
            </a:extLst>
          </p:cNvPr>
          <p:cNvSpPr>
            <a:spLocks noGrp="1"/>
          </p:cNvSpPr>
          <p:nvPr>
            <p:ph type="sldNum" sz="quarter" idx="12"/>
          </p:nvPr>
        </p:nvSpPr>
        <p:spPr/>
        <p:txBody>
          <a:bodyPr/>
          <a:lstStyle/>
          <a:p>
            <a:fld id="{EB23BF58-42C1-45BA-977A-2C3478802959}" type="slidenum">
              <a:rPr lang="nl-NL" smtClean="0"/>
              <a:t>‹nr.›</a:t>
            </a:fld>
            <a:endParaRPr lang="nl-NL"/>
          </a:p>
        </p:txBody>
      </p:sp>
    </p:spTree>
    <p:extLst>
      <p:ext uri="{BB962C8B-B14F-4D97-AF65-F5344CB8AC3E}">
        <p14:creationId xmlns:p14="http://schemas.microsoft.com/office/powerpoint/2010/main" val="1850305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5000" t="-3000" r="-2000" b="-20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D648CC3-13ED-41EC-A734-636A01746B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14597B3-C9B3-456E-9397-C762E5FF85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D663B7C-C8FE-4AEC-AA24-B155732DFB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DAE94C19-197E-4FE6-8FAB-D9F9191AE4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024F577E-C0DD-4232-B092-8DCE85B5A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3BF58-42C1-45BA-977A-2C3478802959}" type="slidenum">
              <a:rPr lang="nl-NL" smtClean="0"/>
              <a:t>‹nr.›</a:t>
            </a:fld>
            <a:endParaRPr lang="nl-NL"/>
          </a:p>
        </p:txBody>
      </p:sp>
    </p:spTree>
    <p:extLst>
      <p:ext uri="{BB962C8B-B14F-4D97-AF65-F5344CB8AC3E}">
        <p14:creationId xmlns:p14="http://schemas.microsoft.com/office/powerpoint/2010/main" val="3710326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8000" t="-2000" r="23000" b="-13000"/>
          </a:stretch>
        </a:blip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DD648CC3-13ED-41EC-A734-636A01746B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14597B3-C9B3-456E-9397-C762E5FF85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D663B7C-C8FE-4AEC-AA24-B155732DFB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7CD44A-2CD7-41FA-9852-B39F1144FAFC}" type="datetimeFigureOut">
              <a:rPr lang="nl-NL" smtClean="0"/>
              <a:t>9-7-2025</a:t>
            </a:fld>
            <a:endParaRPr lang="nl-NL"/>
          </a:p>
        </p:txBody>
      </p:sp>
      <p:sp>
        <p:nvSpPr>
          <p:cNvPr id="5" name="Tijdelijke aanduiding voor voettekst 4">
            <a:extLst>
              <a:ext uri="{FF2B5EF4-FFF2-40B4-BE49-F238E27FC236}">
                <a16:creationId xmlns:a16="http://schemas.microsoft.com/office/drawing/2014/main" id="{DAE94C19-197E-4FE6-8FAB-D9F9191AE4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024F577E-C0DD-4232-B092-8DCE85B5A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23BF58-42C1-45BA-977A-2C3478802959}" type="slidenum">
              <a:rPr lang="nl-NL" smtClean="0"/>
              <a:t>‹nr.›</a:t>
            </a:fld>
            <a:endParaRPr lang="nl-NL"/>
          </a:p>
        </p:txBody>
      </p:sp>
    </p:spTree>
    <p:extLst>
      <p:ext uri="{BB962C8B-B14F-4D97-AF65-F5344CB8AC3E}">
        <p14:creationId xmlns:p14="http://schemas.microsoft.com/office/powerpoint/2010/main" val="28577555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reativecommons.org/licenses/by-nd/2.0/"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s://www.flickr.com/photos/hikingartist/" TargetMode="External"/><Relationship Id="rId5" Type="http://schemas.openxmlformats.org/officeDocument/2006/relationships/hyperlink" Target="https://www.flickr.com/photos/hikingartist/5727278512/in/photolist-9J6Nnf-6v4Xhz-9rESs-87NA7G-8GJvbJ-qBne5u-8SRJFm-87KfnD-paxfD8-9h2Dio-nxbANX-paxh9n-87KoSM-8w3jZT-651mrd-8GFm3n-4yj7N1-nZZvut-pMSq4Q-ab1Z5h-8BY6Ub-7v2CGM-8KVkvz-bV1L4r-n35vqE-bV1L5v-98HAv9-a" TargetMode="Externa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forms.gle/8HQhqcMAyyxRmMrT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20000"/>
          </a:stretch>
        </a:blipFill>
        <a:effectLst/>
      </p:bgPr>
    </p:bg>
    <p:spTree>
      <p:nvGrpSpPr>
        <p:cNvPr id="1" name=""/>
        <p:cNvGrpSpPr/>
        <p:nvPr/>
      </p:nvGrpSpPr>
      <p:grpSpPr>
        <a:xfrm>
          <a:off x="0" y="0"/>
          <a:ext cx="0" cy="0"/>
          <a:chOff x="0" y="0"/>
          <a:chExt cx="0" cy="0"/>
        </a:xfrm>
      </p:grpSpPr>
      <p:grpSp>
        <p:nvGrpSpPr>
          <p:cNvPr id="22" name="Shape 171">
            <a:extLst>
              <a:ext uri="{FF2B5EF4-FFF2-40B4-BE49-F238E27FC236}">
                <a16:creationId xmlns:a16="http://schemas.microsoft.com/office/drawing/2014/main" id="{3F45D420-52F2-4784-A1A2-2318F70EDB37}"/>
              </a:ext>
            </a:extLst>
          </p:cNvPr>
          <p:cNvGrpSpPr/>
          <p:nvPr/>
        </p:nvGrpSpPr>
        <p:grpSpPr>
          <a:xfrm>
            <a:off x="71593" y="4244662"/>
            <a:ext cx="8964612" cy="2189518"/>
            <a:chOff x="179388" y="4668482"/>
            <a:chExt cx="8713786" cy="2029179"/>
          </a:xfrm>
        </p:grpSpPr>
        <p:sp>
          <p:nvSpPr>
            <p:cNvPr id="23" name="Shape 172">
              <a:extLst>
                <a:ext uri="{FF2B5EF4-FFF2-40B4-BE49-F238E27FC236}">
                  <a16:creationId xmlns:a16="http://schemas.microsoft.com/office/drawing/2014/main" id="{69C7CC07-8B84-4996-8785-7D76190AB5E9}"/>
                </a:ext>
              </a:extLst>
            </p:cNvPr>
            <p:cNvSpPr/>
            <p:nvPr/>
          </p:nvSpPr>
          <p:spPr>
            <a:xfrm>
              <a:off x="179388" y="4668482"/>
              <a:ext cx="8713786" cy="2029179"/>
            </a:xfrm>
            <a:prstGeom prst="rect">
              <a:avLst/>
            </a:prstGeom>
            <a:solidFill>
              <a:sysClr val="window" lastClr="FFFFFF"/>
            </a:solidFill>
            <a:ln w="9525" cap="flat">
              <a:solidFill>
                <a:srgbClr val="3399FF"/>
              </a:solidFill>
              <a:prstDash val="solid"/>
              <a:miter/>
              <a:headEnd type="none" w="med" len="med"/>
              <a:tailEnd type="none" w="med" len="med"/>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24" name="Shape 173">
              <a:extLst>
                <a:ext uri="{FF2B5EF4-FFF2-40B4-BE49-F238E27FC236}">
                  <a16:creationId xmlns:a16="http://schemas.microsoft.com/office/drawing/2014/main" id="{B38E11BF-405A-4AB0-B5D1-C0C81E39C854}"/>
                </a:ext>
              </a:extLst>
            </p:cNvPr>
            <p:cNvSpPr/>
            <p:nvPr/>
          </p:nvSpPr>
          <p:spPr>
            <a:xfrm>
              <a:off x="323850" y="4780525"/>
              <a:ext cx="8424862" cy="869011"/>
            </a:xfrm>
            <a:prstGeom prst="rect">
              <a:avLst/>
            </a:prstGeom>
            <a:solidFill>
              <a:srgbClr val="FF3300"/>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25" name="Shape 174">
              <a:extLst>
                <a:ext uri="{FF2B5EF4-FFF2-40B4-BE49-F238E27FC236}">
                  <a16:creationId xmlns:a16="http://schemas.microsoft.com/office/drawing/2014/main" id="{BF6EB35E-7E8D-4E28-AEB0-56F6A3166B59}"/>
                </a:ext>
              </a:extLst>
            </p:cNvPr>
            <p:cNvSpPr txBox="1"/>
            <p:nvPr/>
          </p:nvSpPr>
          <p:spPr>
            <a:xfrm>
              <a:off x="509587" y="4889500"/>
              <a:ext cx="8043745" cy="584776"/>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kumimoji="0" lang="nl-NL" sz="3200" b="1" i="0" u="none" strike="noStrike" kern="0" cap="none" spc="0" normalizeH="0" baseline="0" noProof="0" dirty="0">
                  <a:ln>
                    <a:noFill/>
                  </a:ln>
                  <a:solidFill>
                    <a:prstClr val="white"/>
                  </a:solidFill>
                  <a:effectLst/>
                  <a:uLnTx/>
                  <a:uFillTx/>
                  <a:latin typeface="Arial"/>
                  <a:cs typeface="Arial"/>
                  <a:sym typeface="Arial"/>
                  <a:rtl val="0"/>
                </a:rPr>
                <a:t>Les 6: Loops en iteraties</a:t>
              </a:r>
            </a:p>
          </p:txBody>
        </p:sp>
        <p:pic>
          <p:nvPicPr>
            <p:cNvPr id="26" name="Shape 175">
              <a:extLst>
                <a:ext uri="{FF2B5EF4-FFF2-40B4-BE49-F238E27FC236}">
                  <a16:creationId xmlns:a16="http://schemas.microsoft.com/office/drawing/2014/main" id="{EDF275B4-6B2D-4E7B-B60D-F107443F11AB}"/>
                </a:ext>
              </a:extLst>
            </p:cNvPr>
            <p:cNvPicPr preferRelativeResize="0"/>
            <p:nvPr/>
          </p:nvPicPr>
          <p:blipFill rotWithShape="1">
            <a:blip r:embed="rId3">
              <a:alphaModFix/>
            </a:blip>
            <a:srcRect b="14706"/>
            <a:stretch/>
          </p:blipFill>
          <p:spPr>
            <a:xfrm>
              <a:off x="5867398" y="5667342"/>
              <a:ext cx="2881312" cy="905882"/>
            </a:xfrm>
            <a:prstGeom prst="rect">
              <a:avLst/>
            </a:prstGeom>
            <a:noFill/>
            <a:ln>
              <a:noFill/>
            </a:ln>
          </p:spPr>
        </p:pic>
        <p:sp>
          <p:nvSpPr>
            <p:cNvPr id="27" name="Shape 176">
              <a:extLst>
                <a:ext uri="{FF2B5EF4-FFF2-40B4-BE49-F238E27FC236}">
                  <a16:creationId xmlns:a16="http://schemas.microsoft.com/office/drawing/2014/main" id="{89248A4E-88D6-4303-9D68-80A7E5B91B14}"/>
                </a:ext>
              </a:extLst>
            </p:cNvPr>
            <p:cNvSpPr/>
            <p:nvPr/>
          </p:nvSpPr>
          <p:spPr>
            <a:xfrm>
              <a:off x="323850" y="5733673"/>
              <a:ext cx="5441949" cy="839788"/>
            </a:xfrm>
            <a:prstGeom prst="rect">
              <a:avLst/>
            </a:prstGeom>
            <a:solidFill>
              <a:srgbClr val="3399FF"/>
            </a:solidFill>
            <a:ln>
              <a:noFill/>
            </a:ln>
          </p:spPr>
          <p:txBody>
            <a:bodyPr lIns="91425" tIns="45700" rIns="91425" bIns="45700" anchor="ctr"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cs typeface="Arial"/>
                <a:sym typeface="Arial"/>
                <a:rtl val="0"/>
              </a:endParaRPr>
            </a:p>
          </p:txBody>
        </p:sp>
        <p:sp>
          <p:nvSpPr>
            <p:cNvPr id="28" name="Shape 177">
              <a:extLst>
                <a:ext uri="{FF2B5EF4-FFF2-40B4-BE49-F238E27FC236}">
                  <a16:creationId xmlns:a16="http://schemas.microsoft.com/office/drawing/2014/main" id="{0675C590-6438-4EED-AAF8-6EF17360C37F}"/>
                </a:ext>
              </a:extLst>
            </p:cNvPr>
            <p:cNvSpPr txBox="1"/>
            <p:nvPr/>
          </p:nvSpPr>
          <p:spPr>
            <a:xfrm>
              <a:off x="323850" y="5797173"/>
              <a:ext cx="5213349" cy="646331"/>
            </a:xfrm>
            <a:prstGeom prst="rect">
              <a:avLst/>
            </a:prstGeom>
            <a:noFill/>
            <a:ln>
              <a:noFill/>
            </a:ln>
          </p:spPr>
          <p:txBody>
            <a:bodyPr lIns="91425" tIns="45700" rIns="91425" bIns="45700" anchor="t" anchorCtr="0">
              <a:no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dirty="0">
                  <a:ln>
                    <a:noFill/>
                  </a:ln>
                  <a:solidFill>
                    <a:schemeClr val="bg1"/>
                  </a:solidFill>
                  <a:effectLst/>
                  <a:uLnTx/>
                  <a:uFillTx/>
                  <a:latin typeface="Arial"/>
                  <a:cs typeface="Arial"/>
                  <a:sym typeface="Arial"/>
                </a:rPr>
                <a:t>Programming (onderdeel van </a:t>
              </a:r>
              <a:r>
                <a:rPr lang="nl-NL" sz="1800" b="1" kern="0" dirty="0">
                  <a:solidFill>
                    <a:schemeClr val="bg1"/>
                  </a:solidFill>
                </a:rPr>
                <a:t>TICT-V1SE1-24</a:t>
              </a:r>
              <a:r>
                <a:rPr kumimoji="0" lang="nl-NL" sz="1800" b="1" i="0" u="none" strike="noStrike" kern="0" cap="none" spc="0" normalizeH="0" baseline="0" noProof="0">
                  <a:ln>
                    <a:noFill/>
                  </a:ln>
                  <a:solidFill>
                    <a:schemeClr val="bg1"/>
                  </a:solidFill>
                  <a:effectLst/>
                  <a:uLnTx/>
                  <a:uFillTx/>
                  <a:latin typeface="Arial"/>
                  <a:cs typeface="Arial"/>
                  <a:sym typeface="Arial"/>
                </a:rPr>
                <a:t>)</a:t>
              </a:r>
            </a:p>
            <a:p>
              <a:pPr marL="0" marR="0" lvl="0" indent="0" algn="l" defTabSz="457200" rtl="0" eaLnBrk="1" fontAlgn="auto" latinLnBrk="0" hangingPunct="1">
                <a:lnSpc>
                  <a:spcPct val="100000"/>
                </a:lnSpc>
                <a:spcBef>
                  <a:spcPts val="0"/>
                </a:spcBef>
                <a:spcAft>
                  <a:spcPts val="600"/>
                </a:spcAft>
                <a:buClrTx/>
                <a:buSzPct val="25000"/>
                <a:buFontTx/>
                <a:buNone/>
                <a:tabLst/>
                <a:defRPr/>
              </a:pPr>
              <a:r>
                <a:rPr kumimoji="0" lang="nl-NL" sz="1800" b="1" i="0" u="none" strike="noStrike" kern="0" cap="none" spc="0" normalizeH="0" baseline="0" noProof="0">
                  <a:ln>
                    <a:noFill/>
                  </a:ln>
                  <a:solidFill>
                    <a:prstClr val="white"/>
                  </a:solidFill>
                  <a:effectLst/>
                  <a:uLnTx/>
                  <a:uFillTx/>
                  <a:latin typeface="Arial"/>
                  <a:cs typeface="Arial"/>
                  <a:sym typeface="Arial"/>
                  <a:rtl val="0"/>
                </a:rPr>
                <a:t>HBO-ICT </a:t>
              </a:r>
              <a:r>
                <a:rPr kumimoji="0" lang="nl-NL" sz="1800" b="1" i="0" u="none" strike="noStrike" kern="0" cap="none" spc="0" normalizeH="0" baseline="0" noProof="0" dirty="0">
                  <a:ln>
                    <a:noFill/>
                  </a:ln>
                  <a:solidFill>
                    <a:prstClr val="white"/>
                  </a:solidFill>
                  <a:effectLst/>
                  <a:uLnTx/>
                  <a:uFillTx/>
                  <a:latin typeface="Arial"/>
                  <a:cs typeface="Arial"/>
                  <a:sym typeface="Arial"/>
                  <a:rtl val="0"/>
                </a:rPr>
                <a:t>propedeuse blok 1</a:t>
              </a:r>
            </a:p>
          </p:txBody>
        </p:sp>
      </p:grpSp>
      <p:pic>
        <p:nvPicPr>
          <p:cNvPr id="29" name="Afbeelding 28" descr="evolution_man_pc.jpg">
            <a:extLst>
              <a:ext uri="{FF2B5EF4-FFF2-40B4-BE49-F238E27FC236}">
                <a16:creationId xmlns:a16="http://schemas.microsoft.com/office/drawing/2014/main" id="{CA5ED40B-DB9D-4720-9151-B5221494ED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261" y="1632778"/>
            <a:ext cx="5855624" cy="2213426"/>
          </a:xfrm>
          <a:prstGeom prst="rect">
            <a:avLst/>
          </a:prstGeom>
        </p:spPr>
      </p:pic>
      <p:sp>
        <p:nvSpPr>
          <p:cNvPr id="30" name="Rechthoek 29">
            <a:extLst>
              <a:ext uri="{FF2B5EF4-FFF2-40B4-BE49-F238E27FC236}">
                <a16:creationId xmlns:a16="http://schemas.microsoft.com/office/drawing/2014/main" id="{C07D3E38-9A93-48F1-9C2E-98C5325DFF85}"/>
              </a:ext>
            </a:extLst>
          </p:cNvPr>
          <p:cNvSpPr/>
          <p:nvPr/>
        </p:nvSpPr>
        <p:spPr>
          <a:xfrm>
            <a:off x="4001717" y="3809133"/>
            <a:ext cx="3596182" cy="246221"/>
          </a:xfrm>
          <a:prstGeom prst="rect">
            <a:avLst/>
          </a:prstGeom>
        </p:spPr>
        <p:txBody>
          <a:bodyPr wrap="none">
            <a:spAutoFit/>
          </a:bodyPr>
          <a:ls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5"/>
                <a:rtl val="0"/>
              </a:rPr>
              <a:t>Man Chain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5"/>
                <a:rtl val="0"/>
              </a:rPr>
              <a:t>illustration</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err="1">
                <a:ln>
                  <a:noFill/>
                </a:ln>
                <a:solidFill>
                  <a:srgbClr val="000000"/>
                </a:solidFill>
                <a:effectLst/>
                <a:uLnTx/>
                <a:uFillTx/>
                <a:latin typeface="Arial"/>
                <a:cs typeface="Arial"/>
                <a:sym typeface="Arial"/>
                <a:rtl val="0"/>
              </a:rPr>
              <a:t>by</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6"/>
                <a:rtl val="0"/>
              </a:rPr>
              <a:t>Frits </a:t>
            </a:r>
            <a:r>
              <a:rPr kumimoji="0" lang="nl-NL" sz="1000" b="0" i="0" u="none" strike="noStrike" kern="0" cap="none" spc="0" normalizeH="0" baseline="0" noProof="0" dirty="0" err="1">
                <a:ln>
                  <a:noFill/>
                </a:ln>
                <a:solidFill>
                  <a:srgbClr val="000000"/>
                </a:solidFill>
                <a:effectLst/>
                <a:uLnTx/>
                <a:uFillTx/>
                <a:latin typeface="Arial"/>
                <a:cs typeface="Arial"/>
                <a:sym typeface="Arial"/>
                <a:hlinkClick r:id="rId6"/>
                <a:rtl val="0"/>
              </a:rPr>
              <a:t>Ahlefeldt-Laurvig</a:t>
            </a:r>
            <a:r>
              <a:rPr kumimoji="0" lang="nl-NL" sz="1000" b="0" i="0" u="none" strike="noStrike" kern="0" cap="none" spc="0" normalizeH="0" baseline="0" noProof="0" dirty="0">
                <a:ln>
                  <a:noFill/>
                </a:ln>
                <a:solidFill>
                  <a:srgbClr val="000000"/>
                </a:solidFill>
                <a:effectLst/>
                <a:uLnTx/>
                <a:uFillTx/>
                <a:latin typeface="Arial"/>
                <a:cs typeface="Arial"/>
                <a:sym typeface="Arial"/>
                <a:rtl val="0"/>
              </a:rPr>
              <a:t> | </a:t>
            </a:r>
            <a:r>
              <a:rPr kumimoji="0" lang="nl-NL" sz="1000" b="0" i="0" u="none" strike="noStrike" kern="0" cap="none" spc="0" normalizeH="0" baseline="0" noProof="0" dirty="0">
                <a:ln>
                  <a:noFill/>
                </a:ln>
                <a:solidFill>
                  <a:srgbClr val="000000"/>
                </a:solidFill>
                <a:effectLst/>
                <a:uLnTx/>
                <a:uFillTx/>
                <a:latin typeface="Arial"/>
                <a:cs typeface="Arial"/>
                <a:sym typeface="Arial"/>
                <a:hlinkClick r:id="rId7"/>
                <a:rtl val="0"/>
              </a:rPr>
              <a:t>CC BY-ND</a:t>
            </a:r>
            <a:endParaRPr kumimoji="0" lang="nl-NL" sz="1000" b="0" i="0" u="none" strike="noStrike" kern="0" cap="none" spc="0" normalizeH="0" baseline="0" noProof="0" dirty="0">
              <a:ln>
                <a:noFill/>
              </a:ln>
              <a:solidFill>
                <a:srgbClr val="000000"/>
              </a:solidFill>
              <a:effectLst/>
              <a:uLnTx/>
              <a:uFillTx/>
              <a:latin typeface="Arial"/>
              <a:cs typeface="Arial"/>
              <a:sym typeface="Arial"/>
              <a:rtl val="0"/>
            </a:endParaRPr>
          </a:p>
        </p:txBody>
      </p:sp>
    </p:spTree>
    <p:extLst>
      <p:ext uri="{BB962C8B-B14F-4D97-AF65-F5344CB8AC3E}">
        <p14:creationId xmlns:p14="http://schemas.microsoft.com/office/powerpoint/2010/main" val="3772420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F728224-825F-4FF0-B317-AED50D0BEF05}"/>
              </a:ext>
            </a:extLst>
          </p:cNvPr>
          <p:cNvSpPr txBox="1">
            <a:spLocks/>
          </p:cNvSpPr>
          <p:nvPr/>
        </p:nvSpPr>
        <p:spPr bwMode="auto">
          <a:xfrm>
            <a:off x="685800" y="1216526"/>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prstClr val="black"/>
                </a:solidFill>
                <a:effectLst/>
                <a:uLnTx/>
                <a:uFillTx/>
              </a:rPr>
              <a:t>Loops </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iteraties</a:t>
            </a:r>
            <a:endParaRPr kumimoji="0" lang="en-US" sz="2000" b="0" i="0" u="none" strike="noStrike" kern="0" cap="none" spc="0" normalizeH="0" baseline="0" noProof="0" dirty="0">
              <a:ln>
                <a:noFill/>
              </a:ln>
              <a:solidFill>
                <a:prstClr val="black"/>
              </a:solidFill>
              <a:effectLst/>
              <a:uLnTx/>
              <a:uFillTx/>
            </a:endParaRPr>
          </a:p>
        </p:txBody>
      </p:sp>
      <p:sp>
        <p:nvSpPr>
          <p:cNvPr id="9" name="TextBox 6">
            <a:extLst>
              <a:ext uri="{FF2B5EF4-FFF2-40B4-BE49-F238E27FC236}">
                <a16:creationId xmlns:a16="http://schemas.microsoft.com/office/drawing/2014/main" id="{A5E95B54-E5DF-475A-92A1-7F1B0399B2B5}"/>
              </a:ext>
            </a:extLst>
          </p:cNvPr>
          <p:cNvSpPr txBox="1"/>
          <p:nvPr/>
        </p:nvSpPr>
        <p:spPr>
          <a:xfrm>
            <a:off x="685800" y="3323652"/>
            <a:ext cx="8470900" cy="1800493"/>
          </a:xfrm>
          <a:prstGeom prst="rect">
            <a:avLst/>
          </a:prstGeom>
          <a:noFill/>
        </p:spPr>
        <p:txBody>
          <a:bodyPr wrap="square" rtlCol="0">
            <a:spAutoFit/>
          </a:bodyPr>
          <a:lstStyle/>
          <a:p>
            <a:pPr marL="344488" marR="0" lvl="0" indent="-344488" defTabSz="457200" eaLnBrk="1" fontAlgn="auto" latinLnBrk="0" hangingPunct="1">
              <a:lnSpc>
                <a:spcPct val="100000"/>
              </a:lnSpc>
              <a:spcBef>
                <a:spcPts val="0"/>
              </a:spcBef>
              <a:spcAft>
                <a:spcPts val="600"/>
              </a:spcAft>
              <a:buClr>
                <a:srgbClr val="FFFF00"/>
              </a:buClr>
              <a:buSzTx/>
              <a:buFont typeface="Wingdings" charset="2"/>
              <a:buChar char="§"/>
              <a:tabLst/>
              <a:defRPr/>
            </a:pPr>
            <a:r>
              <a:rPr kumimoji="0" lang="en-US" sz="2400" b="0" i="0" u="none" strike="noStrike" kern="0" cap="none" spc="0" normalizeH="0" baseline="0" noProof="0" dirty="0">
                <a:ln>
                  <a:noFill/>
                </a:ln>
                <a:solidFill>
                  <a:srgbClr val="294171"/>
                </a:solidFill>
                <a:effectLst/>
                <a:uLnTx/>
                <a:uFillTx/>
              </a:rPr>
              <a:t>While loops												§7.1</a:t>
            </a:r>
          </a:p>
          <a:p>
            <a:pPr marL="344488" lvl="0" indent="-344488" defTabSz="457200">
              <a:spcAft>
                <a:spcPts val="600"/>
              </a:spcAft>
              <a:buClr>
                <a:srgbClr val="002060"/>
              </a:buClr>
              <a:buFont typeface="Wingdings" charset="2"/>
              <a:buChar char="§"/>
              <a:defRPr/>
            </a:pPr>
            <a:r>
              <a:rPr lang="en-US" sz="2400" kern="0" dirty="0" err="1">
                <a:solidFill>
                  <a:srgbClr val="294171"/>
                </a:solidFill>
              </a:rPr>
              <a:t>Oneindige</a:t>
            </a:r>
            <a:r>
              <a:rPr lang="en-US" sz="2400" kern="0" dirty="0">
                <a:solidFill>
                  <a:srgbClr val="294171"/>
                </a:solidFill>
              </a:rPr>
              <a:t> loops									 	§7.5</a:t>
            </a:r>
            <a:endParaRPr kumimoji="0" lang="en-US" sz="2400" b="0" i="0" u="none" strike="noStrike" kern="0" cap="none" spc="0" normalizeH="0" baseline="0" noProof="0" dirty="0">
              <a:ln>
                <a:noFill/>
              </a:ln>
              <a:solidFill>
                <a:srgbClr val="294171"/>
              </a:solidFill>
              <a:effectLst/>
              <a:uLnTx/>
              <a:uFillTx/>
            </a:endParaRPr>
          </a:p>
          <a:p>
            <a:pPr marL="344488" lvl="0" indent="-344488" defTabSz="457200">
              <a:spcAft>
                <a:spcPts val="600"/>
              </a:spcAft>
              <a:buClr>
                <a:srgbClr val="FFC000"/>
              </a:buClr>
              <a:buFont typeface="Wingdings" charset="2"/>
              <a:buChar char="§"/>
              <a:defRPr/>
            </a:pPr>
            <a:r>
              <a:rPr lang="en-US" sz="2400" kern="0" dirty="0">
                <a:solidFill>
                  <a:srgbClr val="294171"/>
                </a:solidFill>
              </a:rPr>
              <a:t>Loop </a:t>
            </a:r>
            <a:r>
              <a:rPr lang="en-US" sz="2400" kern="0" dirty="0" err="1">
                <a:solidFill>
                  <a:srgbClr val="294171"/>
                </a:solidFill>
              </a:rPr>
              <a:t>controle</a:t>
            </a:r>
            <a:r>
              <a:rPr lang="en-US" sz="2400" kern="0" dirty="0">
                <a:solidFill>
                  <a:srgbClr val="294171"/>
                </a:solidFill>
              </a:rPr>
              <a:t> (</a:t>
            </a:r>
            <a:r>
              <a:rPr lang="en-US" sz="2400" i="1" kern="0" dirty="0">
                <a:solidFill>
                  <a:srgbClr val="294171"/>
                </a:solidFill>
              </a:rPr>
              <a:t>continue)</a:t>
            </a:r>
            <a:r>
              <a:rPr lang="en-US" sz="2400" kern="0" dirty="0">
                <a:solidFill>
                  <a:srgbClr val="294171"/>
                </a:solidFill>
              </a:rPr>
              <a:t>								§7.3.3</a:t>
            </a:r>
            <a:endParaRPr kumimoji="0" lang="en-US" sz="2400" b="0" i="0" u="none" strike="noStrike" kern="0" cap="none" spc="0" normalizeH="0" baseline="0" noProof="0" dirty="0">
              <a:ln>
                <a:noFill/>
              </a:ln>
              <a:solidFill>
                <a:srgbClr val="294171"/>
              </a:solidFill>
              <a:effectLst/>
              <a:uLnTx/>
              <a:uFillTx/>
            </a:endParaRPr>
          </a:p>
          <a:p>
            <a:pPr marL="344488" marR="0" lvl="0" indent="-344488" defTabSz="457200" eaLnBrk="1" fontAlgn="auto" latinLnBrk="0" hangingPunct="1">
              <a:lnSpc>
                <a:spcPct val="100000"/>
              </a:lnSpc>
              <a:spcBef>
                <a:spcPts val="0"/>
              </a:spcBef>
              <a:spcAft>
                <a:spcPts val="600"/>
              </a:spcAft>
              <a:buClr>
                <a:srgbClr val="FF0000"/>
              </a:buClr>
              <a:buSzTx/>
              <a:buFont typeface="Wingdings" charset="2"/>
              <a:buChar char="§"/>
              <a:tabLst/>
              <a:defRPr/>
            </a:pPr>
            <a:r>
              <a:rPr kumimoji="0" lang="en-US" sz="2400" b="0" i="0" u="none" strike="noStrike" kern="0" cap="none" spc="0" normalizeH="0" baseline="0" noProof="0" dirty="0" err="1">
                <a:ln>
                  <a:noFill/>
                </a:ln>
                <a:solidFill>
                  <a:srgbClr val="294171"/>
                </a:solidFill>
                <a:effectLst/>
                <a:uLnTx/>
                <a:uFillTx/>
              </a:rPr>
              <a:t>Geneste</a:t>
            </a:r>
            <a:r>
              <a:rPr kumimoji="0" lang="en-US" sz="2400" b="0" i="0" u="none" strike="noStrike" kern="0" cap="none" spc="0" normalizeH="0" baseline="0" noProof="0" dirty="0">
                <a:ln>
                  <a:noFill/>
                </a:ln>
                <a:solidFill>
                  <a:srgbClr val="294171"/>
                </a:solidFill>
                <a:effectLst/>
                <a:uLnTx/>
                <a:uFillTx/>
              </a:rPr>
              <a:t> loops											§7.4</a:t>
            </a:r>
          </a:p>
        </p:txBody>
      </p:sp>
    </p:spTree>
    <p:extLst>
      <p:ext uri="{BB962C8B-B14F-4D97-AF65-F5344CB8AC3E}">
        <p14:creationId xmlns:p14="http://schemas.microsoft.com/office/powerpoint/2010/main" val="2542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7F371-7C97-CCC9-39AA-629954AB8B6C}"/>
            </a:ext>
          </a:extLst>
        </p:cNvPr>
        <p:cNvGrpSpPr/>
        <p:nvPr/>
      </p:nvGrpSpPr>
      <p:grpSpPr>
        <a:xfrm>
          <a:off x="0" y="0"/>
          <a:ext cx="0" cy="0"/>
          <a:chOff x="0" y="0"/>
          <a:chExt cx="0" cy="0"/>
        </a:xfrm>
      </p:grpSpPr>
      <p:pic>
        <p:nvPicPr>
          <p:cNvPr id="4" name="Afbeelding 3">
            <a:extLst>
              <a:ext uri="{FF2B5EF4-FFF2-40B4-BE49-F238E27FC236}">
                <a16:creationId xmlns:a16="http://schemas.microsoft.com/office/drawing/2014/main" id="{156B9629-41E1-F125-0A6D-05F3487FC39D}"/>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3544624C-6573-992C-BF99-90A59E89EF31}"/>
              </a:ext>
            </a:extLst>
          </p:cNvPr>
          <p:cNvSpPr txBox="1"/>
          <p:nvPr/>
        </p:nvSpPr>
        <p:spPr bwMode="auto">
          <a:xfrm>
            <a:off x="709358" y="1622687"/>
            <a:ext cx="11207025" cy="440120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Naast </a:t>
            </a:r>
            <a:r>
              <a:rPr lang="nl-NL" sz="2000" kern="0" dirty="0" err="1">
                <a:solidFill>
                  <a:srgbClr val="294171"/>
                </a:solidFill>
              </a:rPr>
              <a:t>for</a:t>
            </a:r>
            <a:r>
              <a:rPr lang="nl-NL" sz="2000" kern="0" dirty="0">
                <a:solidFill>
                  <a:srgbClr val="294171"/>
                </a:solidFill>
              </a:rPr>
              <a:t>-loops zijn er ook </a:t>
            </a:r>
            <a:r>
              <a:rPr lang="nl-NL" sz="2000" kern="0" dirty="0" err="1">
                <a:solidFill>
                  <a:srgbClr val="294171"/>
                </a:solidFill>
              </a:rPr>
              <a:t>while</a:t>
            </a:r>
            <a:r>
              <a:rPr lang="nl-NL" sz="2000" kern="0" dirty="0">
                <a:solidFill>
                  <a:srgbClr val="294171"/>
                </a:solidFill>
              </a:rPr>
              <a:t>-loops, gebaseerd op een booleaanse conditie!</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lvl="0" fontAlgn="base">
              <a:spcBef>
                <a:spcPct val="0"/>
              </a:spcBef>
              <a:spcAft>
                <a:spcPct val="0"/>
              </a:spcAft>
              <a:defRPr/>
            </a:pPr>
            <a:endParaRPr lang="nl-NL" sz="2000" kern="0" dirty="0">
              <a:solidFill>
                <a:srgbClr val="294171"/>
              </a:solidFill>
            </a:endParaRPr>
          </a:p>
          <a:p>
            <a:pPr lvl="0" fontAlgn="base">
              <a:spcBef>
                <a:spcPct val="0"/>
              </a:spcBef>
              <a:spcAft>
                <a:spcPct val="0"/>
              </a:spcAft>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b="1" u="sng" kern="0" dirty="0">
                <a:solidFill>
                  <a:srgbClr val="294171"/>
                </a:solidFill>
              </a:rPr>
              <a:t>Alle acties</a:t>
            </a:r>
            <a:r>
              <a:rPr lang="nl-NL" sz="2000" kern="0" dirty="0">
                <a:solidFill>
                  <a:srgbClr val="294171"/>
                </a:solidFill>
              </a:rPr>
              <a:t> worden steeds opnieuw uitgevoerd zolang (</a:t>
            </a:r>
            <a:r>
              <a:rPr lang="nl-NL" sz="2000" kern="0" dirty="0" err="1">
                <a:solidFill>
                  <a:srgbClr val="294171"/>
                </a:solidFill>
              </a:rPr>
              <a:t>while</a:t>
            </a:r>
            <a:r>
              <a:rPr lang="nl-NL" sz="2000" kern="0" dirty="0">
                <a:solidFill>
                  <a:srgbClr val="294171"/>
                </a:solidFill>
              </a:rPr>
              <a:t>) de conditie True is!</a:t>
            </a:r>
          </a:p>
        </p:txBody>
      </p:sp>
      <p:sp>
        <p:nvSpPr>
          <p:cNvPr id="45" name="Title 1">
            <a:extLst>
              <a:ext uri="{FF2B5EF4-FFF2-40B4-BE49-F238E27FC236}">
                <a16:creationId xmlns:a16="http://schemas.microsoft.com/office/drawing/2014/main" id="{9E644399-C23D-E950-F589-56297C47047B}"/>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kumimoji="0" lang="en-US" sz="3600" b="1" i="0" u="none" strike="noStrike" kern="0" cap="none" spc="0" normalizeH="0" baseline="0" noProof="0" dirty="0">
                <a:ln>
                  <a:noFill/>
                </a:ln>
                <a:solidFill>
                  <a:prstClr val="black"/>
                </a:solidFill>
                <a:effectLst/>
                <a:uLnTx/>
                <a:uFillTx/>
              </a:rPr>
              <a:t>While-loop </a:t>
            </a:r>
            <a:r>
              <a:rPr lang="en-US" sz="2000" b="1" kern="0" dirty="0">
                <a:solidFill>
                  <a:prstClr val="black"/>
                </a:solidFill>
              </a:rPr>
              <a:t>(§7.1)</a:t>
            </a:r>
            <a:endParaRPr kumimoji="0" lang="en-US" sz="2000" b="0" i="0" u="none" strike="noStrike" kern="0" cap="none" spc="0" normalizeH="0" baseline="0" noProof="0" dirty="0">
              <a:ln>
                <a:noFill/>
              </a:ln>
              <a:solidFill>
                <a:prstClr val="black"/>
              </a:solidFill>
              <a:effectLst/>
              <a:uLnTx/>
              <a:uFillTx/>
            </a:endParaRPr>
          </a:p>
        </p:txBody>
      </p:sp>
      <p:sp>
        <p:nvSpPr>
          <p:cNvPr id="10" name="Tekstvak 9">
            <a:extLst>
              <a:ext uri="{FF2B5EF4-FFF2-40B4-BE49-F238E27FC236}">
                <a16:creationId xmlns:a16="http://schemas.microsoft.com/office/drawing/2014/main" id="{201EF9EC-74E0-C33C-48BE-44BD9E91AE5B}"/>
              </a:ext>
            </a:extLst>
          </p:cNvPr>
          <p:cNvSpPr txBox="1"/>
          <p:nvPr/>
        </p:nvSpPr>
        <p:spPr>
          <a:xfrm>
            <a:off x="10159728" y="2678420"/>
            <a:ext cx="1042265" cy="1880103"/>
          </a:xfrm>
          <a:prstGeom prst="rect">
            <a:avLst/>
          </a:prstGeom>
          <a:solidFill>
            <a:schemeClr val="bg1"/>
          </a:solidFill>
          <a:ln>
            <a:solidFill>
              <a:schemeClr val="accent1"/>
            </a:solidFill>
          </a:ln>
        </p:spPr>
        <p:txBody>
          <a:bodyPr wrap="square" lIns="108000" tIns="144000" rIns="108000" bIns="72000">
            <a:spAutoFit/>
          </a:bodyPr>
          <a:lstStyle/>
          <a:p>
            <a:r>
              <a:rPr lang="nl-NL" dirty="0"/>
              <a:t>1</a:t>
            </a:r>
          </a:p>
          <a:p>
            <a:r>
              <a:rPr lang="nl-NL" dirty="0"/>
              <a:t>2</a:t>
            </a:r>
          </a:p>
          <a:p>
            <a:r>
              <a:rPr lang="nl-NL" dirty="0"/>
              <a:t>3</a:t>
            </a:r>
          </a:p>
          <a:p>
            <a:r>
              <a:rPr lang="nl-NL" dirty="0"/>
              <a:t>4</a:t>
            </a:r>
          </a:p>
          <a:p>
            <a:r>
              <a:rPr lang="nl-NL" dirty="0"/>
              <a:t>5</a:t>
            </a:r>
          </a:p>
          <a:p>
            <a:r>
              <a:rPr lang="nl-NL" dirty="0"/>
              <a:t>Klaar</a:t>
            </a:r>
          </a:p>
        </p:txBody>
      </p:sp>
      <p:sp>
        <p:nvSpPr>
          <p:cNvPr id="11" name="Tekstvak 10">
            <a:extLst>
              <a:ext uri="{FF2B5EF4-FFF2-40B4-BE49-F238E27FC236}">
                <a16:creationId xmlns:a16="http://schemas.microsoft.com/office/drawing/2014/main" id="{DA512F62-6AC7-3E1F-F3C3-60E3C5698FEB}"/>
              </a:ext>
            </a:extLst>
          </p:cNvPr>
          <p:cNvSpPr txBox="1"/>
          <p:nvPr/>
        </p:nvSpPr>
        <p:spPr>
          <a:xfrm>
            <a:off x="10344806" y="2561230"/>
            <a:ext cx="603581" cy="215442"/>
          </a:xfrm>
          <a:prstGeom prst="rect">
            <a:avLst/>
          </a:prstGeom>
          <a:solidFill>
            <a:schemeClr val="bg1"/>
          </a:solidFill>
        </p:spPr>
        <p:txBody>
          <a:bodyPr wrap="square" lIns="36000" tIns="0" rIns="0" bIns="0" rtlCol="0">
            <a:spAutoFit/>
          </a:bodyPr>
          <a:lstStyle/>
          <a:p>
            <a:pPr algn="ctr"/>
            <a:r>
              <a:rPr lang="nl-NL" sz="1400" dirty="0"/>
              <a:t>uitvoer</a:t>
            </a:r>
          </a:p>
        </p:txBody>
      </p:sp>
      <p:sp>
        <p:nvSpPr>
          <p:cNvPr id="7" name="Rectangle 1">
            <a:extLst>
              <a:ext uri="{FF2B5EF4-FFF2-40B4-BE49-F238E27FC236}">
                <a16:creationId xmlns:a16="http://schemas.microsoft.com/office/drawing/2014/main" id="{70BE1EC7-F944-9AD7-CD54-B3DD8BCF3D6F}"/>
              </a:ext>
            </a:extLst>
          </p:cNvPr>
          <p:cNvSpPr>
            <a:spLocks noChangeArrowheads="1"/>
          </p:cNvSpPr>
          <p:nvPr/>
        </p:nvSpPr>
        <p:spPr bwMode="auto">
          <a:xfrm>
            <a:off x="7552338" y="2680371"/>
            <a:ext cx="2084225" cy="175432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&lt;= </a:t>
            </a:r>
            <a:r>
              <a:rPr kumimoji="0" lang="nl-NL" altLang="nl-NL" b="0" i="0" u="none" strike="noStrike" cap="none" normalizeH="0" baseline="0" dirty="0">
                <a:ln>
                  <a:noFill/>
                </a:ln>
                <a:solidFill>
                  <a:srgbClr val="1750EB"/>
                </a:solidFill>
                <a:effectLst/>
                <a:latin typeface="Consolas" panose="020B0609020204030204" pitchFamily="49" charset="0"/>
              </a:rPr>
              <a:t>5</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"Klaar"</a:t>
            </a:r>
            <a:r>
              <a:rPr kumimoji="0" lang="nl-NL" altLang="nl-NL" b="0" i="0" u="none" strike="noStrike" cap="none" normalizeH="0" baseline="0" dirty="0">
                <a:ln>
                  <a:noFill/>
                </a:ln>
                <a:solidFill>
                  <a:srgbClr val="080808"/>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2" name="Tekstvak 1">
            <a:extLst>
              <a:ext uri="{FF2B5EF4-FFF2-40B4-BE49-F238E27FC236}">
                <a16:creationId xmlns:a16="http://schemas.microsoft.com/office/drawing/2014/main" id="{1FFDF71F-A76E-E90C-C4E7-EB9DDB78CF31}"/>
              </a:ext>
            </a:extLst>
          </p:cNvPr>
          <p:cNvSpPr txBox="1"/>
          <p:nvPr/>
        </p:nvSpPr>
        <p:spPr>
          <a:xfrm>
            <a:off x="1511139" y="2831425"/>
            <a:ext cx="4423013" cy="878830"/>
          </a:xfrm>
          <a:prstGeom prst="rect">
            <a:avLst/>
          </a:prstGeom>
          <a:noFill/>
        </p:spPr>
        <p:txBody>
          <a:bodyPr wrap="square">
            <a:spAutoFit/>
          </a:bodyPr>
          <a:lstStyle/>
          <a:p>
            <a:pPr>
              <a:lnSpc>
                <a:spcPct val="150000"/>
              </a:lnSpc>
            </a:pPr>
            <a:r>
              <a:rPr lang="nl-NL" dirty="0" err="1">
                <a:latin typeface="Consolas" panose="020B0609020204030204" pitchFamily="49" charset="0"/>
              </a:rPr>
              <a:t>while</a:t>
            </a:r>
            <a:r>
              <a:rPr lang="nl-NL" dirty="0">
                <a:latin typeface="Consolas" panose="020B0609020204030204" pitchFamily="49" charset="0"/>
              </a:rPr>
              <a:t> &lt;</a:t>
            </a:r>
            <a:r>
              <a:rPr lang="nl-NL" dirty="0" err="1">
                <a:latin typeface="Consolas" panose="020B0609020204030204" pitchFamily="49" charset="0"/>
              </a:rPr>
              <a:t>boolean</a:t>
            </a:r>
            <a:r>
              <a:rPr lang="nl-NL" dirty="0">
                <a:latin typeface="Consolas" panose="020B0609020204030204" pitchFamily="49" charset="0"/>
              </a:rPr>
              <a:t> expressie&gt;:</a:t>
            </a:r>
          </a:p>
          <a:p>
            <a:pPr>
              <a:lnSpc>
                <a:spcPct val="150000"/>
              </a:lnSpc>
            </a:pPr>
            <a:r>
              <a:rPr lang="nl-NL" dirty="0">
                <a:latin typeface="Consolas" panose="020B0609020204030204" pitchFamily="49" charset="0"/>
              </a:rPr>
              <a:t>    &lt;acties&gt;</a:t>
            </a:r>
          </a:p>
        </p:txBody>
      </p:sp>
    </p:spTree>
    <p:extLst>
      <p:ext uri="{BB962C8B-B14F-4D97-AF65-F5344CB8AC3E}">
        <p14:creationId xmlns:p14="http://schemas.microsoft.com/office/powerpoint/2010/main" val="284641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 calcmode="lin" valueType="num">
                                      <p:cBhvr additive="base">
                                        <p:cTn id="18"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 calcmode="lin" valueType="num">
                                      <p:cBhvr additive="base">
                                        <p:cTn id="24"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
                                            <p:txEl>
                                              <p:pRg st="2" end="2"/>
                                            </p:txEl>
                                          </p:spTgt>
                                        </p:tgtEl>
                                        <p:attrNameLst>
                                          <p:attrName>style.visibility</p:attrName>
                                        </p:attrNameLst>
                                      </p:cBhvr>
                                      <p:to>
                                        <p:strVal val="visible"/>
                                      </p:to>
                                    </p:set>
                                    <p:anim calcmode="lin" valueType="num">
                                      <p:cBhvr additive="base">
                                        <p:cTn id="30"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0">
                                            <p:txEl>
                                              <p:pRg st="3" end="3"/>
                                            </p:txEl>
                                          </p:spTgt>
                                        </p:tgtEl>
                                        <p:attrNameLst>
                                          <p:attrName>style.visibility</p:attrName>
                                        </p:attrNameLst>
                                      </p:cBhvr>
                                      <p:to>
                                        <p:strVal val="visible"/>
                                      </p:to>
                                    </p:set>
                                    <p:anim calcmode="lin" valueType="num">
                                      <p:cBhvr additive="base">
                                        <p:cTn id="36"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
                                            <p:txEl>
                                              <p:pRg st="4" end="4"/>
                                            </p:txEl>
                                          </p:spTgt>
                                        </p:tgtEl>
                                        <p:attrNameLst>
                                          <p:attrName>style.visibility</p:attrName>
                                        </p:attrNameLst>
                                      </p:cBhvr>
                                      <p:to>
                                        <p:strVal val="visible"/>
                                      </p:to>
                                    </p:set>
                                    <p:anim calcmode="lin" valueType="num">
                                      <p:cBhvr additive="base">
                                        <p:cTn id="42"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0">
                                            <p:txEl>
                                              <p:pRg st="5" end="5"/>
                                            </p:txEl>
                                          </p:spTgt>
                                        </p:tgtEl>
                                        <p:attrNameLst>
                                          <p:attrName>style.visibility</p:attrName>
                                        </p:attrNameLst>
                                      </p:cBhvr>
                                      <p:to>
                                        <p:strVal val="visible"/>
                                      </p:to>
                                    </p:set>
                                    <p:anim calcmode="lin" valueType="num">
                                      <p:cBhvr additive="base">
                                        <p:cTn id="48"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7CE3-6B5F-A905-C246-D3D5B0C0F056}"/>
            </a:ext>
          </a:extLst>
        </p:cNvPr>
        <p:cNvGrpSpPr/>
        <p:nvPr/>
      </p:nvGrpSpPr>
      <p:grpSpPr>
        <a:xfrm>
          <a:off x="0" y="0"/>
          <a:ext cx="0" cy="0"/>
          <a:chOff x="0" y="0"/>
          <a:chExt cx="0" cy="0"/>
        </a:xfrm>
      </p:grpSpPr>
      <p:sp>
        <p:nvSpPr>
          <p:cNvPr id="6" name="TextBox 22">
            <a:extLst>
              <a:ext uri="{FF2B5EF4-FFF2-40B4-BE49-F238E27FC236}">
                <a16:creationId xmlns:a16="http://schemas.microsoft.com/office/drawing/2014/main" id="{13F1F76E-87FD-1641-5D1F-AAE8AEDA314C}"/>
              </a:ext>
            </a:extLst>
          </p:cNvPr>
          <p:cNvSpPr txBox="1"/>
          <p:nvPr/>
        </p:nvSpPr>
        <p:spPr bwMode="auto">
          <a:xfrm>
            <a:off x="709358" y="1622687"/>
            <a:ext cx="5920149" cy="47781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In een stroomdiagram weergegeven:</a:t>
            </a:r>
          </a:p>
        </p:txBody>
      </p:sp>
      <p:sp>
        <p:nvSpPr>
          <p:cNvPr id="45" name="Title 1">
            <a:extLst>
              <a:ext uri="{FF2B5EF4-FFF2-40B4-BE49-F238E27FC236}">
                <a16:creationId xmlns:a16="http://schemas.microsoft.com/office/drawing/2014/main" id="{79B5A7A2-2DFD-8BE8-B777-FCEBBAAD4318}"/>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kumimoji="0" lang="en-US" sz="3600" b="1" i="0" u="none" strike="noStrike" kern="0" cap="none" spc="0" normalizeH="0" baseline="0" noProof="0" dirty="0">
                <a:ln>
                  <a:noFill/>
                </a:ln>
                <a:solidFill>
                  <a:prstClr val="black"/>
                </a:solidFill>
                <a:effectLst/>
                <a:uLnTx/>
                <a:uFillTx/>
              </a:rPr>
              <a:t>While-loop in </a:t>
            </a:r>
            <a:r>
              <a:rPr kumimoji="0" lang="en-US" sz="3600" b="1" i="0" u="none" strike="noStrike" kern="0" cap="none" spc="0" normalizeH="0" baseline="0" noProof="0" dirty="0" err="1">
                <a:ln>
                  <a:noFill/>
                </a:ln>
                <a:solidFill>
                  <a:prstClr val="black"/>
                </a:solidFill>
                <a:effectLst/>
                <a:uLnTx/>
                <a:uFillTx/>
              </a:rPr>
              <a:t>stroomdiagram</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(§7.1)</a:t>
            </a:r>
            <a:endParaRPr kumimoji="0" lang="en-US" sz="2000" b="0" i="0" u="none" strike="noStrike" kern="0" cap="none" spc="0" normalizeH="0" baseline="0" noProof="0" dirty="0">
              <a:ln>
                <a:noFill/>
              </a:ln>
              <a:solidFill>
                <a:prstClr val="black"/>
              </a:solidFill>
              <a:effectLst/>
              <a:uLnTx/>
              <a:uFillTx/>
            </a:endParaRPr>
          </a:p>
        </p:txBody>
      </p:sp>
      <p:sp>
        <p:nvSpPr>
          <p:cNvPr id="7" name="Rectangle 1">
            <a:extLst>
              <a:ext uri="{FF2B5EF4-FFF2-40B4-BE49-F238E27FC236}">
                <a16:creationId xmlns:a16="http://schemas.microsoft.com/office/drawing/2014/main" id="{62AFF286-3FD8-0B6F-6DAA-126434C073F1}"/>
              </a:ext>
            </a:extLst>
          </p:cNvPr>
          <p:cNvSpPr>
            <a:spLocks noChangeArrowheads="1"/>
          </p:cNvSpPr>
          <p:nvPr/>
        </p:nvSpPr>
        <p:spPr bwMode="auto">
          <a:xfrm>
            <a:off x="1865166" y="2551837"/>
            <a:ext cx="2084225" cy="175432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&lt;= </a:t>
            </a:r>
            <a:r>
              <a:rPr kumimoji="0" lang="nl-NL" altLang="nl-NL" b="0" i="0" u="none" strike="noStrike" cap="none" normalizeH="0" baseline="0" dirty="0">
                <a:ln>
                  <a:noFill/>
                </a:ln>
                <a:solidFill>
                  <a:srgbClr val="1750EB"/>
                </a:solidFill>
                <a:effectLst/>
                <a:latin typeface="Consolas" panose="020B0609020204030204" pitchFamily="49" charset="0"/>
              </a:rPr>
              <a:t>5</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"Klaar"</a:t>
            </a:r>
            <a:r>
              <a:rPr kumimoji="0" lang="nl-NL" altLang="nl-NL" b="0" i="0" u="none" strike="noStrike" cap="none" normalizeH="0" baseline="0" dirty="0">
                <a:ln>
                  <a:noFill/>
                </a:ln>
                <a:solidFill>
                  <a:srgbClr val="080808"/>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pic>
        <p:nvPicPr>
          <p:cNvPr id="5" name="Afbeelding 4">
            <a:extLst>
              <a:ext uri="{FF2B5EF4-FFF2-40B4-BE49-F238E27FC236}">
                <a16:creationId xmlns:a16="http://schemas.microsoft.com/office/drawing/2014/main" id="{D1333E53-33A9-5F35-C121-27936877797C}"/>
              </a:ext>
            </a:extLst>
          </p:cNvPr>
          <p:cNvPicPr>
            <a:picLocks noChangeAspect="1"/>
          </p:cNvPicPr>
          <p:nvPr/>
        </p:nvPicPr>
        <p:blipFill>
          <a:blip r:embed="rId2"/>
          <a:stretch>
            <a:fillRect/>
          </a:stretch>
        </p:blipFill>
        <p:spPr>
          <a:xfrm>
            <a:off x="6629508" y="909099"/>
            <a:ext cx="4152792" cy="5584789"/>
          </a:xfrm>
          <a:prstGeom prst="rect">
            <a:avLst/>
          </a:prstGeom>
        </p:spPr>
      </p:pic>
      <p:pic>
        <p:nvPicPr>
          <p:cNvPr id="4" name="Afbeelding 3">
            <a:extLst>
              <a:ext uri="{FF2B5EF4-FFF2-40B4-BE49-F238E27FC236}">
                <a16:creationId xmlns:a16="http://schemas.microsoft.com/office/drawing/2014/main" id="{550B996D-06AF-B481-F2A2-3FA060DFED8D}"/>
              </a:ext>
            </a:extLst>
          </p:cNvPr>
          <p:cNvPicPr>
            <a:picLocks noChangeAspect="1"/>
          </p:cNvPicPr>
          <p:nvPr/>
        </p:nvPicPr>
        <p:blipFill>
          <a:blip r:embed="rId3"/>
          <a:stretch>
            <a:fillRect/>
          </a:stretch>
        </p:blipFill>
        <p:spPr>
          <a:xfrm>
            <a:off x="9147131" y="184826"/>
            <a:ext cx="2941062" cy="1732606"/>
          </a:xfrm>
          <a:prstGeom prst="rect">
            <a:avLst/>
          </a:prstGeom>
        </p:spPr>
      </p:pic>
    </p:spTree>
    <p:extLst>
      <p:ext uri="{BB962C8B-B14F-4D97-AF65-F5344CB8AC3E}">
        <p14:creationId xmlns:p14="http://schemas.microsoft.com/office/powerpoint/2010/main" val="170384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43FDE-77B3-7AE1-E2B0-FC6398EEEE58}"/>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9C8052A2-D627-F3FB-56D2-0BDF0BB6650D}"/>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8637D4F9-6689-BF38-3590-AECBC5319083}"/>
              </a:ext>
            </a:extLst>
          </p:cNvPr>
          <p:cNvSpPr txBox="1"/>
          <p:nvPr/>
        </p:nvSpPr>
        <p:spPr bwMode="auto">
          <a:xfrm>
            <a:off x="709358" y="1470029"/>
            <a:ext cx="10542842" cy="64633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342900" lvl="0" indent="-342900" fontAlgn="base">
              <a:spcBef>
                <a:spcPct val="0"/>
              </a:spcBef>
              <a:spcAft>
                <a:spcPct val="0"/>
              </a:spcAft>
              <a:buFont typeface="+mj-lt"/>
              <a:buAutoNum type="arabicPeriod"/>
              <a:defRPr/>
            </a:pPr>
            <a:r>
              <a:rPr lang="nl-NL" kern="0" dirty="0">
                <a:solidFill>
                  <a:srgbClr val="294171"/>
                </a:solidFill>
              </a:rPr>
              <a:t>Neem de code van de vorige slide over</a:t>
            </a:r>
          </a:p>
          <a:p>
            <a:pPr marL="342900" lvl="0" indent="-342900" fontAlgn="base">
              <a:spcBef>
                <a:spcPct val="0"/>
              </a:spcBef>
              <a:spcAft>
                <a:spcPct val="0"/>
              </a:spcAft>
              <a:buFont typeface="+mj-lt"/>
              <a:buAutoNum type="arabicPeriod"/>
              <a:defRPr/>
            </a:pPr>
            <a:r>
              <a:rPr lang="nl-NL" kern="0" dirty="0">
                <a:solidFill>
                  <a:srgbClr val="294171"/>
                </a:solidFill>
              </a:rPr>
              <a:t>Wijzig deze code zodat de getallen 1, 3, 5, 7, en 9 afgedrukt worden.</a:t>
            </a:r>
            <a:endParaRPr lang="en-US" kern="0" dirty="0">
              <a:solidFill>
                <a:srgbClr val="294171"/>
              </a:solidFill>
            </a:endParaRPr>
          </a:p>
        </p:txBody>
      </p:sp>
    </p:spTree>
    <p:extLst>
      <p:ext uri="{BB962C8B-B14F-4D97-AF65-F5344CB8AC3E}">
        <p14:creationId xmlns:p14="http://schemas.microsoft.com/office/powerpoint/2010/main" val="2930632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0479-5C24-C80D-878E-340F058B6F6D}"/>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59DB5F5E-47C0-35F9-47C5-568CA43DD6F2}"/>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Loop</a:t>
            </a:r>
            <a:r>
              <a:rPr kumimoji="0" lang="en-US" sz="3600" b="1" i="0" u="none" strike="noStrike" kern="0" cap="none" spc="0" normalizeH="0" baseline="0" noProof="0" dirty="0">
                <a:ln>
                  <a:noFill/>
                </a:ln>
                <a:solidFill>
                  <a:prstClr val="black"/>
                </a:solidFill>
                <a:effectLst/>
                <a:uLnTx/>
                <a:uFillTx/>
              </a:rPr>
              <a:t> </a:t>
            </a:r>
            <a:r>
              <a:rPr kumimoji="0" lang="en-US" sz="3600" b="1" i="0" u="none" strike="noStrike" kern="0" cap="none" spc="0" normalizeH="0" baseline="0" noProof="0" dirty="0" err="1">
                <a:ln>
                  <a:noFill/>
                </a:ln>
                <a:solidFill>
                  <a:prstClr val="black"/>
                </a:solidFill>
                <a:effectLst/>
                <a:uLnTx/>
                <a:uFillTx/>
              </a:rPr>
              <a:t>patronen</a:t>
            </a:r>
            <a:r>
              <a:rPr kumimoji="0" lang="en-US" sz="3600" b="1" i="0" u="none" strike="noStrike" kern="0" cap="none" spc="0" normalizeH="0" baseline="0" noProof="0" dirty="0">
                <a:ln>
                  <a:noFill/>
                </a:ln>
                <a:solidFill>
                  <a:prstClr val="black"/>
                </a:solidFill>
                <a:effectLst/>
                <a:uLnTx/>
                <a:uFillTx/>
              </a:rPr>
              <a:t> </a:t>
            </a:r>
            <a:r>
              <a:rPr lang="en-US" sz="2000" b="1" kern="0" dirty="0">
                <a:solidFill>
                  <a:prstClr val="black"/>
                </a:solidFill>
              </a:rPr>
              <a:t>(§7.1.2)</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910BF355-A0D5-5D03-7CFB-8CF78CCB757A}"/>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2" name="Rectangle 1">
            <a:extLst>
              <a:ext uri="{FF2B5EF4-FFF2-40B4-BE49-F238E27FC236}">
                <a16:creationId xmlns:a16="http://schemas.microsoft.com/office/drawing/2014/main" id="{194B771F-46E5-600F-3277-217EBC5AB3D3}"/>
              </a:ext>
            </a:extLst>
          </p:cNvPr>
          <p:cNvSpPr>
            <a:spLocks noChangeArrowheads="1"/>
          </p:cNvSpPr>
          <p:nvPr/>
        </p:nvSpPr>
        <p:spPr bwMode="auto">
          <a:xfrm>
            <a:off x="1195200" y="3876160"/>
            <a:ext cx="5883342"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080808"/>
                </a:solidFill>
                <a:effectLst/>
                <a:latin typeface="Consolas" panose="020B0609020204030204" pitchFamily="49" charset="0"/>
              </a:rPr>
              <a:t>totaal = </a:t>
            </a:r>
            <a:r>
              <a:rPr kumimoji="0" lang="nl-NL" altLang="nl-NL" b="0" i="0" u="none" strike="noStrike" cap="none" normalizeH="0" baseline="0" dirty="0">
                <a:ln>
                  <a:noFill/>
                </a:ln>
                <a:solidFill>
                  <a:srgbClr val="1750EB"/>
                </a:solidFill>
                <a:effectLst/>
                <a:latin typeface="Consolas" panose="020B0609020204030204" pitchFamily="49" charset="0"/>
              </a:rPr>
              <a:t>0</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teller = </a:t>
            </a:r>
            <a:r>
              <a:rPr kumimoji="0" lang="nl-NL" altLang="nl-NL" b="0" i="0" u="none" strike="noStrike" cap="none" normalizeH="0" baseline="0" dirty="0">
                <a:ln>
                  <a:noFill/>
                </a:ln>
                <a:solidFill>
                  <a:srgbClr val="1750EB"/>
                </a:solidFill>
                <a:effectLst/>
                <a:latin typeface="Consolas" panose="020B0609020204030204" pitchFamily="49" charset="0"/>
              </a:rPr>
              <a:t>0</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a:ln>
                  <a:noFill/>
                </a:ln>
                <a:solidFill>
                  <a:srgbClr val="080808"/>
                </a:solidFill>
                <a:effectLst/>
                <a:latin typeface="Consolas" panose="020B0609020204030204" pitchFamily="49" charset="0"/>
              </a:rPr>
              <a:t>teller &lt; </a:t>
            </a:r>
            <a:r>
              <a:rPr kumimoji="0" lang="nl-NL" altLang="nl-NL" b="0" i="0" u="none" strike="noStrike" cap="none" normalizeH="0" baseline="0" dirty="0">
                <a:ln>
                  <a:noFill/>
                </a:ln>
                <a:solidFill>
                  <a:srgbClr val="1750EB"/>
                </a:solidFill>
                <a:effectLst/>
                <a:latin typeface="Consolas" panose="020B0609020204030204" pitchFamily="49" charset="0"/>
              </a:rPr>
              <a:t>5</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totaal += </a:t>
            </a:r>
            <a:r>
              <a:rPr kumimoji="0" lang="nl-NL" altLang="nl-NL" b="0" i="0" u="none" strike="noStrike" cap="none" normalizeH="0" baseline="0" dirty="0">
                <a:ln>
                  <a:noFill/>
                </a:ln>
                <a:solidFill>
                  <a:srgbClr val="000080"/>
                </a:solidFill>
                <a:effectLst/>
                <a:latin typeface="Consolas" panose="020B0609020204030204" pitchFamily="49" charset="0"/>
              </a:rPr>
              <a:t>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00080"/>
                </a:solidFill>
                <a:effectLst/>
                <a:latin typeface="Consolas" panose="020B0609020204030204" pitchFamily="49" charset="0"/>
              </a:rPr>
              <a:t>input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"Geef een nummer: "</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teller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"Totaal is"</a:t>
            </a:r>
            <a:r>
              <a:rPr kumimoji="0" lang="nl-NL" altLang="nl-NL" b="0" i="0" u="none" strike="noStrike" cap="none" normalizeH="0" baseline="0" dirty="0">
                <a:ln>
                  <a:noFill/>
                </a:ln>
                <a:solidFill>
                  <a:srgbClr val="080808"/>
                </a:solidFill>
                <a:effectLst/>
                <a:latin typeface="Consolas" panose="020B0609020204030204" pitchFamily="49" charset="0"/>
              </a:rPr>
              <a:t>, totaal)</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6" name="TextBox 22">
            <a:extLst>
              <a:ext uri="{FF2B5EF4-FFF2-40B4-BE49-F238E27FC236}">
                <a16:creationId xmlns:a16="http://schemas.microsoft.com/office/drawing/2014/main" id="{510FBC5D-84FA-1909-E3D6-0F57FFEB9D08}"/>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Oplossingen die vaak voorkomen, noemen we patronen! Veelvoorkomende loop-patronen:</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De ‘counter-loop’; loop met ’teller’ variabele die bijhoudt hoe vaak je door </a:t>
            </a:r>
            <a:r>
              <a:rPr lang="nl-NL" sz="2000" i="1" kern="0" dirty="0">
                <a:solidFill>
                  <a:srgbClr val="294171"/>
                </a:solidFill>
              </a:rPr>
              <a:t>loop</a:t>
            </a:r>
            <a:r>
              <a:rPr lang="nl-NL" sz="2000" kern="0" dirty="0">
                <a:solidFill>
                  <a:srgbClr val="294171"/>
                </a:solidFill>
              </a:rPr>
              <a:t> gaat</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De ‘accumulator-loop’: een loop met een variabele voor </a:t>
            </a:r>
            <a:r>
              <a:rPr lang="nl-NL" sz="2000" kern="0" dirty="0" err="1">
                <a:solidFill>
                  <a:srgbClr val="294171"/>
                </a:solidFill>
              </a:rPr>
              <a:t>tota</a:t>
            </a:r>
            <a:r>
              <a:rPr lang="nl-NL" sz="2000" kern="0" dirty="0">
                <a:solidFill>
                  <a:srgbClr val="294171"/>
                </a:solidFill>
              </a:rPr>
              <a:t>(a)l(en)</a:t>
            </a:r>
          </a:p>
          <a:p>
            <a:pPr lvl="0" fontAlgn="base">
              <a:spcBef>
                <a:spcPct val="0"/>
              </a:spcBef>
              <a:spcAft>
                <a:spcPct val="0"/>
              </a:spcAft>
              <a:defRPr/>
            </a:pPr>
            <a:endParaRPr lang="nl-NL" sz="2000" kern="0" dirty="0">
              <a:solidFill>
                <a:srgbClr val="294171"/>
              </a:solidFill>
            </a:endParaRPr>
          </a:p>
        </p:txBody>
      </p:sp>
      <p:grpSp>
        <p:nvGrpSpPr>
          <p:cNvPr id="10" name="Groep 9">
            <a:extLst>
              <a:ext uri="{FF2B5EF4-FFF2-40B4-BE49-F238E27FC236}">
                <a16:creationId xmlns:a16="http://schemas.microsoft.com/office/drawing/2014/main" id="{631F9A11-D952-9773-D346-6E9C55BCB9C9}"/>
              </a:ext>
            </a:extLst>
          </p:cNvPr>
          <p:cNvGrpSpPr/>
          <p:nvPr/>
        </p:nvGrpSpPr>
        <p:grpSpPr>
          <a:xfrm>
            <a:off x="8571859" y="3876160"/>
            <a:ext cx="2553341" cy="1987824"/>
            <a:chOff x="5794491" y="5499300"/>
            <a:chExt cx="2933052" cy="2440662"/>
          </a:xfrm>
        </p:grpSpPr>
        <p:sp>
          <p:nvSpPr>
            <p:cNvPr id="11" name="Tekstvak 10">
              <a:extLst>
                <a:ext uri="{FF2B5EF4-FFF2-40B4-BE49-F238E27FC236}">
                  <a16:creationId xmlns:a16="http://schemas.microsoft.com/office/drawing/2014/main" id="{6DF41066-7698-CE27-48BA-6EB0EBC722AE}"/>
                </a:ext>
              </a:extLst>
            </p:cNvPr>
            <p:cNvSpPr txBox="1"/>
            <p:nvPr/>
          </p:nvSpPr>
          <p:spPr>
            <a:xfrm>
              <a:off x="5794491" y="5631560"/>
              <a:ext cx="2933052" cy="2308402"/>
            </a:xfrm>
            <a:prstGeom prst="rect">
              <a:avLst/>
            </a:prstGeom>
            <a:solidFill>
              <a:schemeClr val="bg1"/>
            </a:solidFill>
            <a:ln>
              <a:solidFill>
                <a:schemeClr val="accent1"/>
              </a:solidFill>
            </a:ln>
          </p:spPr>
          <p:txBody>
            <a:bodyPr wrap="square" lIns="108000" tIns="144000" rIns="108000" bIns="72000">
              <a:spAutoFit/>
            </a:bodyPr>
            <a:lstStyle/>
            <a:p>
              <a:r>
                <a:rPr lang="nl-NL" dirty="0"/>
                <a:t>Geef een nummer: </a:t>
              </a:r>
              <a:r>
                <a:rPr lang="nl-NL" i="1" dirty="0">
                  <a:solidFill>
                    <a:srgbClr val="00B050"/>
                  </a:solidFill>
                </a:rPr>
                <a:t>4</a:t>
              </a:r>
            </a:p>
            <a:p>
              <a:r>
                <a:rPr lang="nl-NL" dirty="0"/>
                <a:t>Geef een nummer: </a:t>
              </a:r>
              <a:r>
                <a:rPr lang="nl-NL" i="1" dirty="0">
                  <a:solidFill>
                    <a:srgbClr val="00B050"/>
                  </a:solidFill>
                </a:rPr>
                <a:t>5</a:t>
              </a:r>
            </a:p>
            <a:p>
              <a:r>
                <a:rPr lang="nl-NL" dirty="0"/>
                <a:t>Geef een nummer: </a:t>
              </a:r>
              <a:r>
                <a:rPr lang="nl-NL" i="1" dirty="0">
                  <a:solidFill>
                    <a:srgbClr val="00B050"/>
                  </a:solidFill>
                </a:rPr>
                <a:t>5</a:t>
              </a:r>
            </a:p>
            <a:p>
              <a:r>
                <a:rPr lang="nl-NL" dirty="0"/>
                <a:t>Geef een nummer: </a:t>
              </a:r>
              <a:r>
                <a:rPr lang="nl-NL" i="1" dirty="0">
                  <a:solidFill>
                    <a:srgbClr val="00B050"/>
                  </a:solidFill>
                </a:rPr>
                <a:t>6</a:t>
              </a:r>
            </a:p>
            <a:p>
              <a:r>
                <a:rPr lang="nl-NL" dirty="0"/>
                <a:t>Geef een nummer: </a:t>
              </a:r>
              <a:r>
                <a:rPr lang="nl-NL" i="1" dirty="0">
                  <a:solidFill>
                    <a:srgbClr val="00B050"/>
                  </a:solidFill>
                </a:rPr>
                <a:t>8</a:t>
              </a:r>
            </a:p>
            <a:p>
              <a:r>
                <a:rPr lang="nl-NL" dirty="0"/>
                <a:t>Totaal is 28</a:t>
              </a:r>
            </a:p>
          </p:txBody>
        </p:sp>
        <p:sp>
          <p:nvSpPr>
            <p:cNvPr id="12" name="Tekstvak 11">
              <a:extLst>
                <a:ext uri="{FF2B5EF4-FFF2-40B4-BE49-F238E27FC236}">
                  <a16:creationId xmlns:a16="http://schemas.microsoft.com/office/drawing/2014/main" id="{EFD43A76-2B8F-E2AD-0C18-32AB840D7E2D}"/>
                </a:ext>
              </a:extLst>
            </p:cNvPr>
            <p:cNvSpPr txBox="1"/>
            <p:nvPr/>
          </p:nvSpPr>
          <p:spPr>
            <a:xfrm>
              <a:off x="6080444" y="5499300"/>
              <a:ext cx="693600" cy="264523"/>
            </a:xfrm>
            <a:prstGeom prst="rect">
              <a:avLst/>
            </a:prstGeom>
            <a:solidFill>
              <a:schemeClr val="bg1"/>
            </a:solidFill>
          </p:spPr>
          <p:txBody>
            <a:bodyPr wrap="square" lIns="36000" tIns="0" rIns="0" bIns="0" rtlCol="0">
              <a:spAutoFit/>
            </a:bodyPr>
            <a:lstStyle/>
            <a:p>
              <a:pPr algn="ctr"/>
              <a:r>
                <a:rPr lang="nl-NL" sz="1400" dirty="0"/>
                <a:t>uitvoer</a:t>
              </a:r>
            </a:p>
          </p:txBody>
        </p:sp>
      </p:grpSp>
    </p:spTree>
    <p:extLst>
      <p:ext uri="{BB962C8B-B14F-4D97-AF65-F5344CB8AC3E}">
        <p14:creationId xmlns:p14="http://schemas.microsoft.com/office/powerpoint/2010/main" val="9225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991A-8432-E209-8DA4-0BBC816E7F56}"/>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84403021-E2DF-C3F0-8827-D4E2203D308E}"/>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9FF820B0-6A8D-5B08-E8C7-20BA24A62965}"/>
              </a:ext>
            </a:extLst>
          </p:cNvPr>
          <p:cNvSpPr txBox="1"/>
          <p:nvPr/>
        </p:nvSpPr>
        <p:spPr bwMode="auto">
          <a:xfrm>
            <a:off x="709358" y="1470029"/>
            <a:ext cx="10542842" cy="64633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342900" lvl="0" indent="-342900" fontAlgn="base">
              <a:spcBef>
                <a:spcPct val="0"/>
              </a:spcBef>
              <a:spcAft>
                <a:spcPct val="0"/>
              </a:spcAft>
              <a:buFont typeface="+mj-lt"/>
              <a:buAutoNum type="arabicPeriod"/>
              <a:defRPr/>
            </a:pPr>
            <a:r>
              <a:rPr lang="nl-NL" kern="0" dirty="0">
                <a:solidFill>
                  <a:srgbClr val="294171"/>
                </a:solidFill>
              </a:rPr>
              <a:t>Neem de code van de vorige slide over</a:t>
            </a:r>
          </a:p>
          <a:p>
            <a:pPr marL="342900" lvl="0" indent="-342900" fontAlgn="base">
              <a:spcBef>
                <a:spcPct val="0"/>
              </a:spcBef>
              <a:spcAft>
                <a:spcPct val="0"/>
              </a:spcAft>
              <a:buFont typeface="+mj-lt"/>
              <a:buAutoNum type="arabicPeriod"/>
              <a:defRPr/>
            </a:pPr>
            <a:r>
              <a:rPr lang="nl-NL" kern="0" dirty="0">
                <a:solidFill>
                  <a:srgbClr val="294171"/>
                </a:solidFill>
              </a:rPr>
              <a:t>Wijzig de code zodat niet alleen het totaal maar ook het gemiddelde wordt afgedrukt.</a:t>
            </a:r>
            <a:endParaRPr lang="en-US" kern="0" dirty="0">
              <a:solidFill>
                <a:srgbClr val="294171"/>
              </a:solidFill>
            </a:endParaRPr>
          </a:p>
        </p:txBody>
      </p:sp>
    </p:spTree>
    <p:extLst>
      <p:ext uri="{BB962C8B-B14F-4D97-AF65-F5344CB8AC3E}">
        <p14:creationId xmlns:p14="http://schemas.microsoft.com/office/powerpoint/2010/main" val="1851421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C9755-88AF-1027-D741-0E737BA266A1}"/>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4894B2B0-4771-6E71-07AC-00FE8110343A}"/>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De </a:t>
            </a:r>
            <a:r>
              <a:rPr lang="en-US" sz="3600" b="1" kern="0" dirty="0" err="1">
                <a:solidFill>
                  <a:prstClr val="black"/>
                </a:solidFill>
              </a:rPr>
              <a:t>gebruiker</a:t>
            </a:r>
            <a:r>
              <a:rPr lang="en-US" sz="3600" b="1" kern="0" dirty="0">
                <a:solidFill>
                  <a:prstClr val="black"/>
                </a:solidFill>
              </a:rPr>
              <a:t> in </a:t>
            </a:r>
            <a:r>
              <a:rPr lang="en-US" sz="3600" b="1" kern="0" dirty="0" err="1">
                <a:solidFill>
                  <a:prstClr val="black"/>
                </a:solidFill>
              </a:rPr>
              <a:t>controle</a:t>
            </a:r>
            <a:r>
              <a:rPr lang="en-US" sz="3600" b="1" kern="0" dirty="0">
                <a:solidFill>
                  <a:prstClr val="black"/>
                </a:solidFill>
              </a:rPr>
              <a:t> </a:t>
            </a:r>
            <a:r>
              <a:rPr lang="en-US" sz="2000" b="1" kern="0" dirty="0">
                <a:solidFill>
                  <a:prstClr val="black"/>
                </a:solidFill>
              </a:rPr>
              <a:t>(§7.1.3)</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6D632344-A33C-DEA4-B70D-A5E23D642090}"/>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1DA6F595-684A-81C6-05EF-075004A7858D}"/>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Voorgaande voorbeelden kan je met </a:t>
            </a:r>
            <a:r>
              <a:rPr lang="nl-NL" sz="2000" kern="0" dirty="0" err="1">
                <a:solidFill>
                  <a:srgbClr val="294171"/>
                </a:solidFill>
              </a:rPr>
              <a:t>while</a:t>
            </a:r>
            <a:r>
              <a:rPr lang="nl-NL" sz="2000" kern="0" dirty="0">
                <a:solidFill>
                  <a:srgbClr val="294171"/>
                </a:solidFill>
              </a:rPr>
              <a:t>, maar ook met </a:t>
            </a:r>
            <a:r>
              <a:rPr lang="nl-NL" sz="2000" kern="0" dirty="0" err="1">
                <a:solidFill>
                  <a:srgbClr val="294171"/>
                </a:solidFill>
              </a:rPr>
              <a:t>for</a:t>
            </a:r>
            <a:r>
              <a:rPr lang="nl-NL" sz="2000" kern="0" dirty="0">
                <a:solidFill>
                  <a:srgbClr val="294171"/>
                </a:solidFill>
              </a:rPr>
              <a:t> uitvoeren!</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Maar </a:t>
            </a:r>
            <a:r>
              <a:rPr lang="nl-NL" sz="2000" kern="0" dirty="0" err="1">
                <a:solidFill>
                  <a:srgbClr val="294171"/>
                </a:solidFill>
              </a:rPr>
              <a:t>while</a:t>
            </a:r>
            <a:r>
              <a:rPr lang="nl-NL" sz="2000" kern="0" dirty="0">
                <a:solidFill>
                  <a:srgbClr val="294171"/>
                </a:solidFill>
              </a:rPr>
              <a:t>-loops zijn de betere optie als het aantal herhalingen </a:t>
            </a:r>
            <a:r>
              <a:rPr lang="nl-NL" sz="2000" b="1" kern="0" dirty="0">
                <a:solidFill>
                  <a:srgbClr val="294171"/>
                </a:solidFill>
              </a:rPr>
              <a:t>niet</a:t>
            </a:r>
            <a:r>
              <a:rPr lang="nl-NL" sz="2000" kern="0" dirty="0">
                <a:solidFill>
                  <a:srgbClr val="294171"/>
                </a:solidFill>
              </a:rPr>
              <a:t> van tevoren weet:</a:t>
            </a:r>
          </a:p>
          <a:p>
            <a:pPr lvl="0" fontAlgn="base">
              <a:spcBef>
                <a:spcPct val="0"/>
              </a:spcBef>
              <a:spcAft>
                <a:spcPct val="0"/>
              </a:spcAft>
              <a:defRPr/>
            </a:pPr>
            <a:endParaRPr lang="nl-NL" sz="2000" kern="0" dirty="0">
              <a:solidFill>
                <a:srgbClr val="294171"/>
              </a:solidFill>
            </a:endParaRPr>
          </a:p>
        </p:txBody>
      </p:sp>
      <p:grpSp>
        <p:nvGrpSpPr>
          <p:cNvPr id="10" name="Groep 9">
            <a:extLst>
              <a:ext uri="{FF2B5EF4-FFF2-40B4-BE49-F238E27FC236}">
                <a16:creationId xmlns:a16="http://schemas.microsoft.com/office/drawing/2014/main" id="{407AA43F-21CA-A57E-2563-9FC5FEDF6E92}"/>
              </a:ext>
            </a:extLst>
          </p:cNvPr>
          <p:cNvGrpSpPr/>
          <p:nvPr/>
        </p:nvGrpSpPr>
        <p:grpSpPr>
          <a:xfrm>
            <a:off x="8597259" y="2758500"/>
            <a:ext cx="2553341" cy="1433826"/>
            <a:chOff x="5794491" y="5499300"/>
            <a:chExt cx="2933052" cy="1760460"/>
          </a:xfrm>
        </p:grpSpPr>
        <p:sp>
          <p:nvSpPr>
            <p:cNvPr id="11" name="Tekstvak 10">
              <a:extLst>
                <a:ext uri="{FF2B5EF4-FFF2-40B4-BE49-F238E27FC236}">
                  <a16:creationId xmlns:a16="http://schemas.microsoft.com/office/drawing/2014/main" id="{3D8D2F4B-C138-9A7A-E949-D421BDED4674}"/>
                </a:ext>
              </a:extLst>
            </p:cNvPr>
            <p:cNvSpPr txBox="1"/>
            <p:nvPr/>
          </p:nvSpPr>
          <p:spPr>
            <a:xfrm>
              <a:off x="5794491" y="5631560"/>
              <a:ext cx="2933052" cy="1628200"/>
            </a:xfrm>
            <a:prstGeom prst="rect">
              <a:avLst/>
            </a:prstGeom>
            <a:solidFill>
              <a:schemeClr val="bg1"/>
            </a:solidFill>
            <a:ln>
              <a:solidFill>
                <a:schemeClr val="accent1"/>
              </a:solidFill>
            </a:ln>
          </p:spPr>
          <p:txBody>
            <a:bodyPr wrap="square" lIns="108000" tIns="144000" rIns="108000" bIns="72000">
              <a:spAutoFit/>
            </a:bodyPr>
            <a:lstStyle/>
            <a:p>
              <a:r>
                <a:rPr lang="nl-NL" dirty="0"/>
                <a:t>Geef een nummer: </a:t>
              </a:r>
              <a:r>
                <a:rPr lang="nl-NL" i="1" dirty="0">
                  <a:solidFill>
                    <a:srgbClr val="00B050"/>
                  </a:solidFill>
                </a:rPr>
                <a:t>8</a:t>
              </a:r>
            </a:p>
            <a:p>
              <a:r>
                <a:rPr lang="nl-NL" dirty="0"/>
                <a:t>Geef een nummer: </a:t>
              </a:r>
              <a:r>
                <a:rPr lang="nl-NL" i="1" dirty="0">
                  <a:solidFill>
                    <a:srgbClr val="00B050"/>
                  </a:solidFill>
                </a:rPr>
                <a:t>4</a:t>
              </a:r>
            </a:p>
            <a:p>
              <a:r>
                <a:rPr lang="nl-NL" dirty="0"/>
                <a:t>Geef een nummer: </a:t>
              </a:r>
              <a:r>
                <a:rPr lang="nl-NL" i="1" dirty="0">
                  <a:solidFill>
                    <a:srgbClr val="00B050"/>
                  </a:solidFill>
                </a:rPr>
                <a:t>0</a:t>
              </a:r>
            </a:p>
            <a:p>
              <a:r>
                <a:rPr lang="nl-NL" dirty="0"/>
                <a:t>Totaal is 12</a:t>
              </a:r>
            </a:p>
          </p:txBody>
        </p:sp>
        <p:sp>
          <p:nvSpPr>
            <p:cNvPr id="12" name="Tekstvak 11">
              <a:extLst>
                <a:ext uri="{FF2B5EF4-FFF2-40B4-BE49-F238E27FC236}">
                  <a16:creationId xmlns:a16="http://schemas.microsoft.com/office/drawing/2014/main" id="{6BA02730-5455-6888-76E5-D0B3C7830130}"/>
                </a:ext>
              </a:extLst>
            </p:cNvPr>
            <p:cNvSpPr txBox="1"/>
            <p:nvPr/>
          </p:nvSpPr>
          <p:spPr>
            <a:xfrm>
              <a:off x="6080444" y="5499300"/>
              <a:ext cx="693600"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3" name="Rectangle 1">
            <a:extLst>
              <a:ext uri="{FF2B5EF4-FFF2-40B4-BE49-F238E27FC236}">
                <a16:creationId xmlns:a16="http://schemas.microsoft.com/office/drawing/2014/main" id="{A30C2F5B-9604-4EB0-72EE-826EDF8CACED}"/>
              </a:ext>
            </a:extLst>
          </p:cNvPr>
          <p:cNvSpPr>
            <a:spLocks noChangeArrowheads="1"/>
          </p:cNvSpPr>
          <p:nvPr/>
        </p:nvSpPr>
        <p:spPr bwMode="auto">
          <a:xfrm>
            <a:off x="1193800" y="2758500"/>
            <a:ext cx="5376793"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totaal = </a:t>
            </a:r>
            <a:r>
              <a:rPr kumimoji="0" lang="nl-NL" altLang="nl-NL" b="0" i="0" u="none" strike="noStrike" cap="none" normalizeH="0" baseline="0" dirty="0">
                <a:ln>
                  <a:noFill/>
                </a:ln>
                <a:solidFill>
                  <a:srgbClr val="1750EB"/>
                </a:solidFill>
                <a:effectLst/>
                <a:latin typeface="Consolas" panose="020B0609020204030204" pitchFamily="49" charset="0"/>
              </a:rPr>
              <a:t>0</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0</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000080"/>
                </a:solidFill>
                <a:effectLst/>
                <a:latin typeface="Consolas" panose="020B0609020204030204" pitchFamily="49" charset="0"/>
              </a:rPr>
              <a:t>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00080"/>
                </a:solidFill>
                <a:effectLst/>
                <a:latin typeface="Consolas" panose="020B0609020204030204" pitchFamily="49" charset="0"/>
              </a:rPr>
              <a:t>input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"Geef een nummer: "</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totaal += </a:t>
            </a:r>
            <a:r>
              <a:rPr kumimoji="0" lang="nl-NL" altLang="nl-NL" b="0" i="0" u="none" strike="noStrike" cap="none" normalizeH="0" baseline="0" dirty="0" err="1">
                <a:ln>
                  <a:noFill/>
                </a:ln>
                <a:solidFill>
                  <a:srgbClr val="080808"/>
                </a:solidFill>
                <a:effectLst/>
                <a:latin typeface="Consolas" panose="020B0609020204030204" pitchFamily="49" charset="0"/>
              </a:rPr>
              <a:t>num</a:t>
            </a:r>
            <a:br>
              <a:rPr kumimoji="0" lang="nl-NL" altLang="nl-NL" b="0" i="0" u="none" strike="noStrike" cap="none" normalizeH="0" baseline="0" dirty="0">
                <a:ln>
                  <a:noFill/>
                </a:ln>
                <a:solidFill>
                  <a:srgbClr val="080808"/>
                </a:solidFill>
                <a:effectLst/>
                <a:latin typeface="Consolas" panose="020B0609020204030204" pitchFamily="49" charset="0"/>
              </a:rPr>
            </a:b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"Totaal is"</a:t>
            </a:r>
            <a:r>
              <a:rPr kumimoji="0" lang="nl-NL" altLang="nl-NL" b="0" i="0" u="none" strike="noStrike" cap="none" normalizeH="0" baseline="0" dirty="0">
                <a:ln>
                  <a:noFill/>
                </a:ln>
                <a:solidFill>
                  <a:srgbClr val="080808"/>
                </a:solidFill>
                <a:effectLst/>
                <a:latin typeface="Consolas" panose="020B0609020204030204" pitchFamily="49" charset="0"/>
              </a:rPr>
              <a:t>, totaal)</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5" name="Bijschrift: lijn 4">
            <a:extLst>
              <a:ext uri="{FF2B5EF4-FFF2-40B4-BE49-F238E27FC236}">
                <a16:creationId xmlns:a16="http://schemas.microsoft.com/office/drawing/2014/main" id="{51D7DD1B-6307-13C4-551D-AADFCB7B224C}"/>
              </a:ext>
            </a:extLst>
          </p:cNvPr>
          <p:cNvSpPr/>
          <p:nvPr/>
        </p:nvSpPr>
        <p:spPr>
          <a:xfrm>
            <a:off x="5732023" y="4874258"/>
            <a:ext cx="3703806" cy="459609"/>
          </a:xfrm>
          <a:prstGeom prst="borderCallout1">
            <a:avLst>
              <a:gd name="adj1" fmla="val -923"/>
              <a:gd name="adj2" fmla="val 7772"/>
              <a:gd name="adj3" fmla="val -142383"/>
              <a:gd name="adj4" fmla="val -1629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dirty="0">
                <a:solidFill>
                  <a:srgbClr val="294171"/>
                </a:solidFill>
              </a:rPr>
              <a:t>Gaat door totdat de gebruiker ‘0’ invoert!</a:t>
            </a:r>
          </a:p>
        </p:txBody>
      </p:sp>
      <p:sp>
        <p:nvSpPr>
          <p:cNvPr id="7" name="TextBox 22">
            <a:extLst>
              <a:ext uri="{FF2B5EF4-FFF2-40B4-BE49-F238E27FC236}">
                <a16:creationId xmlns:a16="http://schemas.microsoft.com/office/drawing/2014/main" id="{7D808A7B-68D9-0DA0-1C94-82F9C7578DC5}"/>
              </a:ext>
            </a:extLst>
          </p:cNvPr>
          <p:cNvSpPr txBox="1"/>
          <p:nvPr/>
        </p:nvSpPr>
        <p:spPr bwMode="auto">
          <a:xfrm>
            <a:off x="709358" y="5984763"/>
            <a:ext cx="11207025" cy="459609"/>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Weet jij waarom </a:t>
            </a:r>
            <a:r>
              <a:rPr lang="nl-NL" sz="2000" kern="0" dirty="0" err="1">
                <a:solidFill>
                  <a:srgbClr val="294171"/>
                </a:solidFill>
              </a:rPr>
              <a:t>num</a:t>
            </a:r>
            <a:r>
              <a:rPr lang="nl-NL" sz="2000" kern="0" dirty="0">
                <a:solidFill>
                  <a:srgbClr val="294171"/>
                </a:solidFill>
              </a:rPr>
              <a:t> op -1 </a:t>
            </a:r>
            <a:r>
              <a:rPr lang="nl-NL" sz="2000" kern="0" dirty="0" err="1">
                <a:solidFill>
                  <a:srgbClr val="294171"/>
                </a:solidFill>
              </a:rPr>
              <a:t>geïnitialiseerd</a:t>
            </a:r>
            <a:r>
              <a:rPr lang="nl-NL" sz="2000" kern="0" dirty="0">
                <a:solidFill>
                  <a:srgbClr val="294171"/>
                </a:solidFill>
              </a:rPr>
              <a:t> moet worden?</a:t>
            </a:r>
          </a:p>
        </p:txBody>
      </p:sp>
    </p:spTree>
    <p:extLst>
      <p:ext uri="{BB962C8B-B14F-4D97-AF65-F5344CB8AC3E}">
        <p14:creationId xmlns:p14="http://schemas.microsoft.com/office/powerpoint/2010/main" val="3766746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D094-D325-E763-F367-C60E6C8B2BDE}"/>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12763F92-BB35-D7D5-AD74-00C10E030F66}"/>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Alternatief</a:t>
            </a:r>
            <a:r>
              <a:rPr lang="en-US" sz="3600" b="1" kern="0" dirty="0">
                <a:solidFill>
                  <a:prstClr val="black"/>
                </a:solidFill>
              </a:rPr>
              <a:t>: input </a:t>
            </a:r>
            <a:r>
              <a:rPr lang="en-US" sz="3600" b="1" kern="0" dirty="0" err="1">
                <a:solidFill>
                  <a:prstClr val="black"/>
                </a:solidFill>
              </a:rPr>
              <a:t>vóór</a:t>
            </a:r>
            <a:r>
              <a:rPr lang="en-US" sz="3600" b="1" kern="0" dirty="0">
                <a:solidFill>
                  <a:prstClr val="black"/>
                </a:solidFill>
              </a:rPr>
              <a:t> </a:t>
            </a:r>
            <a:r>
              <a:rPr lang="en-US" sz="3600" b="1" kern="0" dirty="0" err="1">
                <a:solidFill>
                  <a:prstClr val="black"/>
                </a:solidFill>
              </a:rPr>
              <a:t>herhaling</a:t>
            </a:r>
            <a:r>
              <a:rPr lang="en-US" sz="3600" b="1" kern="0" dirty="0">
                <a:solidFill>
                  <a:prstClr val="black"/>
                </a:solidFill>
              </a:rPr>
              <a:t> </a:t>
            </a:r>
            <a:r>
              <a:rPr lang="en-US" sz="2000" b="1" kern="0" dirty="0">
                <a:solidFill>
                  <a:prstClr val="black"/>
                </a:solidFill>
              </a:rPr>
              <a:t>(§7.1.3)</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1128C5AB-FBA6-E00C-A985-EA5D65D7BBFA}"/>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9BF0B764-923B-385D-685F-B36F30588752}"/>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Alternatief voor </a:t>
            </a:r>
            <a:r>
              <a:rPr lang="nl-NL" sz="2000" kern="0" dirty="0" err="1">
                <a:solidFill>
                  <a:srgbClr val="294171"/>
                </a:solidFill>
              </a:rPr>
              <a:t>num</a:t>
            </a:r>
            <a:r>
              <a:rPr lang="nl-NL" sz="2000" kern="0" dirty="0">
                <a:solidFill>
                  <a:srgbClr val="294171"/>
                </a:solidFill>
              </a:rPr>
              <a:t> = -1:</a:t>
            </a:r>
          </a:p>
        </p:txBody>
      </p:sp>
      <p:sp>
        <p:nvSpPr>
          <p:cNvPr id="2" name="Rectangle 1">
            <a:extLst>
              <a:ext uri="{FF2B5EF4-FFF2-40B4-BE49-F238E27FC236}">
                <a16:creationId xmlns:a16="http://schemas.microsoft.com/office/drawing/2014/main" id="{6036A8AC-722F-8950-8E66-42C1C43DEC4B}"/>
              </a:ext>
            </a:extLst>
          </p:cNvPr>
          <p:cNvSpPr>
            <a:spLocks noChangeArrowheads="1"/>
          </p:cNvSpPr>
          <p:nvPr/>
        </p:nvSpPr>
        <p:spPr bwMode="auto">
          <a:xfrm>
            <a:off x="1193800" y="2758500"/>
            <a:ext cx="5376793"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000080"/>
                </a:solidFill>
                <a:effectLst/>
                <a:latin typeface="Consolas" panose="020B0609020204030204" pitchFamily="49" charset="0"/>
              </a:rPr>
              <a:t>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00080"/>
                </a:solidFill>
                <a:effectLst/>
                <a:latin typeface="Consolas" panose="020B0609020204030204" pitchFamily="49" charset="0"/>
              </a:rPr>
              <a:t>input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"Geef een nummer: "</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totaal = </a:t>
            </a:r>
            <a:r>
              <a:rPr kumimoji="0" lang="nl-NL" altLang="nl-NL" b="0" i="0" u="none" strike="noStrike" cap="none" normalizeH="0" baseline="0" dirty="0">
                <a:ln>
                  <a:noFill/>
                </a:ln>
                <a:solidFill>
                  <a:srgbClr val="1750EB"/>
                </a:solidFill>
                <a:effectLst/>
                <a:latin typeface="Consolas" panose="020B0609020204030204" pitchFamily="49" charset="0"/>
              </a:rPr>
              <a:t>0</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0</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totaal += </a:t>
            </a:r>
            <a:r>
              <a:rPr kumimoji="0" lang="nl-NL" altLang="nl-NL" b="0" i="0" u="none" strike="noStrike" cap="none" normalizeH="0" baseline="0" dirty="0" err="1">
                <a:ln>
                  <a:noFill/>
                </a:ln>
                <a:solidFill>
                  <a:srgbClr val="080808"/>
                </a:solidFill>
                <a:effectLst/>
                <a:latin typeface="Consolas" panose="020B0609020204030204" pitchFamily="49" charset="0"/>
              </a:rPr>
              <a:t>num</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000080"/>
                </a:solidFill>
                <a:effectLst/>
                <a:latin typeface="Consolas" panose="020B0609020204030204" pitchFamily="49" charset="0"/>
              </a:rPr>
              <a:t>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00080"/>
                </a:solidFill>
                <a:effectLst/>
                <a:latin typeface="Consolas" panose="020B0609020204030204" pitchFamily="49" charset="0"/>
              </a:rPr>
              <a:t>input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"Geef een nummer: "</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"Totaal is"</a:t>
            </a:r>
            <a:r>
              <a:rPr kumimoji="0" lang="nl-NL" altLang="nl-NL" b="0" i="0" u="none" strike="noStrike" cap="none" normalizeH="0" baseline="0" dirty="0">
                <a:ln>
                  <a:noFill/>
                </a:ln>
                <a:solidFill>
                  <a:srgbClr val="080808"/>
                </a:solidFill>
                <a:effectLst/>
                <a:latin typeface="Consolas" panose="020B0609020204030204" pitchFamily="49" charset="0"/>
              </a:rPr>
              <a:t>, totaal )</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13" name="Bijschrift: lijn 12">
            <a:extLst>
              <a:ext uri="{FF2B5EF4-FFF2-40B4-BE49-F238E27FC236}">
                <a16:creationId xmlns:a16="http://schemas.microsoft.com/office/drawing/2014/main" id="{3087E043-10F9-0684-0F4F-3D8F5A2B3BB9}"/>
              </a:ext>
            </a:extLst>
          </p:cNvPr>
          <p:cNvSpPr/>
          <p:nvPr/>
        </p:nvSpPr>
        <p:spPr>
          <a:xfrm>
            <a:off x="6629854" y="5235313"/>
            <a:ext cx="4711246" cy="459609"/>
          </a:xfrm>
          <a:prstGeom prst="borderCallout1">
            <a:avLst>
              <a:gd name="adj1" fmla="val -923"/>
              <a:gd name="adj2" fmla="val 7772"/>
              <a:gd name="adj3" fmla="val -145146"/>
              <a:gd name="adj4" fmla="val -19719"/>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dirty="0">
                <a:solidFill>
                  <a:srgbClr val="294171"/>
                </a:solidFill>
              </a:rPr>
              <a:t>Niet iedereen vindt deze ‘dubbele input’ code mooi…</a:t>
            </a:r>
          </a:p>
        </p:txBody>
      </p:sp>
    </p:spTree>
    <p:extLst>
      <p:ext uri="{BB962C8B-B14F-4D97-AF65-F5344CB8AC3E}">
        <p14:creationId xmlns:p14="http://schemas.microsoft.com/office/powerpoint/2010/main" val="140180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D033-9794-B2F3-B7DE-0524344D152C}"/>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C88B6C68-E571-E216-8F05-B098E03FB782}"/>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De ‘while True’ loop </a:t>
            </a:r>
            <a:r>
              <a:rPr lang="en-US" sz="2000" b="1" kern="0" dirty="0">
                <a:solidFill>
                  <a:prstClr val="black"/>
                </a:solidFill>
              </a:rPr>
              <a:t>(§7.5)</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45DB1F1A-26BF-E69D-735F-D19651465CDC}"/>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78A1F428-E931-DC26-B473-C189599667B3}"/>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We kunnen ook afdwingen dat de loop minimaal één keer wordt uitgevoerd!</a:t>
            </a:r>
          </a:p>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Daarvoor gebruik je ‘True’ als conditie:</a:t>
            </a:r>
          </a:p>
        </p:txBody>
      </p:sp>
      <p:sp>
        <p:nvSpPr>
          <p:cNvPr id="7" name="Rectangle 2">
            <a:extLst>
              <a:ext uri="{FF2B5EF4-FFF2-40B4-BE49-F238E27FC236}">
                <a16:creationId xmlns:a16="http://schemas.microsoft.com/office/drawing/2014/main" id="{D3DB881C-F65C-83EE-ABFE-F394BC2A76AF}"/>
              </a:ext>
            </a:extLst>
          </p:cNvPr>
          <p:cNvSpPr>
            <a:spLocks noChangeArrowheads="1"/>
          </p:cNvSpPr>
          <p:nvPr/>
        </p:nvSpPr>
        <p:spPr bwMode="auto">
          <a:xfrm>
            <a:off x="1193800" y="2669600"/>
            <a:ext cx="5376793"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080808"/>
                </a:solidFill>
                <a:effectLst/>
                <a:latin typeface="Consolas" panose="020B0609020204030204" pitchFamily="49" charset="0"/>
              </a:rPr>
              <a:t>totaal = </a:t>
            </a:r>
            <a:r>
              <a:rPr kumimoji="0" lang="nl-NL" altLang="nl-NL" b="0" i="0" u="none" strike="noStrike" cap="none" normalizeH="0" baseline="0" dirty="0">
                <a:ln>
                  <a:noFill/>
                </a:ln>
                <a:solidFill>
                  <a:srgbClr val="1750EB"/>
                </a:solidFill>
                <a:effectLst/>
                <a:latin typeface="Consolas" panose="020B0609020204030204" pitchFamily="49" charset="0"/>
              </a:rPr>
              <a:t>0</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True</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000080"/>
                </a:solidFill>
                <a:effectLst/>
                <a:latin typeface="Consolas" panose="020B0609020204030204" pitchFamily="49" charset="0"/>
              </a:rPr>
              <a:t>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00080"/>
                </a:solidFill>
                <a:effectLst/>
                <a:latin typeface="Consolas" panose="020B0609020204030204" pitchFamily="49" charset="0"/>
              </a:rPr>
              <a:t>input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"Geef een nummer: "</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err="1">
                <a:ln>
                  <a:noFill/>
                </a:ln>
                <a:solidFill>
                  <a:srgbClr val="0033B3"/>
                </a:solidFill>
                <a:effectLst/>
                <a:latin typeface="Consolas" panose="020B0609020204030204" pitchFamily="49" charset="0"/>
              </a:rPr>
              <a:t>if</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err="1">
                <a:ln>
                  <a:noFill/>
                </a:ln>
                <a:solidFill>
                  <a:srgbClr val="080808"/>
                </a:solidFill>
                <a:effectLst/>
                <a:latin typeface="Consolas" panose="020B0609020204030204" pitchFamily="49" charset="0"/>
              </a:rPr>
              <a:t>num</a:t>
            </a:r>
            <a:r>
              <a:rPr kumimoji="0" lang="nl-NL" altLang="nl-NL" b="0" i="0" u="none" strike="noStrike" cap="none" normalizeH="0" baseline="0" dirty="0">
                <a:ln>
                  <a:noFill/>
                </a:ln>
                <a:solidFill>
                  <a:srgbClr val="080808"/>
                </a:solidFill>
                <a:effectLst/>
                <a:latin typeface="Consolas" panose="020B0609020204030204" pitchFamily="49" charset="0"/>
              </a:rPr>
              <a:t> == </a:t>
            </a:r>
            <a:r>
              <a:rPr kumimoji="0" lang="nl-NL" altLang="nl-NL" b="0" i="0" u="none" strike="noStrike" cap="none" normalizeH="0" baseline="0" dirty="0">
                <a:ln>
                  <a:noFill/>
                </a:ln>
                <a:solidFill>
                  <a:srgbClr val="1750EB"/>
                </a:solidFill>
                <a:effectLst/>
                <a:latin typeface="Consolas" panose="020B0609020204030204" pitchFamily="49" charset="0"/>
              </a:rPr>
              <a:t>0</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033B3"/>
                </a:solidFill>
                <a:effectLst/>
                <a:latin typeface="Consolas" panose="020B0609020204030204" pitchFamily="49" charset="0"/>
              </a:rPr>
              <a:t>break</a:t>
            </a:r>
            <a:br>
              <a:rPr kumimoji="0" lang="nl-NL" altLang="nl-NL" b="0" i="0" u="none" strike="noStrike" cap="none" normalizeH="0" baseline="0" dirty="0">
                <a:ln>
                  <a:noFill/>
                </a:ln>
                <a:solidFill>
                  <a:srgbClr val="0033B3"/>
                </a:solidFill>
                <a:effectLst/>
                <a:latin typeface="Consolas" panose="020B0609020204030204" pitchFamily="49" charset="0"/>
              </a:rPr>
            </a:br>
            <a:br>
              <a:rPr kumimoji="0" lang="nl-NL" altLang="nl-NL" b="0" i="0" u="none" strike="noStrike" cap="none" normalizeH="0" baseline="0" dirty="0">
                <a:ln>
                  <a:noFill/>
                </a:ln>
                <a:solidFill>
                  <a:srgbClr val="0033B3"/>
                </a:solidFill>
                <a:effectLst/>
                <a:latin typeface="Consolas" panose="020B0609020204030204" pitchFamily="49" charset="0"/>
              </a:rPr>
            </a:b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a:ln>
                  <a:noFill/>
                </a:ln>
                <a:solidFill>
                  <a:srgbClr val="080808"/>
                </a:solidFill>
                <a:effectLst/>
                <a:latin typeface="Consolas" panose="020B0609020204030204" pitchFamily="49" charset="0"/>
              </a:rPr>
              <a:t>totaal += </a:t>
            </a:r>
            <a:r>
              <a:rPr kumimoji="0" lang="nl-NL" altLang="nl-NL" b="0" i="0" u="none" strike="noStrike" cap="none" normalizeH="0" baseline="0" dirty="0" err="1">
                <a:ln>
                  <a:noFill/>
                </a:ln>
                <a:solidFill>
                  <a:srgbClr val="080808"/>
                </a:solidFill>
                <a:effectLst/>
                <a:latin typeface="Consolas" panose="020B0609020204030204" pitchFamily="49" charset="0"/>
              </a:rPr>
              <a:t>num</a:t>
            </a:r>
            <a:br>
              <a:rPr kumimoji="0" lang="nl-NL" altLang="nl-NL" b="0" i="0" u="none" strike="noStrike" cap="none" normalizeH="0" baseline="0" dirty="0">
                <a:ln>
                  <a:noFill/>
                </a:ln>
                <a:solidFill>
                  <a:srgbClr val="080808"/>
                </a:solidFill>
                <a:effectLst/>
                <a:latin typeface="Consolas" panose="020B0609020204030204" pitchFamily="49" charset="0"/>
              </a:rPr>
            </a:b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"Totaal is"</a:t>
            </a:r>
            <a:r>
              <a:rPr kumimoji="0" lang="nl-NL" altLang="nl-NL" b="0" i="0" u="none" strike="noStrike" cap="none" normalizeH="0" baseline="0" dirty="0">
                <a:ln>
                  <a:noFill/>
                </a:ln>
                <a:solidFill>
                  <a:srgbClr val="080808"/>
                </a:solidFill>
                <a:effectLst/>
                <a:latin typeface="Consolas" panose="020B0609020204030204" pitchFamily="49" charset="0"/>
              </a:rPr>
              <a:t>, totaal)</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5" name="Bijschrift: lijn 4">
            <a:extLst>
              <a:ext uri="{FF2B5EF4-FFF2-40B4-BE49-F238E27FC236}">
                <a16:creationId xmlns:a16="http://schemas.microsoft.com/office/drawing/2014/main" id="{19FAC3C3-A3AE-DA75-5289-5685A58EE51D}"/>
              </a:ext>
            </a:extLst>
          </p:cNvPr>
          <p:cNvSpPr/>
          <p:nvPr/>
        </p:nvSpPr>
        <p:spPr>
          <a:xfrm>
            <a:off x="5211594" y="4508501"/>
            <a:ext cx="3703806" cy="459609"/>
          </a:xfrm>
          <a:prstGeom prst="borderCallout1">
            <a:avLst>
              <a:gd name="adj1" fmla="val 34999"/>
              <a:gd name="adj2" fmla="val 57"/>
              <a:gd name="adj3" fmla="val -4223"/>
              <a:gd name="adj4" fmla="val -1937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dirty="0">
                <a:solidFill>
                  <a:srgbClr val="294171"/>
                </a:solidFill>
              </a:rPr>
              <a:t>Met behulp van een </a:t>
            </a:r>
            <a:r>
              <a:rPr lang="nl-NL" sz="1600" b="1" kern="0" dirty="0" err="1">
                <a:solidFill>
                  <a:srgbClr val="294171"/>
                </a:solidFill>
              </a:rPr>
              <a:t>if</a:t>
            </a:r>
            <a:r>
              <a:rPr lang="nl-NL" sz="1600" b="1" kern="0" dirty="0">
                <a:solidFill>
                  <a:srgbClr val="294171"/>
                </a:solidFill>
              </a:rPr>
              <a:t>-statement en </a:t>
            </a:r>
            <a:r>
              <a:rPr lang="nl-NL" sz="1600" b="1" i="1" kern="0" dirty="0">
                <a:solidFill>
                  <a:srgbClr val="294171"/>
                </a:solidFill>
              </a:rPr>
              <a:t>break </a:t>
            </a:r>
            <a:r>
              <a:rPr lang="nl-NL" sz="1600" b="1" kern="0" dirty="0">
                <a:solidFill>
                  <a:srgbClr val="294171"/>
                </a:solidFill>
              </a:rPr>
              <a:t>stop je de loop alsnog!</a:t>
            </a:r>
          </a:p>
        </p:txBody>
      </p:sp>
    </p:spTree>
    <p:extLst>
      <p:ext uri="{BB962C8B-B14F-4D97-AF65-F5344CB8AC3E}">
        <p14:creationId xmlns:p14="http://schemas.microsoft.com/office/powerpoint/2010/main" val="1103861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4698E-BFB6-28CA-ACF4-D56DC69F49E8}"/>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C4883FBF-D2A4-0E74-127A-32268C5B6D46}"/>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De </a:t>
            </a:r>
            <a:r>
              <a:rPr lang="en-US" sz="3600" b="1" kern="0" dirty="0" err="1">
                <a:solidFill>
                  <a:prstClr val="black"/>
                </a:solidFill>
              </a:rPr>
              <a:t>eindeloze</a:t>
            </a:r>
            <a:r>
              <a:rPr lang="en-US" sz="3600" b="1" kern="0" dirty="0">
                <a:solidFill>
                  <a:prstClr val="black"/>
                </a:solidFill>
              </a:rPr>
              <a:t> loop </a:t>
            </a:r>
            <a:r>
              <a:rPr lang="en-US" sz="2000" b="1" kern="0" dirty="0">
                <a:solidFill>
                  <a:prstClr val="black"/>
                </a:solidFill>
              </a:rPr>
              <a:t>(§7.1.4)</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E532BC57-F0D0-067C-17CB-E31F8333C771}"/>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E11AEDC3-06CE-2F5E-F85C-3BC17A378522}"/>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Let bij een </a:t>
            </a:r>
            <a:r>
              <a:rPr lang="nl-NL" sz="2000" kern="0" dirty="0" err="1">
                <a:solidFill>
                  <a:srgbClr val="294171"/>
                </a:solidFill>
              </a:rPr>
              <a:t>while</a:t>
            </a:r>
            <a:r>
              <a:rPr lang="nl-NL" sz="2000" kern="0" dirty="0">
                <a:solidFill>
                  <a:srgbClr val="294171"/>
                </a:solidFill>
              </a:rPr>
              <a:t>-loop op dat ‘ie niet eindeloos is:</a:t>
            </a:r>
          </a:p>
        </p:txBody>
      </p:sp>
      <p:sp>
        <p:nvSpPr>
          <p:cNvPr id="5" name="Bijschrift: lijn 4">
            <a:extLst>
              <a:ext uri="{FF2B5EF4-FFF2-40B4-BE49-F238E27FC236}">
                <a16:creationId xmlns:a16="http://schemas.microsoft.com/office/drawing/2014/main" id="{4ABAD8C4-4F9E-FF1B-3BBC-E8D35556BE1C}"/>
              </a:ext>
            </a:extLst>
          </p:cNvPr>
          <p:cNvSpPr/>
          <p:nvPr/>
        </p:nvSpPr>
        <p:spPr>
          <a:xfrm>
            <a:off x="5033459" y="4152901"/>
            <a:ext cx="4605841" cy="459609"/>
          </a:xfrm>
          <a:prstGeom prst="borderCallout1">
            <a:avLst>
              <a:gd name="adj1" fmla="val 34999"/>
              <a:gd name="adj2" fmla="val 57"/>
              <a:gd name="adj3" fmla="val -4223"/>
              <a:gd name="adj4" fmla="val -1937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dirty="0">
                <a:solidFill>
                  <a:srgbClr val="294171"/>
                </a:solidFill>
              </a:rPr>
              <a:t>Je computer ‘hangt’ in de loop, het programma stopt nooit. Print ‘nummer’ om dit effect te zien!</a:t>
            </a:r>
          </a:p>
        </p:txBody>
      </p:sp>
      <p:sp>
        <p:nvSpPr>
          <p:cNvPr id="2" name="Rectangle 1">
            <a:extLst>
              <a:ext uri="{FF2B5EF4-FFF2-40B4-BE49-F238E27FC236}">
                <a16:creationId xmlns:a16="http://schemas.microsoft.com/office/drawing/2014/main" id="{8739959F-9660-F83E-479C-8C9E72AFC1D7}"/>
              </a:ext>
            </a:extLst>
          </p:cNvPr>
          <p:cNvSpPr>
            <a:spLocks noChangeArrowheads="1"/>
          </p:cNvSpPr>
          <p:nvPr/>
        </p:nvSpPr>
        <p:spPr bwMode="auto">
          <a:xfrm>
            <a:off x="1485900" y="2771698"/>
            <a:ext cx="2464136" cy="2031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080808"/>
                </a:solidFill>
                <a:effectLst/>
                <a:latin typeface="Consolas" panose="020B0609020204030204" pitchFamily="49" charset="0"/>
              </a:rPr>
              <a:t>nummer = </a:t>
            </a:r>
            <a:r>
              <a:rPr kumimoji="0" lang="nl-NL" altLang="nl-NL" b="0" i="0" u="none" strike="noStrike" cap="none" normalizeH="0" baseline="0" dirty="0">
                <a:ln>
                  <a:noFill/>
                </a:ln>
                <a:solidFill>
                  <a:srgbClr val="1750EB"/>
                </a:solidFill>
                <a:effectLst/>
                <a:latin typeface="Consolas" panose="020B0609020204030204" pitchFamily="49" charset="0"/>
              </a:rPr>
              <a:t>1</a:t>
            </a:r>
            <a:br>
              <a:rPr kumimoji="0" lang="nl-NL" altLang="nl-NL" b="0" i="0" u="none" strike="noStrike" cap="none" normalizeH="0" baseline="0" dirty="0">
                <a:ln>
                  <a:noFill/>
                </a:ln>
                <a:solidFill>
                  <a:srgbClr val="1750EB"/>
                </a:solidFill>
                <a:effectLst/>
                <a:latin typeface="Consolas" panose="020B0609020204030204" pitchFamily="49" charset="0"/>
              </a:rPr>
            </a:b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err="1">
                <a:ln>
                  <a:noFill/>
                </a:ln>
                <a:solidFill>
                  <a:srgbClr val="0033B3"/>
                </a:solidFill>
                <a:effectLst/>
                <a:latin typeface="Consolas" panose="020B0609020204030204" pitchFamily="49" charset="0"/>
              </a:rPr>
              <a:t>while</a:t>
            </a:r>
            <a:r>
              <a:rPr kumimoji="0" lang="nl-NL" altLang="nl-NL" b="0" i="0" u="none" strike="noStrike" cap="none" normalizeH="0" baseline="0" dirty="0">
                <a:ln>
                  <a:noFill/>
                </a:ln>
                <a:solidFill>
                  <a:srgbClr val="0033B3"/>
                </a:solidFill>
                <a:effectLst/>
                <a:latin typeface="Consolas" panose="020B0609020204030204" pitchFamily="49" charset="0"/>
              </a:rPr>
              <a:t> </a:t>
            </a:r>
            <a:r>
              <a:rPr kumimoji="0" lang="nl-NL" altLang="nl-NL" b="0" i="0" u="none" strike="noStrike" cap="none" normalizeH="0" baseline="0" dirty="0">
                <a:ln>
                  <a:noFill/>
                </a:ln>
                <a:solidFill>
                  <a:srgbClr val="080808"/>
                </a:solidFill>
                <a:effectLst/>
                <a:latin typeface="Consolas" panose="020B0609020204030204" pitchFamily="49" charset="0"/>
              </a:rPr>
              <a:t>nummer != </a:t>
            </a:r>
            <a:r>
              <a:rPr kumimoji="0" lang="nl-NL" altLang="nl-NL" b="0" i="0" u="none" strike="noStrike" cap="none" normalizeH="0" baseline="0" dirty="0">
                <a:ln>
                  <a:noFill/>
                </a:ln>
                <a:solidFill>
                  <a:srgbClr val="1750EB"/>
                </a:solidFill>
                <a:effectLst/>
                <a:latin typeface="Consolas" panose="020B0609020204030204" pitchFamily="49" charset="0"/>
              </a:rPr>
              <a:t>2</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nummer += </a:t>
            </a:r>
            <a:r>
              <a:rPr kumimoji="0" lang="nl-NL" altLang="nl-NL" b="0" i="0" u="none" strike="noStrike" cap="none" normalizeH="0" baseline="0" dirty="0">
                <a:ln>
                  <a:noFill/>
                </a:ln>
                <a:solidFill>
                  <a:srgbClr val="1750EB"/>
                </a:solidFill>
                <a:effectLst/>
                <a:latin typeface="Consolas" panose="020B0609020204030204" pitchFamily="49" charset="0"/>
              </a:rPr>
              <a:t>2</a:t>
            </a:r>
            <a:br>
              <a:rPr kumimoji="0" lang="nl-NL" altLang="nl-NL" b="0" i="0" u="none" strike="noStrike" cap="none" normalizeH="0" baseline="0" dirty="0">
                <a:ln>
                  <a:noFill/>
                </a:ln>
                <a:solidFill>
                  <a:srgbClr val="1750EB"/>
                </a:solidFill>
                <a:effectLst/>
                <a:latin typeface="Consolas" panose="020B0609020204030204" pitchFamily="49" charset="0"/>
              </a:rPr>
            </a:br>
            <a:r>
              <a:rPr kumimoji="0" lang="nl-NL" altLang="nl-NL" b="0" i="0" u="none" strike="noStrike" cap="none" normalizeH="0" baseline="0" dirty="0">
                <a:ln>
                  <a:noFill/>
                </a:ln>
                <a:solidFill>
                  <a:srgbClr val="1750EB"/>
                </a:solidFill>
                <a:effectLst/>
                <a:latin typeface="Consolas" panose="020B0609020204030204" pitchFamily="49" charset="0"/>
              </a:rPr>
              <a:t>    </a:t>
            </a:r>
            <a:r>
              <a:rPr kumimoji="0" lang="nl-NL" altLang="nl-NL" b="0" i="0" u="none" strike="noStrike" cap="none" normalizeH="0" baseline="0" dirty="0">
                <a:ln>
                  <a:noFill/>
                </a:ln>
                <a:solidFill>
                  <a:schemeClr val="bg1">
                    <a:lumMod val="65000"/>
                  </a:schemeClr>
                </a:solidFill>
                <a:effectLst/>
                <a:latin typeface="Consolas" panose="020B0609020204030204" pitchFamily="49" charset="0"/>
              </a:rPr>
              <a:t>print(nummer)</a:t>
            </a:r>
            <a:br>
              <a:rPr kumimoji="0" lang="nl-NL" altLang="nl-NL" b="0" i="0" u="none" strike="noStrike" cap="none" normalizeH="0" baseline="0" dirty="0">
                <a:ln>
                  <a:noFill/>
                </a:ln>
                <a:solidFill>
                  <a:schemeClr val="bg1">
                    <a:lumMod val="65000"/>
                  </a:schemeClr>
                </a:solidFill>
                <a:effectLst/>
                <a:latin typeface="Consolas" panose="020B0609020204030204" pitchFamily="49" charset="0"/>
              </a:rPr>
            </a:b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00080"/>
                </a:solidFill>
                <a:effectLst/>
                <a:latin typeface="Consolas" panose="020B0609020204030204" pitchFamily="49" charset="0"/>
              </a:rPr>
              <a:t>print</a:t>
            </a:r>
            <a:r>
              <a:rPr kumimoji="0" lang="nl-NL" altLang="nl-NL" b="0" i="0" u="none" strike="noStrike" cap="none" normalizeH="0" baseline="0" dirty="0">
                <a:ln>
                  <a:noFill/>
                </a:ln>
                <a:solidFill>
                  <a:srgbClr val="080808"/>
                </a:solidFill>
                <a:effectLst/>
                <a:latin typeface="Consolas" panose="020B0609020204030204" pitchFamily="49" charset="0"/>
              </a:rPr>
              <a:t>(</a:t>
            </a:r>
            <a:r>
              <a:rPr kumimoji="0" lang="nl-NL" altLang="nl-NL" b="0" i="0" u="none" strike="noStrike" cap="none" normalizeH="0" baseline="0" dirty="0">
                <a:ln>
                  <a:noFill/>
                </a:ln>
                <a:solidFill>
                  <a:srgbClr val="067D17"/>
                </a:solidFill>
                <a:effectLst/>
                <a:latin typeface="Consolas" panose="020B0609020204030204" pitchFamily="49" charset="0"/>
              </a:rPr>
              <a:t>"Klaar"</a:t>
            </a:r>
            <a:r>
              <a:rPr kumimoji="0" lang="nl-NL" altLang="nl-NL" b="0" i="0" u="none" strike="noStrike" cap="none" normalizeH="0" baseline="0" dirty="0">
                <a:ln>
                  <a:noFill/>
                </a:ln>
                <a:solidFill>
                  <a:srgbClr val="080808"/>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01951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FC18-AF1D-D21E-408C-6FD945320D42}"/>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10AAF128-C964-7686-F944-C2D5FB2A57A2}"/>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FF7EBB63-25EF-941E-9604-F732488D77E1}"/>
              </a:ext>
            </a:extLst>
          </p:cNvPr>
          <p:cNvSpPr txBox="1"/>
          <p:nvPr/>
        </p:nvSpPr>
        <p:spPr bwMode="auto">
          <a:xfrm>
            <a:off x="709358" y="1470029"/>
            <a:ext cx="10542842" cy="1477328"/>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lvl="0" fontAlgn="base">
              <a:spcBef>
                <a:spcPct val="0"/>
              </a:spcBef>
              <a:spcAft>
                <a:spcPct val="0"/>
              </a:spcAft>
              <a:defRPr/>
            </a:pPr>
            <a:r>
              <a:rPr lang="nl-NL" kern="0" dirty="0">
                <a:solidFill>
                  <a:srgbClr val="294171"/>
                </a:solidFill>
              </a:rPr>
              <a:t>Laat de gebruiker een positief geheel getal invoeren. Als de gebruiker een negatief getal ingeeft, geef je een melding dat dat niet mag, en laat de gebruiker opnieuw een getal laten invoeren. Herhaal dit totdat er een positief getal is ingevoerd. Print het positieve getal na afloop.</a:t>
            </a:r>
          </a:p>
          <a:p>
            <a:pPr lvl="0" fontAlgn="base">
              <a:spcBef>
                <a:spcPct val="0"/>
              </a:spcBef>
              <a:spcAft>
                <a:spcPct val="0"/>
              </a:spcAft>
              <a:defRPr/>
            </a:pPr>
            <a:endParaRPr lang="nl-NL" kern="0" dirty="0">
              <a:solidFill>
                <a:srgbClr val="294171"/>
              </a:solidFill>
            </a:endParaRPr>
          </a:p>
          <a:p>
            <a:pPr lvl="0" fontAlgn="base">
              <a:spcBef>
                <a:spcPct val="0"/>
              </a:spcBef>
              <a:spcAft>
                <a:spcPct val="0"/>
              </a:spcAft>
              <a:defRPr/>
            </a:pPr>
            <a:r>
              <a:rPr lang="nl-NL" kern="0" dirty="0">
                <a:solidFill>
                  <a:srgbClr val="294171"/>
                </a:solidFill>
              </a:rPr>
              <a:t>Probeer het eerst </a:t>
            </a:r>
            <a:r>
              <a:rPr lang="nl-NL" i="1" kern="0" dirty="0">
                <a:solidFill>
                  <a:srgbClr val="294171"/>
                </a:solidFill>
              </a:rPr>
              <a:t>zonder</a:t>
            </a:r>
            <a:r>
              <a:rPr lang="nl-NL" kern="0" dirty="0">
                <a:solidFill>
                  <a:srgbClr val="294171"/>
                </a:solidFill>
              </a:rPr>
              <a:t>, en daarna </a:t>
            </a:r>
            <a:r>
              <a:rPr lang="nl-NL" i="1" kern="0" dirty="0">
                <a:solidFill>
                  <a:srgbClr val="294171"/>
                </a:solidFill>
              </a:rPr>
              <a:t>met</a:t>
            </a:r>
            <a:r>
              <a:rPr lang="nl-NL" kern="0" dirty="0">
                <a:solidFill>
                  <a:srgbClr val="294171"/>
                </a:solidFill>
              </a:rPr>
              <a:t> een </a:t>
            </a:r>
            <a:r>
              <a:rPr lang="nl-NL" kern="0" dirty="0" err="1">
                <a:solidFill>
                  <a:srgbClr val="294171"/>
                </a:solidFill>
              </a:rPr>
              <a:t>while</a:t>
            </a:r>
            <a:r>
              <a:rPr lang="nl-NL" kern="0" dirty="0">
                <a:solidFill>
                  <a:srgbClr val="294171"/>
                </a:solidFill>
              </a:rPr>
              <a:t> True loop op te lossen.</a:t>
            </a:r>
          </a:p>
        </p:txBody>
      </p:sp>
    </p:spTree>
    <p:extLst>
      <p:ext uri="{BB962C8B-B14F-4D97-AF65-F5344CB8AC3E}">
        <p14:creationId xmlns:p14="http://schemas.microsoft.com/office/powerpoint/2010/main" val="3712368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1A28F-8C01-CF52-5DB3-4387B999A94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B8F7F946-4982-01BA-922F-5F121F75B214}"/>
              </a:ext>
            </a:extLst>
          </p:cNvPr>
          <p:cNvSpPr>
            <a:spLocks noChangeArrowheads="1"/>
          </p:cNvSpPr>
          <p:nvPr/>
        </p:nvSpPr>
        <p:spPr bwMode="auto">
          <a:xfrm>
            <a:off x="1485900" y="2771698"/>
            <a:ext cx="2844048"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a:ln>
                  <a:noFill/>
                </a:ln>
                <a:solidFill>
                  <a:srgbClr val="080808"/>
                </a:solidFill>
                <a:effectLst/>
                <a:latin typeface="Consolas" panose="020B0609020204030204" pitchFamily="49" charset="0"/>
              </a:rPr>
              <a:t>num = </a:t>
            </a:r>
            <a:r>
              <a:rPr kumimoji="0" lang="nl-NL" altLang="nl-NL" b="0" i="0" u="none" strike="noStrike" cap="none" normalizeH="0" baseline="0">
                <a:ln>
                  <a:noFill/>
                </a:ln>
                <a:solidFill>
                  <a:srgbClr val="1750EB"/>
                </a:solidFill>
                <a:effectLst/>
                <a:latin typeface="Consolas" panose="020B0609020204030204" pitchFamily="49" charset="0"/>
              </a:rPr>
              <a:t>0</a:t>
            </a:r>
            <a:br>
              <a:rPr kumimoji="0" lang="nl-NL" altLang="nl-NL" b="0" i="0" u="none" strike="noStrike" cap="none" normalizeH="0" baseline="0">
                <a:ln>
                  <a:noFill/>
                </a:ln>
                <a:solidFill>
                  <a:srgbClr val="1750EB"/>
                </a:solidFill>
                <a:effectLst/>
                <a:latin typeface="Consolas" panose="020B0609020204030204" pitchFamily="49" charset="0"/>
              </a:rPr>
            </a:br>
            <a:r>
              <a:rPr kumimoji="0" lang="nl-NL" altLang="nl-NL" b="0" i="0" u="none" strike="noStrike" cap="none" normalizeH="0" baseline="0">
                <a:ln>
                  <a:noFill/>
                </a:ln>
                <a:solidFill>
                  <a:srgbClr val="0033B3"/>
                </a:solidFill>
                <a:effectLst/>
                <a:latin typeface="Consolas" panose="020B0609020204030204" pitchFamily="49" charset="0"/>
              </a:rPr>
              <a:t>while </a:t>
            </a:r>
            <a:r>
              <a:rPr kumimoji="0" lang="nl-NL" altLang="nl-NL" b="0" i="0" u="none" strike="noStrike" cap="none" normalizeH="0" baseline="0">
                <a:ln>
                  <a:noFill/>
                </a:ln>
                <a:solidFill>
                  <a:srgbClr val="080808"/>
                </a:solidFill>
                <a:effectLst/>
                <a:latin typeface="Consolas" panose="020B0609020204030204" pitchFamily="49" charset="0"/>
              </a:rPr>
              <a:t>num &lt; </a:t>
            </a:r>
            <a:r>
              <a:rPr kumimoji="0" lang="nl-NL" altLang="nl-NL" b="0" i="0" u="none" strike="noStrike" cap="none" normalizeH="0" baseline="0">
                <a:ln>
                  <a:noFill/>
                </a:ln>
                <a:solidFill>
                  <a:srgbClr val="1750EB"/>
                </a:solidFill>
                <a:effectLst/>
                <a:latin typeface="Consolas" panose="020B0609020204030204" pitchFamily="49" charset="0"/>
              </a:rPr>
              <a:t>100</a:t>
            </a:r>
            <a:r>
              <a:rPr kumimoji="0" lang="nl-NL" altLang="nl-NL" b="0" i="0" u="none" strike="noStrike" cap="none" normalizeH="0" baseline="0">
                <a:ln>
                  <a:noFill/>
                </a:ln>
                <a:solidFill>
                  <a:srgbClr val="080808"/>
                </a:solidFill>
                <a:effectLst/>
                <a:latin typeface="Consolas" panose="020B0609020204030204" pitchFamily="49" charset="0"/>
              </a:rPr>
              <a:t>:</a:t>
            </a:r>
            <a:br>
              <a:rPr kumimoji="0" lang="nl-NL" altLang="nl-NL" b="0" i="0" u="none" strike="noStrike" cap="none" normalizeH="0" baseline="0">
                <a:ln>
                  <a:noFill/>
                </a:ln>
                <a:solidFill>
                  <a:srgbClr val="080808"/>
                </a:solidFill>
                <a:effectLst/>
                <a:latin typeface="Consolas" panose="020B0609020204030204" pitchFamily="49" charset="0"/>
              </a:rPr>
            </a:br>
            <a:r>
              <a:rPr kumimoji="0" lang="nl-NL" altLang="nl-NL" b="0" i="0" u="none" strike="noStrike" cap="none" normalizeH="0" baseline="0">
                <a:ln>
                  <a:noFill/>
                </a:ln>
                <a:solidFill>
                  <a:srgbClr val="080808"/>
                </a:solidFill>
                <a:effectLst/>
                <a:latin typeface="Consolas" panose="020B0609020204030204" pitchFamily="49" charset="0"/>
              </a:rPr>
              <a:t>    num += </a:t>
            </a:r>
            <a:r>
              <a:rPr kumimoji="0" lang="nl-NL" altLang="nl-NL" b="0" i="0" u="none" strike="noStrike" cap="none" normalizeH="0" baseline="0">
                <a:ln>
                  <a:noFill/>
                </a:ln>
                <a:solidFill>
                  <a:srgbClr val="1750EB"/>
                </a:solidFill>
                <a:effectLst/>
                <a:latin typeface="Consolas" panose="020B0609020204030204" pitchFamily="49" charset="0"/>
              </a:rPr>
              <a:t>1</a:t>
            </a:r>
            <a:br>
              <a:rPr kumimoji="0" lang="nl-NL" altLang="nl-NL" b="0" i="0" u="none" strike="noStrike" cap="none" normalizeH="0" baseline="0">
                <a:ln>
                  <a:noFill/>
                </a:ln>
                <a:solidFill>
                  <a:srgbClr val="1750EB"/>
                </a:solidFill>
                <a:effectLst/>
                <a:latin typeface="Consolas" panose="020B0609020204030204" pitchFamily="49" charset="0"/>
              </a:rPr>
            </a:br>
            <a:br>
              <a:rPr kumimoji="0" lang="nl-NL" altLang="nl-NL" b="0" i="0" u="none" strike="noStrike" cap="none" normalizeH="0" baseline="0">
                <a:ln>
                  <a:noFill/>
                </a:ln>
                <a:solidFill>
                  <a:srgbClr val="1750EB"/>
                </a:solidFill>
                <a:effectLst/>
                <a:latin typeface="Consolas" panose="020B0609020204030204" pitchFamily="49" charset="0"/>
              </a:rPr>
            </a:br>
            <a:r>
              <a:rPr kumimoji="0" lang="nl-NL" altLang="nl-NL" b="0" i="0" u="none" strike="noStrike" cap="none" normalizeH="0" baseline="0">
                <a:ln>
                  <a:noFill/>
                </a:ln>
                <a:solidFill>
                  <a:srgbClr val="1750EB"/>
                </a:solidFill>
                <a:effectLst/>
                <a:latin typeface="Consolas" panose="020B0609020204030204" pitchFamily="49" charset="0"/>
              </a:rPr>
              <a:t>    </a:t>
            </a:r>
            <a:r>
              <a:rPr kumimoji="0" lang="nl-NL" altLang="nl-NL" b="0" i="0" u="none" strike="noStrike" cap="none" normalizeH="0" baseline="0">
                <a:ln>
                  <a:noFill/>
                </a:ln>
                <a:solidFill>
                  <a:srgbClr val="0033B3"/>
                </a:solidFill>
                <a:effectLst/>
                <a:latin typeface="Consolas" panose="020B0609020204030204" pitchFamily="49" charset="0"/>
              </a:rPr>
              <a:t>if </a:t>
            </a:r>
            <a:r>
              <a:rPr kumimoji="0" lang="nl-NL" altLang="nl-NL" b="0" i="0" u="none" strike="noStrike" cap="none" normalizeH="0" baseline="0">
                <a:ln>
                  <a:noFill/>
                </a:ln>
                <a:solidFill>
                  <a:srgbClr val="080808"/>
                </a:solidFill>
                <a:effectLst/>
                <a:latin typeface="Consolas" panose="020B0609020204030204" pitchFamily="49" charset="0"/>
              </a:rPr>
              <a:t>num % </a:t>
            </a:r>
            <a:r>
              <a:rPr kumimoji="0" lang="nl-NL" altLang="nl-NL" b="0" i="0" u="none" strike="noStrike" cap="none" normalizeH="0" baseline="0">
                <a:ln>
                  <a:noFill/>
                </a:ln>
                <a:solidFill>
                  <a:srgbClr val="1750EB"/>
                </a:solidFill>
                <a:effectLst/>
                <a:latin typeface="Consolas" panose="020B0609020204030204" pitchFamily="49" charset="0"/>
              </a:rPr>
              <a:t>3 </a:t>
            </a:r>
            <a:r>
              <a:rPr kumimoji="0" lang="nl-NL" altLang="nl-NL" b="0" i="0" u="none" strike="noStrike" cap="none" normalizeH="0" baseline="0">
                <a:ln>
                  <a:noFill/>
                </a:ln>
                <a:solidFill>
                  <a:srgbClr val="080808"/>
                </a:solidFill>
                <a:effectLst/>
                <a:latin typeface="Consolas" panose="020B0609020204030204" pitchFamily="49" charset="0"/>
              </a:rPr>
              <a:t>== </a:t>
            </a:r>
            <a:r>
              <a:rPr kumimoji="0" lang="nl-NL" altLang="nl-NL" b="0" i="0" u="none" strike="noStrike" cap="none" normalizeH="0" baseline="0">
                <a:ln>
                  <a:noFill/>
                </a:ln>
                <a:solidFill>
                  <a:srgbClr val="1750EB"/>
                </a:solidFill>
                <a:effectLst/>
                <a:latin typeface="Consolas" panose="020B0609020204030204" pitchFamily="49" charset="0"/>
              </a:rPr>
              <a:t>0</a:t>
            </a:r>
            <a:r>
              <a:rPr kumimoji="0" lang="nl-NL" altLang="nl-NL" b="0" i="0" u="none" strike="noStrike" cap="none" normalizeH="0" baseline="0">
                <a:ln>
                  <a:noFill/>
                </a:ln>
                <a:solidFill>
                  <a:srgbClr val="080808"/>
                </a:solidFill>
                <a:effectLst/>
                <a:latin typeface="Consolas" panose="020B0609020204030204" pitchFamily="49" charset="0"/>
              </a:rPr>
              <a:t>:</a:t>
            </a:r>
            <a:br>
              <a:rPr kumimoji="0" lang="nl-NL" altLang="nl-NL" b="0" i="0" u="none" strike="noStrike" cap="none" normalizeH="0" baseline="0">
                <a:ln>
                  <a:noFill/>
                </a:ln>
                <a:solidFill>
                  <a:srgbClr val="080808"/>
                </a:solidFill>
                <a:effectLst/>
                <a:latin typeface="Consolas" panose="020B0609020204030204" pitchFamily="49" charset="0"/>
              </a:rPr>
            </a:br>
            <a:r>
              <a:rPr kumimoji="0" lang="nl-NL" altLang="nl-NL" b="0" i="0" u="none" strike="noStrike" cap="none" normalizeH="0" baseline="0">
                <a:ln>
                  <a:noFill/>
                </a:ln>
                <a:solidFill>
                  <a:srgbClr val="080808"/>
                </a:solidFill>
                <a:effectLst/>
                <a:latin typeface="Consolas" panose="020B0609020204030204" pitchFamily="49" charset="0"/>
              </a:rPr>
              <a:t>        </a:t>
            </a:r>
            <a:r>
              <a:rPr kumimoji="0" lang="nl-NL" altLang="nl-NL" b="0" i="0" u="none" strike="noStrike" cap="none" normalizeH="0" baseline="0">
                <a:ln>
                  <a:noFill/>
                </a:ln>
                <a:solidFill>
                  <a:srgbClr val="0033B3"/>
                </a:solidFill>
                <a:effectLst/>
                <a:latin typeface="Consolas" panose="020B0609020204030204" pitchFamily="49" charset="0"/>
              </a:rPr>
              <a:t>continue</a:t>
            </a:r>
            <a:br>
              <a:rPr kumimoji="0" lang="nl-NL" altLang="nl-NL" b="0" i="0" u="none" strike="noStrike" cap="none" normalizeH="0" baseline="0">
                <a:ln>
                  <a:noFill/>
                </a:ln>
                <a:solidFill>
                  <a:srgbClr val="0033B3"/>
                </a:solidFill>
                <a:effectLst/>
                <a:latin typeface="Consolas" panose="020B0609020204030204" pitchFamily="49" charset="0"/>
              </a:rPr>
            </a:br>
            <a:r>
              <a:rPr kumimoji="0" lang="nl-NL" altLang="nl-NL" b="0" i="0" u="none" strike="noStrike" cap="none" normalizeH="0" baseline="0">
                <a:ln>
                  <a:noFill/>
                </a:ln>
                <a:solidFill>
                  <a:srgbClr val="0033B3"/>
                </a:solidFill>
                <a:effectLst/>
                <a:latin typeface="Consolas" panose="020B0609020204030204" pitchFamily="49" charset="0"/>
              </a:rPr>
              <a:t>    if </a:t>
            </a:r>
            <a:r>
              <a:rPr kumimoji="0" lang="nl-NL" altLang="nl-NL" b="0" i="0" u="none" strike="noStrike" cap="none" normalizeH="0" baseline="0">
                <a:ln>
                  <a:noFill/>
                </a:ln>
                <a:solidFill>
                  <a:srgbClr val="080808"/>
                </a:solidFill>
                <a:effectLst/>
                <a:latin typeface="Consolas" panose="020B0609020204030204" pitchFamily="49" charset="0"/>
              </a:rPr>
              <a:t>num % </a:t>
            </a:r>
            <a:r>
              <a:rPr kumimoji="0" lang="nl-NL" altLang="nl-NL" b="0" i="0" u="none" strike="noStrike" cap="none" normalizeH="0" baseline="0">
                <a:ln>
                  <a:noFill/>
                </a:ln>
                <a:solidFill>
                  <a:srgbClr val="1750EB"/>
                </a:solidFill>
                <a:effectLst/>
                <a:latin typeface="Consolas" panose="020B0609020204030204" pitchFamily="49" charset="0"/>
              </a:rPr>
              <a:t>10 </a:t>
            </a:r>
            <a:r>
              <a:rPr kumimoji="0" lang="nl-NL" altLang="nl-NL" b="0" i="0" u="none" strike="noStrike" cap="none" normalizeH="0" baseline="0">
                <a:ln>
                  <a:noFill/>
                </a:ln>
                <a:solidFill>
                  <a:srgbClr val="080808"/>
                </a:solidFill>
                <a:effectLst/>
                <a:latin typeface="Consolas" panose="020B0609020204030204" pitchFamily="49" charset="0"/>
              </a:rPr>
              <a:t>== </a:t>
            </a:r>
            <a:r>
              <a:rPr kumimoji="0" lang="nl-NL" altLang="nl-NL" b="0" i="0" u="none" strike="noStrike" cap="none" normalizeH="0" baseline="0">
                <a:ln>
                  <a:noFill/>
                </a:ln>
                <a:solidFill>
                  <a:srgbClr val="1750EB"/>
                </a:solidFill>
                <a:effectLst/>
                <a:latin typeface="Consolas" panose="020B0609020204030204" pitchFamily="49" charset="0"/>
              </a:rPr>
              <a:t>7</a:t>
            </a:r>
            <a:r>
              <a:rPr kumimoji="0" lang="nl-NL" altLang="nl-NL" b="0" i="0" u="none" strike="noStrike" cap="none" normalizeH="0" baseline="0">
                <a:ln>
                  <a:noFill/>
                </a:ln>
                <a:solidFill>
                  <a:srgbClr val="080808"/>
                </a:solidFill>
                <a:effectLst/>
                <a:latin typeface="Consolas" panose="020B0609020204030204" pitchFamily="49" charset="0"/>
              </a:rPr>
              <a:t>:</a:t>
            </a:r>
            <a:br>
              <a:rPr kumimoji="0" lang="nl-NL" altLang="nl-NL" b="0" i="0" u="none" strike="noStrike" cap="none" normalizeH="0" baseline="0">
                <a:ln>
                  <a:noFill/>
                </a:ln>
                <a:solidFill>
                  <a:srgbClr val="080808"/>
                </a:solidFill>
                <a:effectLst/>
                <a:latin typeface="Consolas" panose="020B0609020204030204" pitchFamily="49" charset="0"/>
              </a:rPr>
            </a:br>
            <a:r>
              <a:rPr kumimoji="0" lang="nl-NL" altLang="nl-NL" b="0" i="0" u="none" strike="noStrike" cap="none" normalizeH="0" baseline="0">
                <a:ln>
                  <a:noFill/>
                </a:ln>
                <a:solidFill>
                  <a:srgbClr val="080808"/>
                </a:solidFill>
                <a:effectLst/>
                <a:latin typeface="Consolas" panose="020B0609020204030204" pitchFamily="49" charset="0"/>
              </a:rPr>
              <a:t>        </a:t>
            </a:r>
            <a:r>
              <a:rPr kumimoji="0" lang="nl-NL" altLang="nl-NL" b="0" i="0" u="none" strike="noStrike" cap="none" normalizeH="0" baseline="0">
                <a:ln>
                  <a:noFill/>
                </a:ln>
                <a:solidFill>
                  <a:srgbClr val="0033B3"/>
                </a:solidFill>
                <a:effectLst/>
                <a:latin typeface="Consolas" panose="020B0609020204030204" pitchFamily="49" charset="0"/>
              </a:rPr>
              <a:t>continue</a:t>
            </a:r>
            <a:br>
              <a:rPr kumimoji="0" lang="nl-NL" altLang="nl-NL" b="0" i="0" u="none" strike="noStrike" cap="none" normalizeH="0" baseline="0">
                <a:ln>
                  <a:noFill/>
                </a:ln>
                <a:solidFill>
                  <a:srgbClr val="0033B3"/>
                </a:solidFill>
                <a:effectLst/>
                <a:latin typeface="Consolas" panose="020B0609020204030204" pitchFamily="49" charset="0"/>
              </a:rPr>
            </a:br>
            <a:br>
              <a:rPr kumimoji="0" lang="nl-NL" altLang="nl-NL" b="0" i="0" u="none" strike="noStrike" cap="none" normalizeH="0" baseline="0">
                <a:ln>
                  <a:noFill/>
                </a:ln>
                <a:solidFill>
                  <a:srgbClr val="0033B3"/>
                </a:solidFill>
                <a:effectLst/>
                <a:latin typeface="Consolas" panose="020B0609020204030204" pitchFamily="49" charset="0"/>
              </a:rPr>
            </a:br>
            <a:r>
              <a:rPr kumimoji="0" lang="nl-NL" altLang="nl-NL" b="0" i="0" u="none" strike="noStrike" cap="none" normalizeH="0" baseline="0">
                <a:ln>
                  <a:noFill/>
                </a:ln>
                <a:solidFill>
                  <a:srgbClr val="0033B3"/>
                </a:solidFill>
                <a:effectLst/>
                <a:latin typeface="Consolas" panose="020B0609020204030204" pitchFamily="49" charset="0"/>
              </a:rPr>
              <a:t>    </a:t>
            </a:r>
            <a:r>
              <a:rPr kumimoji="0" lang="nl-NL" altLang="nl-NL" b="0" i="0" u="none" strike="noStrike" cap="none" normalizeH="0" baseline="0">
                <a:ln>
                  <a:noFill/>
                </a:ln>
                <a:solidFill>
                  <a:srgbClr val="000080"/>
                </a:solidFill>
                <a:effectLst/>
                <a:latin typeface="Consolas" panose="020B0609020204030204" pitchFamily="49" charset="0"/>
              </a:rPr>
              <a:t>print</a:t>
            </a:r>
            <a:r>
              <a:rPr kumimoji="0" lang="nl-NL" altLang="nl-NL" b="0" i="0" u="none" strike="noStrike" cap="none" normalizeH="0" baseline="0">
                <a:ln>
                  <a:noFill/>
                </a:ln>
                <a:solidFill>
                  <a:srgbClr val="080808"/>
                </a:solidFill>
                <a:effectLst/>
                <a:latin typeface="Consolas" panose="020B0609020204030204" pitchFamily="49" charset="0"/>
              </a:rPr>
              <a:t>(num)</a:t>
            </a:r>
            <a:endParaRPr kumimoji="0" lang="nl-NL" altLang="nl-NL" sz="4000" b="0" i="0" u="none" strike="noStrike" cap="none" normalizeH="0" baseline="0">
              <a:ln>
                <a:noFill/>
              </a:ln>
              <a:solidFill>
                <a:schemeClr val="tx1"/>
              </a:solidFill>
              <a:effectLst/>
              <a:latin typeface="Consolas" panose="020B0609020204030204" pitchFamily="49" charset="0"/>
            </a:endParaRPr>
          </a:p>
        </p:txBody>
      </p:sp>
      <p:sp>
        <p:nvSpPr>
          <p:cNvPr id="45" name="Title 1">
            <a:extLst>
              <a:ext uri="{FF2B5EF4-FFF2-40B4-BE49-F238E27FC236}">
                <a16:creationId xmlns:a16="http://schemas.microsoft.com/office/drawing/2014/main" id="{E3A19F52-EDA7-BD36-0B42-DAFE8F4AB489}"/>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err="1">
                <a:solidFill>
                  <a:prstClr val="black"/>
                </a:solidFill>
              </a:rPr>
              <a:t>Skippen</a:t>
            </a:r>
            <a:r>
              <a:rPr lang="en-US" sz="3600" b="1" kern="0" dirty="0">
                <a:solidFill>
                  <a:prstClr val="black"/>
                </a:solidFill>
              </a:rPr>
              <a:t> met continue </a:t>
            </a:r>
            <a:r>
              <a:rPr lang="en-US" sz="2000" b="1" kern="0" dirty="0">
                <a:solidFill>
                  <a:prstClr val="black"/>
                </a:solidFill>
              </a:rPr>
              <a:t>(§7.3.3)</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49D6E3C5-9FE5-1460-A455-E50F4F4C97E0}"/>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A0BD4C44-1650-53FA-2EE0-BF3B928CD089}"/>
              </a:ext>
            </a:extLst>
          </p:cNvPr>
          <p:cNvSpPr txBox="1"/>
          <p:nvPr/>
        </p:nvSpPr>
        <p:spPr bwMode="auto">
          <a:xfrm>
            <a:off x="709358" y="1622687"/>
            <a:ext cx="11207025" cy="114901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indent="-342900" algn="just" fontAlgn="base">
              <a:spcBef>
                <a:spcPct val="0"/>
              </a:spcBef>
              <a:spcAft>
                <a:spcPct val="0"/>
              </a:spcAft>
              <a:buFont typeface="Arial" panose="020B0604020202020204" pitchFamily="34" charset="0"/>
              <a:buChar char="•"/>
              <a:defRPr/>
            </a:pPr>
            <a:r>
              <a:rPr lang="nl-NL" sz="2000" kern="0" dirty="0">
                <a:solidFill>
                  <a:srgbClr val="294171"/>
                </a:solidFill>
              </a:rPr>
              <a:t>In een </a:t>
            </a:r>
            <a:r>
              <a:rPr lang="nl-NL" sz="2000" kern="0" dirty="0" err="1">
                <a:solidFill>
                  <a:srgbClr val="294171"/>
                </a:solidFill>
              </a:rPr>
              <a:t>for</a:t>
            </a:r>
            <a:r>
              <a:rPr lang="nl-NL" sz="2000" kern="0" dirty="0">
                <a:solidFill>
                  <a:srgbClr val="294171"/>
                </a:solidFill>
              </a:rPr>
              <a:t>- of </a:t>
            </a:r>
            <a:r>
              <a:rPr lang="nl-NL" sz="2000" kern="0" dirty="0" err="1">
                <a:solidFill>
                  <a:srgbClr val="294171"/>
                </a:solidFill>
              </a:rPr>
              <a:t>while</a:t>
            </a:r>
            <a:r>
              <a:rPr lang="nl-NL" sz="2000" kern="0" dirty="0">
                <a:solidFill>
                  <a:srgbClr val="294171"/>
                </a:solidFill>
              </a:rPr>
              <a:t>-loop kan je </a:t>
            </a:r>
            <a:r>
              <a:rPr lang="nl-NL" sz="2000" i="1" kern="0" dirty="0">
                <a:solidFill>
                  <a:srgbClr val="294171"/>
                </a:solidFill>
              </a:rPr>
              <a:t>break</a:t>
            </a:r>
            <a:r>
              <a:rPr lang="nl-NL" sz="2000" kern="0" dirty="0">
                <a:solidFill>
                  <a:srgbClr val="294171"/>
                </a:solidFill>
              </a:rPr>
              <a:t> en </a:t>
            </a:r>
            <a:r>
              <a:rPr lang="nl-NL" sz="2000" b="1" i="1" kern="0" dirty="0">
                <a:solidFill>
                  <a:srgbClr val="294171"/>
                </a:solidFill>
              </a:rPr>
              <a:t>continue</a:t>
            </a:r>
            <a:r>
              <a:rPr lang="nl-NL" sz="2000" kern="0" dirty="0">
                <a:solidFill>
                  <a:srgbClr val="294171"/>
                </a:solidFill>
              </a:rPr>
              <a:t> gebruiken!</a:t>
            </a:r>
          </a:p>
          <a:p>
            <a:pPr marL="800100" lvl="1" indent="-342900" fontAlgn="base">
              <a:spcBef>
                <a:spcPct val="0"/>
              </a:spcBef>
              <a:spcAft>
                <a:spcPct val="0"/>
              </a:spcAft>
              <a:buFont typeface="Arial" panose="020B0604020202020204" pitchFamily="34" charset="0"/>
              <a:buChar char="•"/>
              <a:defRPr/>
            </a:pPr>
            <a:r>
              <a:rPr lang="nl-NL" sz="2000" i="1" kern="0" dirty="0">
                <a:solidFill>
                  <a:srgbClr val="294171"/>
                </a:solidFill>
              </a:rPr>
              <a:t>break</a:t>
            </a:r>
            <a:r>
              <a:rPr lang="nl-NL" sz="2000" kern="0" dirty="0">
                <a:solidFill>
                  <a:srgbClr val="294171"/>
                </a:solidFill>
              </a:rPr>
              <a:t> beëindigt de loop (zie les 3)</a:t>
            </a:r>
          </a:p>
          <a:p>
            <a:pPr marL="800100" lvl="1" indent="-342900" fontAlgn="base">
              <a:spcBef>
                <a:spcPct val="0"/>
              </a:spcBef>
              <a:spcAft>
                <a:spcPct val="0"/>
              </a:spcAft>
              <a:buFont typeface="Arial" panose="020B0604020202020204" pitchFamily="34" charset="0"/>
              <a:buChar char="•"/>
              <a:defRPr/>
            </a:pPr>
            <a:r>
              <a:rPr lang="nl-NL" sz="2000" b="1" i="1" kern="0" dirty="0">
                <a:solidFill>
                  <a:srgbClr val="294171"/>
                </a:solidFill>
              </a:rPr>
              <a:t>continue</a:t>
            </a:r>
            <a:r>
              <a:rPr lang="nl-NL" sz="2000" i="1" kern="0" dirty="0">
                <a:solidFill>
                  <a:srgbClr val="294171"/>
                </a:solidFill>
              </a:rPr>
              <a:t> </a:t>
            </a:r>
            <a:r>
              <a:rPr lang="nl-NL" sz="2000" kern="0" dirty="0">
                <a:solidFill>
                  <a:srgbClr val="294171"/>
                </a:solidFill>
              </a:rPr>
              <a:t>beëindigt de huidige cyclus, daarna start het programma opnieuw bij de conditie:</a:t>
            </a:r>
          </a:p>
          <a:p>
            <a:pPr marL="342900" lvl="0" indent="-342900" fontAlgn="base">
              <a:spcBef>
                <a:spcPct val="0"/>
              </a:spcBef>
              <a:spcAft>
                <a:spcPct val="0"/>
              </a:spcAft>
              <a:buFont typeface="Arial" panose="020B0604020202020204" pitchFamily="34" charset="0"/>
              <a:buChar char="•"/>
              <a:defRPr/>
            </a:pPr>
            <a:endParaRPr lang="nl-NL" sz="2000" kern="0" dirty="0">
              <a:solidFill>
                <a:srgbClr val="294171"/>
              </a:solidFill>
            </a:endParaRPr>
          </a:p>
        </p:txBody>
      </p:sp>
      <p:sp>
        <p:nvSpPr>
          <p:cNvPr id="7" name="Bijschrift: lijn 6">
            <a:extLst>
              <a:ext uri="{FF2B5EF4-FFF2-40B4-BE49-F238E27FC236}">
                <a16:creationId xmlns:a16="http://schemas.microsoft.com/office/drawing/2014/main" id="{8EB0E5EC-AECF-7A2C-A7C4-85C0FE7C0370}"/>
              </a:ext>
            </a:extLst>
          </p:cNvPr>
          <p:cNvSpPr/>
          <p:nvPr/>
        </p:nvSpPr>
        <p:spPr>
          <a:xfrm>
            <a:off x="5744659" y="4508501"/>
            <a:ext cx="4961441" cy="634999"/>
          </a:xfrm>
          <a:prstGeom prst="borderCallout1">
            <a:avLst>
              <a:gd name="adj1" fmla="val 34999"/>
              <a:gd name="adj2" fmla="val 57"/>
              <a:gd name="adj3" fmla="val -4223"/>
              <a:gd name="adj4" fmla="val -19376"/>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kern="0" dirty="0">
                <a:solidFill>
                  <a:srgbClr val="294171"/>
                </a:solidFill>
              </a:rPr>
              <a:t>Dit programma print dus de getallen 1 t/m 100, behalve getallen die eindigen op 7 of deelbaar door 3 zijn</a:t>
            </a:r>
          </a:p>
        </p:txBody>
      </p:sp>
    </p:spTree>
    <p:extLst>
      <p:ext uri="{BB962C8B-B14F-4D97-AF65-F5344CB8AC3E}">
        <p14:creationId xmlns:p14="http://schemas.microsoft.com/office/powerpoint/2010/main" val="380007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EE35-C166-161A-0B22-A00F63338677}"/>
            </a:ext>
          </a:extLst>
        </p:cNvPr>
        <p:cNvGrpSpPr/>
        <p:nvPr/>
      </p:nvGrpSpPr>
      <p:grpSpPr>
        <a:xfrm>
          <a:off x="0" y="0"/>
          <a:ext cx="0" cy="0"/>
          <a:chOff x="0" y="0"/>
          <a:chExt cx="0" cy="0"/>
        </a:xfrm>
      </p:grpSpPr>
      <p:sp>
        <p:nvSpPr>
          <p:cNvPr id="45" name="Title 1">
            <a:extLst>
              <a:ext uri="{FF2B5EF4-FFF2-40B4-BE49-F238E27FC236}">
                <a16:creationId xmlns:a16="http://schemas.microsoft.com/office/drawing/2014/main" id="{2D0F4C5E-D3B6-9EB4-6E36-6017882C72D8}"/>
              </a:ext>
            </a:extLst>
          </p:cNvPr>
          <p:cNvSpPr txBox="1">
            <a:spLocks/>
          </p:cNvSpPr>
          <p:nvPr/>
        </p:nvSpPr>
        <p:spPr bwMode="auto">
          <a:xfrm>
            <a:off x="709358" y="0"/>
            <a:ext cx="7772400" cy="1468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p>
            <a:pPr lvl="0" fontAlgn="base">
              <a:spcBef>
                <a:spcPct val="0"/>
              </a:spcBef>
              <a:spcAft>
                <a:spcPct val="0"/>
              </a:spcAft>
              <a:defRPr/>
            </a:pPr>
            <a:r>
              <a:rPr lang="en-US" sz="3600" b="1" kern="0" dirty="0">
                <a:solidFill>
                  <a:prstClr val="black"/>
                </a:solidFill>
              </a:rPr>
              <a:t>Nested loops </a:t>
            </a:r>
            <a:r>
              <a:rPr lang="en-US" sz="2000" b="1" kern="0" dirty="0">
                <a:solidFill>
                  <a:prstClr val="black"/>
                </a:solidFill>
              </a:rPr>
              <a:t>(§7.4)</a:t>
            </a:r>
            <a:endParaRPr kumimoji="0" lang="en-US" sz="2000" b="0" i="0" u="none" strike="noStrike" kern="0" cap="none" spc="0" normalizeH="0" baseline="0" noProof="0" dirty="0">
              <a:ln>
                <a:noFill/>
              </a:ln>
              <a:solidFill>
                <a:prstClr val="black"/>
              </a:solidFill>
              <a:effectLst/>
              <a:uLnTx/>
              <a:uFillTx/>
            </a:endParaRPr>
          </a:p>
        </p:txBody>
      </p:sp>
      <p:pic>
        <p:nvPicPr>
          <p:cNvPr id="4" name="Afbeelding 3">
            <a:extLst>
              <a:ext uri="{FF2B5EF4-FFF2-40B4-BE49-F238E27FC236}">
                <a16:creationId xmlns:a16="http://schemas.microsoft.com/office/drawing/2014/main" id="{6EA3A450-FF02-EDE9-D4E6-4CA9E7424102}"/>
              </a:ext>
            </a:extLst>
          </p:cNvPr>
          <p:cNvPicPr>
            <a:picLocks noChangeAspect="1"/>
          </p:cNvPicPr>
          <p:nvPr/>
        </p:nvPicPr>
        <p:blipFill>
          <a:blip r:embed="rId2"/>
          <a:stretch>
            <a:fillRect/>
          </a:stretch>
        </p:blipFill>
        <p:spPr>
          <a:xfrm>
            <a:off x="9147131" y="184826"/>
            <a:ext cx="2941062" cy="1732606"/>
          </a:xfrm>
          <a:prstGeom prst="rect">
            <a:avLst/>
          </a:prstGeom>
        </p:spPr>
      </p:pic>
      <p:sp>
        <p:nvSpPr>
          <p:cNvPr id="6" name="TextBox 22">
            <a:extLst>
              <a:ext uri="{FF2B5EF4-FFF2-40B4-BE49-F238E27FC236}">
                <a16:creationId xmlns:a16="http://schemas.microsoft.com/office/drawing/2014/main" id="{381DEEBB-6FBC-F663-78A6-B27574CBBFE2}"/>
              </a:ext>
            </a:extLst>
          </p:cNvPr>
          <p:cNvSpPr txBox="1"/>
          <p:nvPr/>
        </p:nvSpPr>
        <p:spPr bwMode="auto">
          <a:xfrm>
            <a:off x="709358" y="1622687"/>
            <a:ext cx="11207025" cy="7268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p>
            <a:pPr marL="342900" lvl="0" indent="-342900" fontAlgn="base">
              <a:spcBef>
                <a:spcPct val="0"/>
              </a:spcBef>
              <a:spcAft>
                <a:spcPct val="0"/>
              </a:spcAft>
              <a:buFont typeface="Arial" panose="020B0604020202020204" pitchFamily="34" charset="0"/>
              <a:buChar char="•"/>
              <a:defRPr/>
            </a:pPr>
            <a:r>
              <a:rPr lang="nl-NL" sz="2000" kern="0" dirty="0">
                <a:solidFill>
                  <a:srgbClr val="294171"/>
                </a:solidFill>
              </a:rPr>
              <a:t>Een loop mag ook in een andere loop gebruikt worden:</a:t>
            </a:r>
          </a:p>
        </p:txBody>
      </p:sp>
      <p:sp>
        <p:nvSpPr>
          <p:cNvPr id="3" name="Rectangle 1">
            <a:extLst>
              <a:ext uri="{FF2B5EF4-FFF2-40B4-BE49-F238E27FC236}">
                <a16:creationId xmlns:a16="http://schemas.microsoft.com/office/drawing/2014/main" id="{63AC123F-0AF2-D184-948A-2EA5B34E4CF7}"/>
              </a:ext>
            </a:extLst>
          </p:cNvPr>
          <p:cNvSpPr>
            <a:spLocks noChangeArrowheads="1"/>
          </p:cNvSpPr>
          <p:nvPr/>
        </p:nvSpPr>
        <p:spPr bwMode="auto">
          <a:xfrm>
            <a:off x="993501" y="2503387"/>
            <a:ext cx="3775393" cy="2800767"/>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sz="1600" b="0" i="0" u="none" strike="noStrike" cap="none" normalizeH="0" baseline="0" dirty="0">
                <a:ln>
                  <a:noFill/>
                </a:ln>
                <a:solidFill>
                  <a:srgbClr val="080808"/>
                </a:solidFill>
                <a:effectLst/>
                <a:latin typeface="Consolas" panose="020B0609020204030204" pitchFamily="49" charset="0"/>
              </a:rPr>
              <a:t>i = </a:t>
            </a:r>
            <a:r>
              <a:rPr kumimoji="0" lang="nl-NL" altLang="nl-NL" sz="1600" b="0" i="0" u="none" strike="noStrike" cap="none" normalizeH="0" baseline="0" dirty="0">
                <a:ln>
                  <a:noFill/>
                </a:ln>
                <a:solidFill>
                  <a:srgbClr val="1750EB"/>
                </a:solidFill>
                <a:effectLst/>
                <a:latin typeface="Consolas" panose="020B0609020204030204" pitchFamily="49" charset="0"/>
              </a:rPr>
              <a:t>0</a:t>
            </a:r>
            <a:br>
              <a:rPr kumimoji="0" lang="nl-NL" altLang="nl-NL" sz="1600" b="0" i="0" u="none" strike="noStrike" cap="none" normalizeH="0" baseline="0" dirty="0">
                <a:ln>
                  <a:noFill/>
                </a:ln>
                <a:solidFill>
                  <a:srgbClr val="1750EB"/>
                </a:solidFill>
                <a:effectLst/>
                <a:latin typeface="Consolas" panose="020B0609020204030204" pitchFamily="49" charset="0"/>
              </a:rPr>
            </a:br>
            <a:br>
              <a:rPr kumimoji="0" lang="nl-NL" altLang="nl-NL" sz="1600" b="0" i="0" u="none" strike="noStrike" cap="none" normalizeH="0" baseline="0" dirty="0">
                <a:ln>
                  <a:noFill/>
                </a:ln>
                <a:solidFill>
                  <a:srgbClr val="1750EB"/>
                </a:solidFill>
                <a:effectLst/>
                <a:latin typeface="Consolas" panose="020B0609020204030204" pitchFamily="49" charset="0"/>
              </a:rPr>
            </a:br>
            <a:r>
              <a:rPr kumimoji="0" lang="nl-NL" altLang="nl-NL" sz="1600" b="0" i="0" u="none" strike="noStrike" cap="none" normalizeH="0" baseline="0" dirty="0" err="1">
                <a:ln>
                  <a:noFill/>
                </a:ln>
                <a:solidFill>
                  <a:srgbClr val="0033B3"/>
                </a:solidFill>
                <a:effectLst/>
                <a:latin typeface="Consolas" panose="020B0609020204030204" pitchFamily="49" charset="0"/>
              </a:rPr>
              <a:t>while</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i &lt; </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j = </a:t>
            </a:r>
            <a:r>
              <a:rPr kumimoji="0" lang="nl-NL" altLang="nl-NL" sz="1600" b="0" i="0" u="none" strike="noStrike" cap="none" normalizeH="0" baseline="0" dirty="0">
                <a:ln>
                  <a:noFill/>
                </a:ln>
                <a:solidFill>
                  <a:srgbClr val="1750EB"/>
                </a:solidFill>
                <a:effectLst/>
                <a:latin typeface="Consolas" panose="020B0609020204030204" pitchFamily="49" charset="0"/>
              </a:rPr>
              <a:t>0</a:t>
            </a:r>
            <a:br>
              <a:rPr kumimoji="0" lang="nl-NL" altLang="nl-NL" sz="1600" b="0" i="0" u="none" strike="noStrike" cap="none" normalizeH="0" baseline="0" dirty="0">
                <a:ln>
                  <a:noFill/>
                </a:ln>
                <a:solidFill>
                  <a:srgbClr val="1750EB"/>
                </a:solidFill>
                <a:effectLst/>
                <a:latin typeface="Consolas" panose="020B0609020204030204" pitchFamily="49" charset="0"/>
              </a:rPr>
            </a:br>
            <a:r>
              <a:rPr kumimoji="0" lang="nl-NL" altLang="nl-NL" sz="1600" b="0" i="0" u="none" strike="noStrike" cap="none" normalizeH="0" baseline="0" dirty="0">
                <a:ln>
                  <a:noFill/>
                </a:ln>
                <a:solidFill>
                  <a:srgbClr val="1750EB"/>
                </a:solidFill>
                <a:effectLst/>
                <a:latin typeface="Consolas" panose="020B0609020204030204" pitchFamily="49" charset="0"/>
              </a:rPr>
              <a:t>    </a:t>
            </a:r>
            <a:r>
              <a:rPr kumimoji="0" lang="nl-NL" altLang="nl-NL" sz="1600" b="0" i="0" u="none" strike="noStrike" cap="none" normalizeH="0" baseline="0" dirty="0" err="1">
                <a:ln>
                  <a:noFill/>
                </a:ln>
                <a:solidFill>
                  <a:srgbClr val="0033B3"/>
                </a:solidFill>
                <a:effectLst/>
                <a:latin typeface="Consolas" panose="020B0609020204030204" pitchFamily="49" charset="0"/>
              </a:rPr>
              <a:t>while</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j &lt; </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j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j</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j += </a:t>
            </a:r>
            <a:r>
              <a:rPr kumimoji="0" lang="nl-NL" altLang="nl-NL" sz="1600" b="0" i="0" u="none" strike="noStrike" cap="none" normalizeH="0" baseline="0" dirty="0">
                <a:ln>
                  <a:noFill/>
                </a:ln>
                <a:solidFill>
                  <a:srgbClr val="1750EB"/>
                </a:solidFill>
                <a:effectLst/>
                <a:latin typeface="Consolas" panose="020B0609020204030204" pitchFamily="49" charset="0"/>
              </a:rPr>
              <a:t>1</a:t>
            </a:r>
            <a:br>
              <a:rPr kumimoji="0" lang="nl-NL" altLang="nl-NL" sz="1600" b="0" i="0" u="none" strike="noStrike" cap="none" normalizeH="0" baseline="0" dirty="0">
                <a:ln>
                  <a:noFill/>
                </a:ln>
                <a:solidFill>
                  <a:srgbClr val="1750EB"/>
                </a:solidFill>
                <a:effectLst/>
                <a:latin typeface="Consolas" panose="020B0609020204030204" pitchFamily="49" charset="0"/>
              </a:rPr>
            </a:br>
            <a:br>
              <a:rPr kumimoji="0" lang="nl-NL" altLang="nl-NL" sz="1600" b="0" i="0" u="none" strike="noStrike" cap="none" normalizeH="0" baseline="0" dirty="0">
                <a:ln>
                  <a:noFill/>
                </a:ln>
                <a:solidFill>
                  <a:srgbClr val="1750EB"/>
                </a:solidFill>
                <a:effectLst/>
                <a:latin typeface="Consolas" panose="020B0609020204030204" pitchFamily="49" charset="0"/>
              </a:rPr>
            </a:br>
            <a:r>
              <a:rPr kumimoji="0" lang="nl-NL" altLang="nl-NL" sz="1600" b="0" i="0" u="none" strike="noStrike" cap="none" normalizeH="0" baseline="0" dirty="0">
                <a:ln>
                  <a:noFill/>
                </a:ln>
                <a:solidFill>
                  <a:srgbClr val="1750EB"/>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i += </a:t>
            </a:r>
            <a:r>
              <a:rPr kumimoji="0" lang="nl-NL" altLang="nl-NL" sz="1600" b="0" i="0" u="none" strike="noStrike" cap="none" normalizeH="0" baseline="0" dirty="0">
                <a:ln>
                  <a:noFill/>
                </a:ln>
                <a:solidFill>
                  <a:srgbClr val="1750EB"/>
                </a:solidFill>
                <a:effectLst/>
                <a:latin typeface="Consolas" panose="020B0609020204030204" pitchFamily="49" charset="0"/>
              </a:rPr>
              <a:t>1</a:t>
            </a:r>
            <a:endParaRPr kumimoji="0" lang="nl-NL" altLang="nl-NL" sz="3600" b="0" i="0" u="none" strike="noStrike" cap="none" normalizeH="0" baseline="0" dirty="0">
              <a:ln>
                <a:noFill/>
              </a:ln>
              <a:solidFill>
                <a:schemeClr val="tx1"/>
              </a:solidFill>
              <a:effectLst/>
              <a:latin typeface="Consolas" panose="020B0609020204030204" pitchFamily="49" charset="0"/>
            </a:endParaRPr>
          </a:p>
        </p:txBody>
      </p:sp>
      <p:grpSp>
        <p:nvGrpSpPr>
          <p:cNvPr id="7" name="Groep 6">
            <a:extLst>
              <a:ext uri="{FF2B5EF4-FFF2-40B4-BE49-F238E27FC236}">
                <a16:creationId xmlns:a16="http://schemas.microsoft.com/office/drawing/2014/main" id="{93C09321-8F82-2CC1-C374-C6BBD5E0574D}"/>
              </a:ext>
            </a:extLst>
          </p:cNvPr>
          <p:cNvGrpSpPr/>
          <p:nvPr/>
        </p:nvGrpSpPr>
        <p:grpSpPr>
          <a:xfrm>
            <a:off x="9293916" y="2400300"/>
            <a:ext cx="1983683" cy="3811794"/>
            <a:chOff x="5794491" y="5499300"/>
            <a:chExt cx="2148871" cy="4481270"/>
          </a:xfrm>
        </p:grpSpPr>
        <p:sp>
          <p:nvSpPr>
            <p:cNvPr id="8" name="Tekstvak 7">
              <a:extLst>
                <a:ext uri="{FF2B5EF4-FFF2-40B4-BE49-F238E27FC236}">
                  <a16:creationId xmlns:a16="http://schemas.microsoft.com/office/drawing/2014/main" id="{28EC9203-5703-33C8-D153-D1CA48753A09}"/>
                </a:ext>
              </a:extLst>
            </p:cNvPr>
            <p:cNvSpPr txBox="1"/>
            <p:nvPr/>
          </p:nvSpPr>
          <p:spPr>
            <a:xfrm>
              <a:off x="5794491" y="5631562"/>
              <a:ext cx="2148871" cy="4349008"/>
            </a:xfrm>
            <a:prstGeom prst="rect">
              <a:avLst/>
            </a:prstGeom>
            <a:solidFill>
              <a:schemeClr val="bg1"/>
            </a:solidFill>
            <a:ln>
              <a:solidFill>
                <a:schemeClr val="accent1"/>
              </a:solidFill>
            </a:ln>
          </p:spPr>
          <p:txBody>
            <a:bodyPr wrap="square" lIns="108000" tIns="144000" rIns="108000" bIns="72000">
              <a:spAutoFit/>
            </a:bodyPr>
            <a:lstStyle/>
            <a:p>
              <a:r>
                <a:rPr lang="nl-NL" dirty="0"/>
                <a:t>i = 0</a:t>
              </a:r>
            </a:p>
            <a:p>
              <a:r>
                <a:rPr lang="nl-NL" dirty="0"/>
                <a:t>i, j = 0,0</a:t>
              </a:r>
            </a:p>
            <a:p>
              <a:r>
                <a:rPr lang="nl-NL" dirty="0"/>
                <a:t>i, j = 0,1</a:t>
              </a:r>
            </a:p>
            <a:p>
              <a:r>
                <a:rPr lang="nl-NL" dirty="0"/>
                <a:t>i, j = 0,2</a:t>
              </a:r>
            </a:p>
            <a:p>
              <a:r>
                <a:rPr lang="nl-NL" dirty="0"/>
                <a:t>i = 1</a:t>
              </a:r>
            </a:p>
            <a:p>
              <a:r>
                <a:rPr lang="nl-NL" dirty="0"/>
                <a:t>i, j = 1,0</a:t>
              </a:r>
            </a:p>
            <a:p>
              <a:r>
                <a:rPr lang="nl-NL" dirty="0"/>
                <a:t>i, j = 1,1</a:t>
              </a:r>
            </a:p>
            <a:p>
              <a:r>
                <a:rPr lang="nl-NL" dirty="0"/>
                <a:t>i, j = 1,2</a:t>
              </a:r>
            </a:p>
            <a:p>
              <a:r>
                <a:rPr lang="nl-NL" dirty="0"/>
                <a:t>i = 2</a:t>
              </a:r>
            </a:p>
            <a:p>
              <a:r>
                <a:rPr lang="nl-NL" dirty="0"/>
                <a:t>i, j = 2,0</a:t>
              </a:r>
            </a:p>
            <a:p>
              <a:r>
                <a:rPr lang="nl-NL" dirty="0"/>
                <a:t>i, j = 2,1</a:t>
              </a:r>
            </a:p>
            <a:p>
              <a:r>
                <a:rPr lang="nl-NL" dirty="0"/>
                <a:t>i, j = 2,2</a:t>
              </a:r>
            </a:p>
          </p:txBody>
        </p:sp>
        <p:sp>
          <p:nvSpPr>
            <p:cNvPr id="9" name="Tekstvak 8">
              <a:extLst>
                <a:ext uri="{FF2B5EF4-FFF2-40B4-BE49-F238E27FC236}">
                  <a16:creationId xmlns:a16="http://schemas.microsoft.com/office/drawing/2014/main" id="{53465366-F71E-AA6A-7F54-48D5C5F6C4B8}"/>
                </a:ext>
              </a:extLst>
            </p:cNvPr>
            <p:cNvSpPr txBox="1"/>
            <p:nvPr/>
          </p:nvSpPr>
          <p:spPr>
            <a:xfrm>
              <a:off x="6080444" y="5499300"/>
              <a:ext cx="693600" cy="264523"/>
            </a:xfrm>
            <a:prstGeom prst="rect">
              <a:avLst/>
            </a:prstGeom>
            <a:solidFill>
              <a:schemeClr val="bg1"/>
            </a:solidFill>
          </p:spPr>
          <p:txBody>
            <a:bodyPr wrap="square" lIns="36000" tIns="0" rIns="0" bIns="0" rtlCol="0">
              <a:spAutoFit/>
            </a:bodyPr>
            <a:lstStyle/>
            <a:p>
              <a:pPr algn="ctr"/>
              <a:r>
                <a:rPr lang="nl-NL" sz="1400" dirty="0"/>
                <a:t>uitvoer</a:t>
              </a:r>
            </a:p>
          </p:txBody>
        </p:sp>
      </p:grpSp>
      <p:sp>
        <p:nvSpPr>
          <p:cNvPr id="2" name="Rectangle 1">
            <a:extLst>
              <a:ext uri="{FF2B5EF4-FFF2-40B4-BE49-F238E27FC236}">
                <a16:creationId xmlns:a16="http://schemas.microsoft.com/office/drawing/2014/main" id="{6319178A-B85B-CABC-E35D-845BC5D54664}"/>
              </a:ext>
            </a:extLst>
          </p:cNvPr>
          <p:cNvSpPr>
            <a:spLocks noChangeArrowheads="1"/>
          </p:cNvSpPr>
          <p:nvPr/>
        </p:nvSpPr>
        <p:spPr bwMode="auto">
          <a:xfrm>
            <a:off x="5113529" y="2503387"/>
            <a:ext cx="3775393" cy="107721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sz="1600" b="0" i="0" u="none" strike="noStrike" cap="none" normalizeH="0" baseline="0" dirty="0" err="1">
                <a:ln>
                  <a:noFill/>
                </a:ln>
                <a:solidFill>
                  <a:srgbClr val="0033B3"/>
                </a:solidFill>
                <a:effectLst/>
                <a:latin typeface="Consolas" panose="020B0609020204030204" pitchFamily="49" charset="0"/>
              </a:rPr>
              <a:t>for</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i </a:t>
            </a:r>
            <a:r>
              <a:rPr kumimoji="0" lang="nl-NL" altLang="nl-NL" sz="1600" b="0" i="0" u="none" strike="noStrike" cap="none" normalizeH="0" baseline="0" dirty="0">
                <a:ln>
                  <a:noFill/>
                </a:ln>
                <a:solidFill>
                  <a:srgbClr val="0033B3"/>
                </a:solidFill>
                <a:effectLst/>
                <a:latin typeface="Consolas" panose="020B0609020204030204" pitchFamily="49" charset="0"/>
              </a:rPr>
              <a:t>in </a:t>
            </a:r>
            <a:r>
              <a:rPr kumimoji="0" lang="nl-NL" altLang="nl-NL" sz="1600" b="0" i="0" u="none" strike="noStrike" cap="none" normalizeH="0" baseline="0" dirty="0">
                <a:ln>
                  <a:noFill/>
                </a:ln>
                <a:solidFill>
                  <a:srgbClr val="000080"/>
                </a:solidFill>
                <a:effectLst/>
                <a:latin typeface="Consolas" panose="020B0609020204030204" pitchFamily="49" charset="0"/>
              </a:rPr>
              <a:t>range</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err="1">
                <a:ln>
                  <a:noFill/>
                </a:ln>
                <a:solidFill>
                  <a:srgbClr val="0033B3"/>
                </a:solidFill>
                <a:effectLst/>
                <a:latin typeface="Consolas" panose="020B0609020204030204" pitchFamily="49" charset="0"/>
              </a:rPr>
              <a:t>for</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j </a:t>
            </a:r>
            <a:r>
              <a:rPr kumimoji="0" lang="nl-NL" altLang="nl-NL" sz="1600" b="0" i="0" u="none" strike="noStrike" cap="none" normalizeH="0" baseline="0" dirty="0">
                <a:ln>
                  <a:noFill/>
                </a:ln>
                <a:solidFill>
                  <a:srgbClr val="0033B3"/>
                </a:solidFill>
                <a:effectLst/>
                <a:latin typeface="Consolas" panose="020B0609020204030204" pitchFamily="49" charset="0"/>
              </a:rPr>
              <a:t>in </a:t>
            </a:r>
            <a:r>
              <a:rPr kumimoji="0" lang="nl-NL" altLang="nl-NL" sz="1600" b="0" i="0" u="none" strike="noStrike" cap="none" normalizeH="0" baseline="0" dirty="0">
                <a:ln>
                  <a:noFill/>
                </a:ln>
                <a:solidFill>
                  <a:srgbClr val="000080"/>
                </a:solidFill>
                <a:effectLst/>
                <a:latin typeface="Consolas" panose="020B0609020204030204" pitchFamily="49" charset="0"/>
              </a:rPr>
              <a:t>range</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j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j</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endParaRPr kumimoji="0" lang="nl-NL" altLang="nl-NL" sz="3600" b="0" i="0" u="none" strike="noStrike" cap="none" normalizeH="0" baseline="0" dirty="0">
              <a:ln>
                <a:noFill/>
              </a:ln>
              <a:solidFill>
                <a:schemeClr val="tx1"/>
              </a:solidFill>
              <a:effectLst/>
              <a:latin typeface="Consolas" panose="020B0609020204030204" pitchFamily="49" charset="0"/>
            </a:endParaRPr>
          </a:p>
        </p:txBody>
      </p:sp>
      <p:sp>
        <p:nvSpPr>
          <p:cNvPr id="5" name="Rectangle 2">
            <a:extLst>
              <a:ext uri="{FF2B5EF4-FFF2-40B4-BE49-F238E27FC236}">
                <a16:creationId xmlns:a16="http://schemas.microsoft.com/office/drawing/2014/main" id="{C2BF6F94-4D62-43CD-8D93-61039595734F}"/>
              </a:ext>
            </a:extLst>
          </p:cNvPr>
          <p:cNvSpPr>
            <a:spLocks noChangeArrowheads="1"/>
          </p:cNvSpPr>
          <p:nvPr/>
        </p:nvSpPr>
        <p:spPr bwMode="auto">
          <a:xfrm>
            <a:off x="5113912" y="3903770"/>
            <a:ext cx="3775393" cy="230832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sz="1600" b="0" i="0" u="none" strike="noStrike" cap="none" normalizeH="0" baseline="0" dirty="0">
                <a:ln>
                  <a:noFill/>
                </a:ln>
                <a:solidFill>
                  <a:srgbClr val="080808"/>
                </a:solidFill>
                <a:effectLst/>
                <a:latin typeface="Consolas" panose="020B0609020204030204" pitchFamily="49" charset="0"/>
              </a:rPr>
              <a:t>i = </a:t>
            </a:r>
            <a:r>
              <a:rPr kumimoji="0" lang="nl-NL" altLang="nl-NL" sz="1600" b="0" i="0" u="none" strike="noStrike" cap="none" normalizeH="0" baseline="0" dirty="0">
                <a:ln>
                  <a:noFill/>
                </a:ln>
                <a:solidFill>
                  <a:srgbClr val="1750EB"/>
                </a:solidFill>
                <a:effectLst/>
                <a:latin typeface="Consolas" panose="020B0609020204030204" pitchFamily="49" charset="0"/>
              </a:rPr>
              <a:t>0</a:t>
            </a:r>
            <a:br>
              <a:rPr kumimoji="0" lang="nl-NL" altLang="nl-NL" sz="1600" b="0" i="0" u="none" strike="noStrike" cap="none" normalizeH="0" baseline="0" dirty="0">
                <a:ln>
                  <a:noFill/>
                </a:ln>
                <a:solidFill>
                  <a:srgbClr val="1750EB"/>
                </a:solidFill>
                <a:effectLst/>
                <a:latin typeface="Consolas" panose="020B0609020204030204" pitchFamily="49" charset="0"/>
              </a:rPr>
            </a:br>
            <a:br>
              <a:rPr kumimoji="0" lang="nl-NL" altLang="nl-NL" sz="1600" b="0" i="0" u="none" strike="noStrike" cap="none" normalizeH="0" baseline="0" dirty="0">
                <a:ln>
                  <a:noFill/>
                </a:ln>
                <a:solidFill>
                  <a:srgbClr val="1750EB"/>
                </a:solidFill>
                <a:effectLst/>
                <a:latin typeface="Consolas" panose="020B0609020204030204" pitchFamily="49" charset="0"/>
              </a:rPr>
            </a:br>
            <a:r>
              <a:rPr kumimoji="0" lang="nl-NL" altLang="nl-NL" sz="1600" b="0" i="0" u="none" strike="noStrike" cap="none" normalizeH="0" baseline="0" dirty="0" err="1">
                <a:ln>
                  <a:noFill/>
                </a:ln>
                <a:solidFill>
                  <a:srgbClr val="0033B3"/>
                </a:solidFill>
                <a:effectLst/>
                <a:latin typeface="Consolas" panose="020B0609020204030204" pitchFamily="49" charset="0"/>
              </a:rPr>
              <a:t>while</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i &lt; </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err="1">
                <a:ln>
                  <a:noFill/>
                </a:ln>
                <a:solidFill>
                  <a:srgbClr val="0033B3"/>
                </a:solidFill>
                <a:effectLst/>
                <a:latin typeface="Consolas" panose="020B0609020204030204" pitchFamily="49" charset="0"/>
              </a:rPr>
              <a:t>for</a:t>
            </a:r>
            <a:r>
              <a:rPr kumimoji="0" lang="nl-NL" altLang="nl-NL" sz="1600" b="0" i="0" u="none" strike="noStrike" cap="none" normalizeH="0" baseline="0" dirty="0">
                <a:ln>
                  <a:noFill/>
                </a:ln>
                <a:solidFill>
                  <a:srgbClr val="0033B3"/>
                </a:solidFill>
                <a:effectLst/>
                <a:latin typeface="Consolas" panose="020B0609020204030204" pitchFamily="49" charset="0"/>
              </a:rPr>
              <a:t> </a:t>
            </a:r>
            <a:r>
              <a:rPr kumimoji="0" lang="nl-NL" altLang="nl-NL" sz="1600" b="0" i="0" u="none" strike="noStrike" cap="none" normalizeH="0" baseline="0" dirty="0">
                <a:ln>
                  <a:noFill/>
                </a:ln>
                <a:solidFill>
                  <a:srgbClr val="080808"/>
                </a:solidFill>
                <a:effectLst/>
                <a:latin typeface="Consolas" panose="020B0609020204030204" pitchFamily="49" charset="0"/>
              </a:rPr>
              <a:t>j </a:t>
            </a:r>
            <a:r>
              <a:rPr kumimoji="0" lang="nl-NL" altLang="nl-NL" sz="1600" b="0" i="0" u="none" strike="noStrike" cap="none" normalizeH="0" baseline="0" dirty="0">
                <a:ln>
                  <a:noFill/>
                </a:ln>
                <a:solidFill>
                  <a:srgbClr val="0033B3"/>
                </a:solidFill>
                <a:effectLst/>
                <a:latin typeface="Consolas" panose="020B0609020204030204" pitchFamily="49" charset="0"/>
              </a:rPr>
              <a:t>in </a:t>
            </a:r>
            <a:r>
              <a:rPr kumimoji="0" lang="nl-NL" altLang="nl-NL" sz="1600" b="0" i="0" u="none" strike="noStrike" cap="none" normalizeH="0" baseline="0" dirty="0">
                <a:ln>
                  <a:noFill/>
                </a:ln>
                <a:solidFill>
                  <a:srgbClr val="000080"/>
                </a:solidFill>
                <a:effectLst/>
                <a:latin typeface="Consolas" panose="020B0609020204030204" pitchFamily="49" charset="0"/>
              </a:rPr>
              <a:t>range</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a:ln>
                  <a:noFill/>
                </a:ln>
                <a:solidFill>
                  <a:srgbClr val="1750EB"/>
                </a:solidFill>
                <a:effectLst/>
                <a:latin typeface="Consolas" panose="020B0609020204030204" pitchFamily="49" charset="0"/>
              </a:rPr>
              <a:t>3</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a:t>
            </a:r>
            <a:r>
              <a:rPr kumimoji="0" lang="nl-NL" altLang="nl-NL" sz="1600" b="0" i="0" u="none" strike="noStrike" cap="none" normalizeH="0" baseline="0" dirty="0">
                <a:ln>
                  <a:noFill/>
                </a:ln>
                <a:solidFill>
                  <a:srgbClr val="000080"/>
                </a:solidFill>
                <a:effectLst/>
                <a:latin typeface="Consolas" panose="020B0609020204030204" pitchFamily="49" charset="0"/>
              </a:rPr>
              <a:t>print</a:t>
            </a:r>
            <a:r>
              <a:rPr kumimoji="0" lang="nl-NL" altLang="nl-NL" sz="1600" b="0" i="0" u="none" strike="noStrike" cap="none" normalizeH="0" baseline="0" dirty="0">
                <a:ln>
                  <a:noFill/>
                </a:ln>
                <a:solidFill>
                  <a:srgbClr val="080808"/>
                </a:solidFill>
                <a:effectLst/>
                <a:latin typeface="Consolas" panose="020B0609020204030204" pitchFamily="49" charset="0"/>
              </a:rPr>
              <a:t>(</a:t>
            </a:r>
            <a:r>
              <a:rPr kumimoji="0" lang="nl-NL" altLang="nl-NL" sz="1600" b="0" i="0" u="none" strike="noStrike" cap="none" normalizeH="0" baseline="0" dirty="0" err="1">
                <a:ln>
                  <a:noFill/>
                </a:ln>
                <a:solidFill>
                  <a:srgbClr val="067D17"/>
                </a:solidFill>
                <a:effectLst/>
                <a:latin typeface="Consolas" panose="020B0609020204030204" pitchFamily="49" charset="0"/>
              </a:rPr>
              <a:t>f"i</a:t>
            </a:r>
            <a:r>
              <a:rPr kumimoji="0" lang="nl-NL" altLang="nl-NL" sz="1600" b="0" i="0" u="none" strike="noStrike" cap="none" normalizeH="0" baseline="0" dirty="0">
                <a:ln>
                  <a:noFill/>
                </a:ln>
                <a:solidFill>
                  <a:srgbClr val="067D17"/>
                </a:solidFill>
                <a:effectLst/>
                <a:latin typeface="Consolas" panose="020B0609020204030204" pitchFamily="49" charset="0"/>
              </a:rPr>
              <a:t>, j = </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i</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j</a:t>
            </a:r>
            <a:r>
              <a:rPr kumimoji="0" lang="nl-NL" altLang="nl-NL" sz="1600" b="0" i="0" u="none" strike="noStrike" cap="none" normalizeH="0" baseline="0" dirty="0">
                <a:ln>
                  <a:noFill/>
                </a:ln>
                <a:solidFill>
                  <a:srgbClr val="0037A6"/>
                </a:solidFill>
                <a:effectLst/>
                <a:latin typeface="Consolas" panose="020B0609020204030204" pitchFamily="49" charset="0"/>
              </a:rPr>
              <a:t>}</a:t>
            </a:r>
            <a:r>
              <a:rPr kumimoji="0" lang="nl-NL" altLang="nl-NL" sz="1600" b="0" i="0" u="none" strike="noStrike" cap="none" normalizeH="0" baseline="0" dirty="0">
                <a:ln>
                  <a:noFill/>
                </a:ln>
                <a:solidFill>
                  <a:srgbClr val="067D17"/>
                </a:solidFill>
                <a:effectLst/>
                <a:latin typeface="Consolas" panose="020B0609020204030204" pitchFamily="49" charset="0"/>
              </a:rPr>
              <a:t>"</a:t>
            </a:r>
            <a:r>
              <a:rPr kumimoji="0" lang="nl-NL" altLang="nl-NL" sz="1600" b="0" i="0" u="none" strike="noStrike" cap="none" normalizeH="0" baseline="0" dirty="0">
                <a:ln>
                  <a:noFill/>
                </a:ln>
                <a:solidFill>
                  <a:srgbClr val="080808"/>
                </a:solidFill>
                <a:effectLst/>
                <a:latin typeface="Consolas" panose="020B0609020204030204" pitchFamily="49" charset="0"/>
              </a:rPr>
              <a:t>)</a:t>
            </a:r>
            <a:br>
              <a:rPr kumimoji="0" lang="nl-NL" altLang="nl-NL" sz="1600" b="0" i="0" u="none" strike="noStrike" cap="none" normalizeH="0" baseline="0" dirty="0">
                <a:ln>
                  <a:noFill/>
                </a:ln>
                <a:solidFill>
                  <a:srgbClr val="080808"/>
                </a:solidFill>
                <a:effectLst/>
                <a:latin typeface="Consolas" panose="020B0609020204030204" pitchFamily="49" charset="0"/>
              </a:rPr>
            </a:br>
            <a:br>
              <a:rPr kumimoji="0" lang="nl-NL" altLang="nl-NL" sz="1600" b="0" i="0" u="none" strike="noStrike" cap="none" normalizeH="0" baseline="0" dirty="0">
                <a:ln>
                  <a:noFill/>
                </a:ln>
                <a:solidFill>
                  <a:srgbClr val="080808"/>
                </a:solidFill>
                <a:effectLst/>
                <a:latin typeface="Consolas" panose="020B0609020204030204" pitchFamily="49" charset="0"/>
              </a:rPr>
            </a:br>
            <a:r>
              <a:rPr kumimoji="0" lang="nl-NL" altLang="nl-NL" sz="1600" b="0" i="0" u="none" strike="noStrike" cap="none" normalizeH="0" baseline="0" dirty="0">
                <a:ln>
                  <a:noFill/>
                </a:ln>
                <a:solidFill>
                  <a:srgbClr val="080808"/>
                </a:solidFill>
                <a:effectLst/>
                <a:latin typeface="Consolas" panose="020B0609020204030204" pitchFamily="49" charset="0"/>
              </a:rPr>
              <a:t>    i += </a:t>
            </a:r>
            <a:r>
              <a:rPr kumimoji="0" lang="nl-NL" altLang="nl-NL" sz="1600" b="0" i="0" u="none" strike="noStrike" cap="none" normalizeH="0" baseline="0" dirty="0">
                <a:ln>
                  <a:noFill/>
                </a:ln>
                <a:solidFill>
                  <a:srgbClr val="1750EB"/>
                </a:solidFill>
                <a:effectLst/>
                <a:latin typeface="Consolas" panose="020B0609020204030204" pitchFamily="49" charset="0"/>
              </a:rPr>
              <a:t>1</a:t>
            </a:r>
            <a:endParaRPr kumimoji="0" lang="nl-NL" altLang="nl-NL" sz="36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123293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361D-CE46-87DA-9B80-89D48ABB904E}"/>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60517765-FFC4-251E-ECA7-568DBDC88C0E}"/>
              </a:ext>
            </a:extLst>
          </p:cNvPr>
          <p:cNvSpPr txBox="1">
            <a:spLocks/>
          </p:cNvSpPr>
          <p:nvPr/>
        </p:nvSpPr>
        <p:spPr bwMode="auto">
          <a:xfrm>
            <a:off x="709358" y="4"/>
            <a:ext cx="9206802"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fontAlgn="base">
              <a:spcBef>
                <a:spcPct val="0"/>
              </a:spcBef>
              <a:spcAft>
                <a:spcPct val="0"/>
              </a:spcAft>
              <a:defRPr/>
            </a:pPr>
            <a:r>
              <a:rPr kumimoji="0" lang="en-US" sz="3600" b="1" i="0" u="none" strike="noStrike" kern="0" cap="none" spc="0" normalizeH="0" baseline="0" noProof="0" dirty="0" err="1">
                <a:ln>
                  <a:noFill/>
                </a:ln>
                <a:solidFill>
                  <a:prstClr val="black"/>
                </a:solidFill>
                <a:effectLst/>
                <a:uLnTx/>
                <a:uFillTx/>
              </a:rPr>
              <a:t>Oefenin</a:t>
            </a:r>
            <a:r>
              <a:rPr lang="en-US" sz="3600" b="1" kern="0" dirty="0">
                <a:solidFill>
                  <a:prstClr val="black"/>
                </a:solidFill>
              </a:rPr>
              <a:t>g</a:t>
            </a:r>
            <a:endParaRPr kumimoji="0" lang="en-US" sz="2000" b="0" i="0" u="none" strike="noStrike" kern="0" cap="none" spc="0" normalizeH="0" baseline="0" noProof="0" dirty="0">
              <a:ln>
                <a:noFill/>
              </a:ln>
              <a:solidFill>
                <a:prstClr val="black"/>
              </a:solidFill>
              <a:effectLst/>
              <a:uLnTx/>
              <a:uFillTx/>
            </a:endParaRPr>
          </a:p>
        </p:txBody>
      </p:sp>
      <p:sp>
        <p:nvSpPr>
          <p:cNvPr id="7" name="TextBox 22">
            <a:extLst>
              <a:ext uri="{FF2B5EF4-FFF2-40B4-BE49-F238E27FC236}">
                <a16:creationId xmlns:a16="http://schemas.microsoft.com/office/drawing/2014/main" id="{3308414E-6EF7-AED0-2458-3C3065E9542B}"/>
              </a:ext>
            </a:extLst>
          </p:cNvPr>
          <p:cNvSpPr txBox="1"/>
          <p:nvPr/>
        </p:nvSpPr>
        <p:spPr bwMode="auto">
          <a:xfrm>
            <a:off x="709358" y="4924429"/>
            <a:ext cx="10542842" cy="646331"/>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342900" lvl="0" indent="-342900" fontAlgn="base">
              <a:spcBef>
                <a:spcPct val="0"/>
              </a:spcBef>
              <a:spcAft>
                <a:spcPct val="0"/>
              </a:spcAft>
              <a:buFont typeface="+mj-lt"/>
              <a:buAutoNum type="arabicPeriod"/>
              <a:defRPr/>
            </a:pPr>
            <a:r>
              <a:rPr lang="nl-NL" kern="0" dirty="0">
                <a:solidFill>
                  <a:srgbClr val="294171"/>
                </a:solidFill>
              </a:rPr>
              <a:t>Schrijf een loop om de kazen langs te lopen</a:t>
            </a:r>
          </a:p>
          <a:p>
            <a:pPr marL="342900" lvl="0" indent="-342900" fontAlgn="base">
              <a:spcBef>
                <a:spcPct val="0"/>
              </a:spcBef>
              <a:spcAft>
                <a:spcPct val="0"/>
              </a:spcAft>
              <a:buFont typeface="+mj-lt"/>
              <a:buAutoNum type="arabicPeriod"/>
              <a:defRPr/>
            </a:pPr>
            <a:r>
              <a:rPr lang="nl-NL" kern="0" dirty="0">
                <a:solidFill>
                  <a:srgbClr val="294171"/>
                </a:solidFill>
              </a:rPr>
              <a:t>Schrijf een geneste loop om per kaas artikelnaam en prijs te printen!</a:t>
            </a:r>
          </a:p>
        </p:txBody>
      </p:sp>
      <p:sp>
        <p:nvSpPr>
          <p:cNvPr id="2" name="Rectangle 1">
            <a:extLst>
              <a:ext uri="{FF2B5EF4-FFF2-40B4-BE49-F238E27FC236}">
                <a16:creationId xmlns:a16="http://schemas.microsoft.com/office/drawing/2014/main" id="{BF883EE5-7599-E62F-E193-74508B8D20ED}"/>
              </a:ext>
            </a:extLst>
          </p:cNvPr>
          <p:cNvSpPr>
            <a:spLocks noChangeArrowheads="1"/>
          </p:cNvSpPr>
          <p:nvPr/>
        </p:nvSpPr>
        <p:spPr bwMode="auto">
          <a:xfrm>
            <a:off x="1092200" y="2551837"/>
            <a:ext cx="8036174"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nl-NL" altLang="nl-NL" b="0" i="0" u="none" strike="noStrike" cap="none" normalizeH="0" baseline="0" dirty="0">
                <a:ln>
                  <a:noFill/>
                </a:ln>
                <a:solidFill>
                  <a:srgbClr val="080808"/>
                </a:solidFill>
                <a:effectLst/>
                <a:latin typeface="Consolas" panose="020B0609020204030204" pitchFamily="49" charset="0"/>
              </a:rPr>
              <a:t>kazen = [</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"De Zaanse Hoeve Goudse jong 48+ plakken"</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4.55</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"400g"</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"De Zaanse Hoeve Mild 45+ geraspt"</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2.39</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"200g"</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"Goudse jong 48+ plakken"</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2.95</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"190g"</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a:t>
            </a:r>
            <a:r>
              <a:rPr kumimoji="0" lang="nl-NL" altLang="nl-NL" b="0" i="0" u="none" strike="noStrike" cap="none" normalizeH="0" baseline="0" dirty="0" err="1">
                <a:ln>
                  <a:noFill/>
                </a:ln>
                <a:solidFill>
                  <a:srgbClr val="067D17"/>
                </a:solidFill>
                <a:effectLst/>
                <a:latin typeface="Consolas" panose="020B0609020204030204" pitchFamily="49" charset="0"/>
              </a:rPr>
              <a:t>Eru</a:t>
            </a:r>
            <a:r>
              <a:rPr kumimoji="0" lang="nl-NL" altLang="nl-NL" b="0" i="0" u="none" strike="noStrike" cap="none" normalizeH="0" baseline="0" dirty="0">
                <a:ln>
                  <a:noFill/>
                </a:ln>
                <a:solidFill>
                  <a:srgbClr val="067D17"/>
                </a:solidFill>
                <a:effectLst/>
                <a:latin typeface="Consolas" panose="020B0609020204030204" pitchFamily="49" charset="0"/>
              </a:rPr>
              <a:t> </a:t>
            </a:r>
            <a:r>
              <a:rPr kumimoji="0" lang="nl-NL" altLang="nl-NL" b="0" i="0" u="none" strike="noStrike" cap="none" normalizeH="0" baseline="0" dirty="0" err="1">
                <a:ln>
                  <a:noFill/>
                </a:ln>
                <a:solidFill>
                  <a:srgbClr val="067D17"/>
                </a:solidFill>
                <a:effectLst/>
                <a:latin typeface="Consolas" panose="020B0609020204030204" pitchFamily="49" charset="0"/>
              </a:rPr>
              <a:t>Kids</a:t>
            </a:r>
            <a:r>
              <a:rPr kumimoji="0" lang="nl-NL" altLang="nl-NL" b="0" i="0" u="none" strike="noStrike" cap="none" normalizeH="0" baseline="0" dirty="0">
                <a:ln>
                  <a:noFill/>
                </a:ln>
                <a:solidFill>
                  <a:srgbClr val="067D17"/>
                </a:solidFill>
                <a:effectLst/>
                <a:latin typeface="Consolas" panose="020B0609020204030204" pitchFamily="49" charset="0"/>
              </a:rPr>
              <a:t>"</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1750EB"/>
                </a:solidFill>
                <a:effectLst/>
                <a:latin typeface="Consolas" panose="020B0609020204030204" pitchFamily="49" charset="0"/>
              </a:rPr>
              <a:t>1.69</a:t>
            </a:r>
            <a:r>
              <a:rPr kumimoji="0" lang="nl-NL" altLang="nl-NL" b="0" i="0" u="none" strike="noStrike" cap="none" normalizeH="0" baseline="0" dirty="0">
                <a:ln>
                  <a:noFill/>
                </a:ln>
                <a:solidFill>
                  <a:srgbClr val="080808"/>
                </a:solidFill>
                <a:effectLst/>
                <a:latin typeface="Consolas" panose="020B0609020204030204" pitchFamily="49" charset="0"/>
              </a:rPr>
              <a:t>, </a:t>
            </a:r>
            <a:r>
              <a:rPr kumimoji="0" lang="nl-NL" altLang="nl-NL" b="0" i="0" u="none" strike="noStrike" cap="none" normalizeH="0" baseline="0" dirty="0">
                <a:ln>
                  <a:noFill/>
                </a:ln>
                <a:solidFill>
                  <a:srgbClr val="067D17"/>
                </a:solidFill>
                <a:effectLst/>
                <a:latin typeface="Consolas" panose="020B0609020204030204" pitchFamily="49" charset="0"/>
              </a:rPr>
              <a:t>"100g"</a:t>
            </a:r>
            <a:r>
              <a:rPr kumimoji="0" lang="nl-NL" altLang="nl-NL" b="0" i="0" u="none" strike="noStrike" cap="none" normalizeH="0" baseline="0" dirty="0">
                <a:ln>
                  <a:noFill/>
                </a:ln>
                <a:solidFill>
                  <a:srgbClr val="080808"/>
                </a:solidFill>
                <a:effectLst/>
                <a:latin typeface="Consolas" panose="020B0609020204030204" pitchFamily="49" charset="0"/>
              </a:rPr>
              <a:t>],</a:t>
            </a:r>
            <a:br>
              <a:rPr kumimoji="0" lang="nl-NL" altLang="nl-NL" b="0" i="0" u="none" strike="noStrike" cap="none" normalizeH="0" baseline="0" dirty="0">
                <a:ln>
                  <a:noFill/>
                </a:ln>
                <a:solidFill>
                  <a:srgbClr val="080808"/>
                </a:solidFill>
                <a:effectLst/>
                <a:latin typeface="Consolas" panose="020B0609020204030204" pitchFamily="49" charset="0"/>
              </a:rPr>
            </a:br>
            <a:r>
              <a:rPr kumimoji="0" lang="nl-NL" altLang="nl-NL" b="0" i="0" u="none" strike="noStrike" cap="none" normalizeH="0" baseline="0" dirty="0">
                <a:ln>
                  <a:noFill/>
                </a:ln>
                <a:solidFill>
                  <a:srgbClr val="080808"/>
                </a:solidFill>
                <a:effectLst/>
                <a:latin typeface="Consolas" panose="020B0609020204030204" pitchFamily="49" charset="0"/>
              </a:rPr>
              <a:t>]</a:t>
            </a:r>
            <a:endParaRPr kumimoji="0" lang="nl-NL" altLang="nl-NL" sz="4000" b="0" i="0" u="none" strike="noStrike" cap="none" normalizeH="0" baseline="0" dirty="0">
              <a:ln>
                <a:noFill/>
              </a:ln>
              <a:solidFill>
                <a:schemeClr val="tx1"/>
              </a:solidFill>
              <a:effectLst/>
              <a:latin typeface="Consolas" panose="020B0609020204030204" pitchFamily="49" charset="0"/>
            </a:endParaRPr>
          </a:p>
        </p:txBody>
      </p:sp>
      <p:sp>
        <p:nvSpPr>
          <p:cNvPr id="3" name="TextBox 22">
            <a:extLst>
              <a:ext uri="{FF2B5EF4-FFF2-40B4-BE49-F238E27FC236}">
                <a16:creationId xmlns:a16="http://schemas.microsoft.com/office/drawing/2014/main" id="{9DAE6BC2-5098-DF74-9BC6-F7A8C774AEC1}"/>
              </a:ext>
            </a:extLst>
          </p:cNvPr>
          <p:cNvSpPr txBox="1"/>
          <p:nvPr/>
        </p:nvSpPr>
        <p:spPr bwMode="auto">
          <a:xfrm>
            <a:off x="709358" y="1641601"/>
            <a:ext cx="10542842" cy="369332"/>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lvl="0" fontAlgn="base">
              <a:spcBef>
                <a:spcPct val="0"/>
              </a:spcBef>
              <a:spcAft>
                <a:spcPct val="0"/>
              </a:spcAft>
              <a:defRPr/>
            </a:pPr>
            <a:r>
              <a:rPr lang="nl-NL" kern="0" dirty="0">
                <a:solidFill>
                  <a:srgbClr val="294171"/>
                </a:solidFill>
              </a:rPr>
              <a:t>Gegeven is de volgende lijst met lijsten:</a:t>
            </a:r>
          </a:p>
        </p:txBody>
      </p:sp>
    </p:spTree>
    <p:extLst>
      <p:ext uri="{BB962C8B-B14F-4D97-AF65-F5344CB8AC3E}">
        <p14:creationId xmlns:p14="http://schemas.microsoft.com/office/powerpoint/2010/main" val="388308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E520110-591A-4457-B3A1-5331C7114BAA}"/>
              </a:ext>
            </a:extLst>
          </p:cNvPr>
          <p:cNvSpPr txBox="1">
            <a:spLocks/>
          </p:cNvSpPr>
          <p:nvPr/>
        </p:nvSpPr>
        <p:spPr bwMode="auto">
          <a:xfrm>
            <a:off x="709358" y="0"/>
            <a:ext cx="77724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err="1">
                <a:ln>
                  <a:noFill/>
                </a:ln>
                <a:solidFill>
                  <a:prstClr val="black"/>
                </a:solidFill>
                <a:effectLst/>
                <a:uLnTx/>
                <a:uFillTx/>
              </a:rPr>
              <a:t>Opdracht</a:t>
            </a:r>
            <a:r>
              <a:rPr kumimoji="0" lang="en-US" sz="3600" b="1" i="0" u="none" strike="noStrike" kern="0" cap="none" spc="0" normalizeH="0" baseline="0" noProof="0" dirty="0">
                <a:ln>
                  <a:noFill/>
                </a:ln>
                <a:solidFill>
                  <a:prstClr val="black"/>
                </a:solidFill>
                <a:effectLst/>
                <a:uLnTx/>
                <a:uFillTx/>
              </a:rPr>
              <a:t>(</a:t>
            </a:r>
            <a:r>
              <a:rPr kumimoji="0" lang="en-US" sz="3600" b="1" i="0" u="none" strike="noStrike" kern="0" cap="none" spc="0" normalizeH="0" baseline="0" noProof="0" dirty="0" err="1">
                <a:ln>
                  <a:noFill/>
                </a:ln>
                <a:solidFill>
                  <a:prstClr val="black"/>
                </a:solidFill>
                <a:effectLst/>
                <a:uLnTx/>
                <a:uFillTx/>
              </a:rPr>
              <a:t>en</a:t>
            </a:r>
            <a:r>
              <a:rPr kumimoji="0" lang="en-US" sz="3600" b="1" i="0" u="none" strike="noStrike" kern="0" cap="none" spc="0" normalizeH="0" baseline="0" noProof="0" dirty="0">
                <a:ln>
                  <a:noFill/>
                </a:ln>
                <a:solidFill>
                  <a:prstClr val="black"/>
                </a:solidFill>
                <a:effectLst/>
                <a:uLnTx/>
                <a:uFillTx/>
              </a:rPr>
              <a:t>)</a:t>
            </a:r>
            <a:endParaRPr kumimoji="0" lang="en-US" sz="2000" b="0" i="0" u="none" strike="noStrike" kern="0" cap="none" spc="0" normalizeH="0" baseline="0" noProof="0" dirty="0">
              <a:ln>
                <a:noFill/>
              </a:ln>
              <a:solidFill>
                <a:prstClr val="black"/>
              </a:solidFill>
              <a:effectLst/>
              <a:uLnTx/>
              <a:uFillTx/>
            </a:endParaRPr>
          </a:p>
        </p:txBody>
      </p:sp>
      <p:sp>
        <p:nvSpPr>
          <p:cNvPr id="2" name="Rectangle 3">
            <a:extLst>
              <a:ext uri="{FF2B5EF4-FFF2-40B4-BE49-F238E27FC236}">
                <a16:creationId xmlns:a16="http://schemas.microsoft.com/office/drawing/2014/main" id="{D8C061CE-A3A5-3821-5746-C5B880A8DC4E}"/>
              </a:ext>
            </a:extLst>
          </p:cNvPr>
          <p:cNvSpPr txBox="1">
            <a:spLocks noChangeArrowheads="1"/>
          </p:cNvSpPr>
          <p:nvPr/>
        </p:nvSpPr>
        <p:spPr>
          <a:xfrm>
            <a:off x="709358" y="1724025"/>
            <a:ext cx="8229600" cy="369570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Deze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a:t>
            </a:r>
            <a:r>
              <a:rPr lang="nl-NL" sz="2400" dirty="0">
                <a:solidFill>
                  <a:sysClr val="windowText" lastClr="000000"/>
                </a:solidFill>
                <a:latin typeface="Calibri"/>
              </a:rPr>
              <a:t>de </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hlinkClick r:id="rId2"/>
              </a:rPr>
              <a:t>quiz</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(optioneel)</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openstaande </a:t>
            </a:r>
            <a:r>
              <a:rPr lang="nl-NL" sz="2400" dirty="0">
                <a:solidFill>
                  <a:sysClr val="windowText" lastClr="000000"/>
                </a:solidFill>
                <a:latin typeface="Calibri"/>
              </a:rPr>
              <a:t>opdrachten af</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nl-NL" sz="24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nl-NL" sz="2400" b="1" i="0" u="none" strike="noStrike" kern="1200" cap="none" spc="0" normalizeH="0" baseline="0" noProof="0" dirty="0">
                <a:ln>
                  <a:noFill/>
                </a:ln>
                <a:solidFill>
                  <a:sysClr val="windowText" lastClr="000000"/>
                </a:solidFill>
                <a:effectLst/>
                <a:uLnTx/>
                <a:uFillTx/>
                <a:latin typeface="Calibri"/>
                <a:ea typeface="+mn-ea"/>
                <a:cs typeface="+mn-cs"/>
              </a:rPr>
              <a:t>Voor volgende les: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Maak de voorbereidingsopdrachten </a:t>
            </a:r>
          </a:p>
          <a:p>
            <a:pPr>
              <a:defRPr/>
            </a:pPr>
            <a:r>
              <a:rPr lang="nl-NL" sz="2400" b="1" u="sng" dirty="0">
                <a:solidFill>
                  <a:sysClr val="windowText" lastClr="000000"/>
                </a:solidFill>
                <a:latin typeface="Calibri"/>
              </a:rPr>
              <a:t>L</a:t>
            </a:r>
            <a:r>
              <a:rPr kumimoji="0" lang="nl-NL" sz="2400" b="1" i="0" u="sng" strike="noStrike" kern="1200" cap="none" spc="0" normalizeH="0" baseline="0" noProof="0" dirty="0" err="1">
                <a:ln>
                  <a:noFill/>
                </a:ln>
                <a:solidFill>
                  <a:sysClr val="windowText" lastClr="000000"/>
                </a:solidFill>
                <a:effectLst/>
                <a:uLnTx/>
                <a:uFillTx/>
                <a:latin typeface="Calibri"/>
                <a:ea typeface="+mn-ea"/>
                <a:cs typeface="+mn-cs"/>
              </a:rPr>
              <a:t>ees</a:t>
            </a: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 de op Canvas genoemde literatuur!!</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nl-NL" sz="2400" b="0" i="0" u="none" strike="noStrike" kern="1200" cap="none" spc="0" normalizeH="0" baseline="0" noProof="0" dirty="0">
                <a:ln>
                  <a:noFill/>
                </a:ln>
                <a:solidFill>
                  <a:sysClr val="windowText" lastClr="000000"/>
                </a:solidFill>
                <a:effectLst/>
                <a:uLnTx/>
                <a:uFillTx/>
                <a:latin typeface="Calibri"/>
                <a:ea typeface="+mn-ea"/>
                <a:cs typeface="+mn-cs"/>
              </a:rPr>
              <a:t>Start met de oefeningen op Canvas</a:t>
            </a:r>
            <a:endParaRPr kumimoji="0" lang="nl-NL" sz="1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293905487"/>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671</TotalTime>
  <Words>1264</Words>
  <Application>Microsoft Office PowerPoint</Application>
  <PresentationFormat>Breedbeeld</PresentationFormat>
  <Paragraphs>121</Paragraphs>
  <Slides>16</Slides>
  <Notes>0</Notes>
  <HiddenSlides>0</HiddenSlides>
  <MMClips>0</MMClips>
  <ScaleCrop>false</ScaleCrop>
  <HeadingPairs>
    <vt:vector size="6" baseType="variant">
      <vt:variant>
        <vt:lpstr>Gebruikte lettertypen</vt:lpstr>
      </vt:variant>
      <vt:variant>
        <vt:i4>5</vt:i4>
      </vt:variant>
      <vt:variant>
        <vt:lpstr>Thema</vt:lpstr>
      </vt:variant>
      <vt:variant>
        <vt:i4>2</vt:i4>
      </vt:variant>
      <vt:variant>
        <vt:lpstr>Diatitels</vt:lpstr>
      </vt:variant>
      <vt:variant>
        <vt:i4>16</vt:i4>
      </vt:variant>
    </vt:vector>
  </HeadingPairs>
  <TitlesOfParts>
    <vt:vector size="23" baseType="lpstr">
      <vt:lpstr>Calibri Light</vt:lpstr>
      <vt:lpstr>Arial</vt:lpstr>
      <vt:lpstr>Consolas</vt:lpstr>
      <vt:lpstr>Calibri</vt:lpstr>
      <vt:lpstr>Wingdings</vt:lpstr>
      <vt:lpstr>Kantoorthema</vt:lpstr>
      <vt:lpstr>1_Kantoorthema</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Bart van Eijkelenburg</dc:creator>
  <cp:lastModifiedBy>Bart van Eijkelenburg</cp:lastModifiedBy>
  <cp:revision>10</cp:revision>
  <dcterms:created xsi:type="dcterms:W3CDTF">2020-09-28T18:38:40Z</dcterms:created>
  <dcterms:modified xsi:type="dcterms:W3CDTF">2025-07-09T20:48:27Z</dcterms:modified>
</cp:coreProperties>
</file>