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286" r:id="rId5"/>
    <p:sldId id="287" r:id="rId6"/>
    <p:sldId id="288" r:id="rId7"/>
    <p:sldId id="353" r:id="rId8"/>
    <p:sldId id="352" r:id="rId9"/>
    <p:sldId id="303" r:id="rId10"/>
    <p:sldId id="349" r:id="rId11"/>
    <p:sldId id="350" r:id="rId12"/>
    <p:sldId id="354" r:id="rId13"/>
    <p:sldId id="277" r:id="rId14"/>
    <p:sldId id="355" r:id="rId15"/>
    <p:sldId id="356" r:id="rId16"/>
    <p:sldId id="357" r:id="rId17"/>
    <p:sldId id="358" r:id="rId18"/>
    <p:sldId id="359" r:id="rId19"/>
    <p:sldId id="360" r:id="rId20"/>
    <p:sldId id="364" r:id="rId21"/>
    <p:sldId id="363" r:id="rId22"/>
    <p:sldId id="278" r:id="rId23"/>
  </p:sldIdLst>
  <p:sldSz cx="12192000" cy="6858000"/>
  <p:notesSz cx="6858000" cy="9144000"/>
  <p:embeddedFontLst>
    <p:embeddedFont>
      <p:font typeface="Bradley Hand ITC" panose="03070402050302030203" pitchFamily="66" charset="0"/>
      <p:regular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Informal Roman" panose="030604020304060B0204" pitchFamily="66" charset="0"/>
      <p:regular r:id="rId29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047C0-F8B8-494E-A73D-AC9459346D24}" v="283" dt="2025-07-01T10:38:39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van Eijkelenburg" userId="32564be6-3772-4f77-8099-aa7e4c72ca61" providerId="ADAL" clId="{8ED047C0-F8B8-494E-A73D-AC9459346D24}"/>
    <pc:docChg chg="undo redo custSel modSld">
      <pc:chgData name="Bart van Eijkelenburg" userId="32564be6-3772-4f77-8099-aa7e4c72ca61" providerId="ADAL" clId="{8ED047C0-F8B8-494E-A73D-AC9459346D24}" dt="2025-07-01T10:38:42.462" v="4063" actId="6549"/>
      <pc:docMkLst>
        <pc:docMk/>
      </pc:docMkLst>
      <pc:sldChg chg="modSp mod">
        <pc:chgData name="Bart van Eijkelenburg" userId="32564be6-3772-4f77-8099-aa7e4c72ca61" providerId="ADAL" clId="{8ED047C0-F8B8-494E-A73D-AC9459346D24}" dt="2025-07-01T09:40:49.119" v="2494" actId="20577"/>
        <pc:sldMkLst>
          <pc:docMk/>
          <pc:sldMk cId="6410931" sldId="277"/>
        </pc:sldMkLst>
        <pc:spChg chg="mod">
          <ac:chgData name="Bart van Eijkelenburg" userId="32564be6-3772-4f77-8099-aa7e4c72ca61" providerId="ADAL" clId="{8ED047C0-F8B8-494E-A73D-AC9459346D24}" dt="2025-07-01T09:40:49.119" v="2494" actId="20577"/>
          <ac:spMkLst>
            <pc:docMk/>
            <pc:sldMk cId="6410931" sldId="277"/>
            <ac:spMk id="3" creationId="{57902A3A-7E4A-D69A-4EB2-2679292F159A}"/>
          </ac:spMkLst>
        </pc:spChg>
        <pc:spChg chg="mod">
          <ac:chgData name="Bart van Eijkelenburg" userId="32564be6-3772-4f77-8099-aa7e4c72ca61" providerId="ADAL" clId="{8ED047C0-F8B8-494E-A73D-AC9459346D24}" dt="2025-07-01T09:24:52.874" v="2153" actId="20577"/>
          <ac:spMkLst>
            <pc:docMk/>
            <pc:sldMk cId="6410931" sldId="277"/>
            <ac:spMk id="33" creationId="{305D7B18-B931-4B45-B20A-284B02D78636}"/>
          </ac:spMkLst>
        </pc:spChg>
      </pc:sldChg>
      <pc:sldChg chg="addSp delSp modSp mod">
        <pc:chgData name="Bart van Eijkelenburg" userId="32564be6-3772-4f77-8099-aa7e4c72ca61" providerId="ADAL" clId="{8ED047C0-F8B8-494E-A73D-AC9459346D24}" dt="2025-07-01T10:38:42.462" v="4063" actId="6549"/>
        <pc:sldMkLst>
          <pc:docMk/>
          <pc:sldMk cId="3443347485" sldId="278"/>
        </pc:sldMkLst>
        <pc:spChg chg="add mod">
          <ac:chgData name="Bart van Eijkelenburg" userId="32564be6-3772-4f77-8099-aa7e4c72ca61" providerId="ADAL" clId="{8ED047C0-F8B8-494E-A73D-AC9459346D24}" dt="2025-07-01T10:38:34.061" v="4060"/>
          <ac:spMkLst>
            <pc:docMk/>
            <pc:sldMk cId="3443347485" sldId="278"/>
            <ac:spMk id="2" creationId="{E7B0331F-F3E2-F3FE-2F85-C56F0C0EB388}"/>
          </ac:spMkLst>
        </pc:spChg>
        <pc:spChg chg="add mod">
          <ac:chgData name="Bart van Eijkelenburg" userId="32564be6-3772-4f77-8099-aa7e4c72ca61" providerId="ADAL" clId="{8ED047C0-F8B8-494E-A73D-AC9459346D24}" dt="2025-07-01T10:38:34.061" v="4060"/>
          <ac:spMkLst>
            <pc:docMk/>
            <pc:sldMk cId="3443347485" sldId="278"/>
            <ac:spMk id="3" creationId="{64A6AF2E-3C04-15C3-8054-BD634D348A43}"/>
          </ac:spMkLst>
        </pc:spChg>
        <pc:spChg chg="add mod">
          <ac:chgData name="Bart van Eijkelenburg" userId="32564be6-3772-4f77-8099-aa7e4c72ca61" providerId="ADAL" clId="{8ED047C0-F8B8-494E-A73D-AC9459346D24}" dt="2025-07-01T10:38:39.790" v="4062"/>
          <ac:spMkLst>
            <pc:docMk/>
            <pc:sldMk cId="3443347485" sldId="278"/>
            <ac:spMk id="4" creationId="{4C515B40-1D90-3B63-0A9F-7459C7BA66AB}"/>
          </ac:spMkLst>
        </pc:spChg>
        <pc:spChg chg="add mod">
          <ac:chgData name="Bart van Eijkelenburg" userId="32564be6-3772-4f77-8099-aa7e4c72ca61" providerId="ADAL" clId="{8ED047C0-F8B8-494E-A73D-AC9459346D24}" dt="2025-07-01T10:38:42.462" v="4063" actId="6549"/>
          <ac:spMkLst>
            <pc:docMk/>
            <pc:sldMk cId="3443347485" sldId="278"/>
            <ac:spMk id="5" creationId="{9006771F-8843-D535-47C2-6414810E710A}"/>
          </ac:spMkLst>
        </pc:spChg>
        <pc:spChg chg="del">
          <ac:chgData name="Bart van Eijkelenburg" userId="32564be6-3772-4f77-8099-aa7e4c72ca61" providerId="ADAL" clId="{8ED047C0-F8B8-494E-A73D-AC9459346D24}" dt="2025-07-01T10:38:39.313" v="4061" actId="478"/>
          <ac:spMkLst>
            <pc:docMk/>
            <pc:sldMk cId="3443347485" sldId="278"/>
            <ac:spMk id="29" creationId="{380BB847-3E4E-4D04-A103-2F1D5E5A2031}"/>
          </ac:spMkLst>
        </pc:spChg>
        <pc:spChg chg="del">
          <ac:chgData name="Bart van Eijkelenburg" userId="32564be6-3772-4f77-8099-aa7e4c72ca61" providerId="ADAL" clId="{8ED047C0-F8B8-494E-A73D-AC9459346D24}" dt="2025-07-01T10:38:39.313" v="4061" actId="478"/>
          <ac:spMkLst>
            <pc:docMk/>
            <pc:sldMk cId="3443347485" sldId="278"/>
            <ac:spMk id="30" creationId="{A80C976F-6F24-4156-8C3A-6EE1B918ECAB}"/>
          </ac:spMkLst>
        </pc:spChg>
      </pc:sldChg>
      <pc:sldChg chg="modSp mod">
        <pc:chgData name="Bart van Eijkelenburg" userId="32564be6-3772-4f77-8099-aa7e4c72ca61" providerId="ADAL" clId="{8ED047C0-F8B8-494E-A73D-AC9459346D24}" dt="2025-07-01T02:51:29.233" v="252" actId="20577"/>
        <pc:sldMkLst>
          <pc:docMk/>
          <pc:sldMk cId="3844601637" sldId="286"/>
        </pc:sldMkLst>
        <pc:spChg chg="mod">
          <ac:chgData name="Bart van Eijkelenburg" userId="32564be6-3772-4f77-8099-aa7e4c72ca61" providerId="ADAL" clId="{8ED047C0-F8B8-494E-A73D-AC9459346D24}" dt="2025-07-01T02:51:06.218" v="192" actId="20577"/>
          <ac:spMkLst>
            <pc:docMk/>
            <pc:sldMk cId="3844601637" sldId="286"/>
            <ac:spMk id="5" creationId="{DA6B8D32-A58D-C756-A939-7FD35271BC18}"/>
          </ac:spMkLst>
        </pc:spChg>
        <pc:spChg chg="mod">
          <ac:chgData name="Bart van Eijkelenburg" userId="32564be6-3772-4f77-8099-aa7e4c72ca61" providerId="ADAL" clId="{8ED047C0-F8B8-494E-A73D-AC9459346D24}" dt="2025-07-01T02:51:20.509" v="233" actId="6549"/>
          <ac:spMkLst>
            <pc:docMk/>
            <pc:sldMk cId="3844601637" sldId="286"/>
            <ac:spMk id="6" creationId="{8728A8FE-31E7-5472-D8B0-57B4C34D5336}"/>
          </ac:spMkLst>
        </pc:spChg>
        <pc:spChg chg="mod">
          <ac:chgData name="Bart van Eijkelenburg" userId="32564be6-3772-4f77-8099-aa7e4c72ca61" providerId="ADAL" clId="{8ED047C0-F8B8-494E-A73D-AC9459346D24}" dt="2025-07-01T02:51:29.233" v="252" actId="20577"/>
          <ac:spMkLst>
            <pc:docMk/>
            <pc:sldMk cId="3844601637" sldId="286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03:11:53.883" v="709" actId="20577"/>
        <pc:sldMkLst>
          <pc:docMk/>
          <pc:sldMk cId="332667857" sldId="287"/>
        </pc:sldMkLst>
        <pc:spChg chg="mod">
          <ac:chgData name="Bart van Eijkelenburg" userId="32564be6-3772-4f77-8099-aa7e4c72ca61" providerId="ADAL" clId="{8ED047C0-F8B8-494E-A73D-AC9459346D24}" dt="2025-07-01T03:11:53.883" v="709" actId="20577"/>
          <ac:spMkLst>
            <pc:docMk/>
            <pc:sldMk cId="332667857" sldId="287"/>
            <ac:spMk id="3" creationId="{C5EC1F7A-98E1-1B6F-5E0C-5A1EA73B3832}"/>
          </ac:spMkLst>
        </pc:spChg>
        <pc:spChg chg="mod">
          <ac:chgData name="Bart van Eijkelenburg" userId="32564be6-3772-4f77-8099-aa7e4c72ca61" providerId="ADAL" clId="{8ED047C0-F8B8-494E-A73D-AC9459346D24}" dt="2025-07-01T02:51:48.862" v="296" actId="20577"/>
          <ac:spMkLst>
            <pc:docMk/>
            <pc:sldMk cId="332667857" sldId="287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03:12:01.901" v="720" actId="20577"/>
        <pc:sldMkLst>
          <pc:docMk/>
          <pc:sldMk cId="3562417477" sldId="288"/>
        </pc:sldMkLst>
        <pc:spChg chg="mod">
          <ac:chgData name="Bart van Eijkelenburg" userId="32564be6-3772-4f77-8099-aa7e4c72ca61" providerId="ADAL" clId="{8ED047C0-F8B8-494E-A73D-AC9459346D24}" dt="2025-07-01T03:12:01.901" v="720" actId="20577"/>
          <ac:spMkLst>
            <pc:docMk/>
            <pc:sldMk cId="3562417477" sldId="288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08:35:30.085" v="1706" actId="20577"/>
        <pc:sldMkLst>
          <pc:docMk/>
          <pc:sldMk cId="5109411" sldId="303"/>
        </pc:sldMkLst>
        <pc:spChg chg="mod">
          <ac:chgData name="Bart van Eijkelenburg" userId="32564be6-3772-4f77-8099-aa7e4c72ca61" providerId="ADAL" clId="{8ED047C0-F8B8-494E-A73D-AC9459346D24}" dt="2025-07-01T08:35:30.085" v="1706" actId="20577"/>
          <ac:spMkLst>
            <pc:docMk/>
            <pc:sldMk cId="5109411" sldId="303"/>
            <ac:spMk id="8" creationId="{9E47CF98-1EE7-B836-2D52-03C1104521A8}"/>
          </ac:spMkLst>
        </pc:spChg>
        <pc:spChg chg="mod">
          <ac:chgData name="Bart van Eijkelenburg" userId="32564be6-3772-4f77-8099-aa7e4c72ca61" providerId="ADAL" clId="{8ED047C0-F8B8-494E-A73D-AC9459346D24}" dt="2025-07-01T08:33:54.224" v="1610" actId="6549"/>
          <ac:spMkLst>
            <pc:docMk/>
            <pc:sldMk cId="5109411" sldId="303"/>
            <ac:spMk id="12" creationId="{1982DCE2-486E-DA62-85E1-C1D540575849}"/>
          </ac:spMkLst>
        </pc:spChg>
        <pc:spChg chg="mod">
          <ac:chgData name="Bart van Eijkelenburg" userId="32564be6-3772-4f77-8099-aa7e4c72ca61" providerId="ADAL" clId="{8ED047C0-F8B8-494E-A73D-AC9459346D24}" dt="2025-07-01T08:31:37.223" v="1564" actId="20577"/>
          <ac:spMkLst>
            <pc:docMk/>
            <pc:sldMk cId="5109411" sldId="303"/>
            <ac:spMk id="17" creationId="{00000000-0000-0000-0000-000000000000}"/>
          </ac:spMkLst>
        </pc:spChg>
      </pc:sldChg>
      <pc:sldChg chg="modSp mod">
        <pc:chgData name="Bart van Eijkelenburg" userId="32564be6-3772-4f77-8099-aa7e4c72ca61" providerId="ADAL" clId="{8ED047C0-F8B8-494E-A73D-AC9459346D24}" dt="2025-07-01T09:18:23.122" v="2060" actId="20577"/>
        <pc:sldMkLst>
          <pc:docMk/>
          <pc:sldMk cId="1196092606" sldId="349"/>
        </pc:sldMkLst>
        <pc:spChg chg="mod">
          <ac:chgData name="Bart van Eijkelenburg" userId="32564be6-3772-4f77-8099-aa7e4c72ca61" providerId="ADAL" clId="{8ED047C0-F8B8-494E-A73D-AC9459346D24}" dt="2025-07-01T09:18:23.122" v="2060" actId="20577"/>
          <ac:spMkLst>
            <pc:docMk/>
            <pc:sldMk cId="1196092606" sldId="349"/>
            <ac:spMk id="3" creationId="{2D06A503-575F-4CFC-BA43-4F121CC6FE21}"/>
          </ac:spMkLst>
        </pc:spChg>
      </pc:sldChg>
      <pc:sldChg chg="modSp mod">
        <pc:chgData name="Bart van Eijkelenburg" userId="32564be6-3772-4f77-8099-aa7e4c72ca61" providerId="ADAL" clId="{8ED047C0-F8B8-494E-A73D-AC9459346D24}" dt="2025-07-01T09:21:56.623" v="2114" actId="20577"/>
        <pc:sldMkLst>
          <pc:docMk/>
          <pc:sldMk cId="597304816" sldId="350"/>
        </pc:sldMkLst>
        <pc:spChg chg="mod">
          <ac:chgData name="Bart van Eijkelenburg" userId="32564be6-3772-4f77-8099-aa7e4c72ca61" providerId="ADAL" clId="{8ED047C0-F8B8-494E-A73D-AC9459346D24}" dt="2025-07-01T09:21:56.623" v="2114" actId="20577"/>
          <ac:spMkLst>
            <pc:docMk/>
            <pc:sldMk cId="597304816" sldId="350"/>
            <ac:spMk id="3" creationId="{2D06A503-575F-4CFC-BA43-4F121CC6FE21}"/>
          </ac:spMkLst>
        </pc:spChg>
        <pc:spChg chg="mod">
          <ac:chgData name="Bart van Eijkelenburg" userId="32564be6-3772-4f77-8099-aa7e4c72ca61" providerId="ADAL" clId="{8ED047C0-F8B8-494E-A73D-AC9459346D24}" dt="2025-07-01T09:18:55.283" v="2071" actId="20577"/>
          <ac:spMkLst>
            <pc:docMk/>
            <pc:sldMk cId="597304816" sldId="350"/>
            <ac:spMk id="27" creationId="{9C4FE3B1-2C83-907B-5041-8CD19FF014A8}"/>
          </ac:spMkLst>
        </pc:spChg>
      </pc:sldChg>
      <pc:sldChg chg="modSp mod">
        <pc:chgData name="Bart van Eijkelenburg" userId="32564be6-3772-4f77-8099-aa7e4c72ca61" providerId="ADAL" clId="{8ED047C0-F8B8-494E-A73D-AC9459346D24}" dt="2025-07-01T03:17:52.810" v="1497" actId="14100"/>
        <pc:sldMkLst>
          <pc:docMk/>
          <pc:sldMk cId="2544673117" sldId="352"/>
        </pc:sldMkLst>
        <pc:spChg chg="mod">
          <ac:chgData name="Bart van Eijkelenburg" userId="32564be6-3772-4f77-8099-aa7e4c72ca61" providerId="ADAL" clId="{8ED047C0-F8B8-494E-A73D-AC9459346D24}" dt="2025-07-01T03:15:48.380" v="1216" actId="20577"/>
          <ac:spMkLst>
            <pc:docMk/>
            <pc:sldMk cId="2544673117" sldId="352"/>
            <ac:spMk id="20" creationId="{251A442F-50CB-7A8E-44E0-DB2B83F06370}"/>
          </ac:spMkLst>
        </pc:spChg>
        <pc:spChg chg="mod">
          <ac:chgData name="Bart van Eijkelenburg" userId="32564be6-3772-4f77-8099-aa7e4c72ca61" providerId="ADAL" clId="{8ED047C0-F8B8-494E-A73D-AC9459346D24}" dt="2025-07-01T03:16:02.540" v="1248" actId="20577"/>
          <ac:spMkLst>
            <pc:docMk/>
            <pc:sldMk cId="2544673117" sldId="352"/>
            <ac:spMk id="43" creationId="{00000000-0000-0000-0000-000000000000}"/>
          </ac:spMkLst>
        </pc:spChg>
        <pc:spChg chg="mod">
          <ac:chgData name="Bart van Eijkelenburg" userId="32564be6-3772-4f77-8099-aa7e4c72ca61" providerId="ADAL" clId="{8ED047C0-F8B8-494E-A73D-AC9459346D24}" dt="2025-07-01T03:17:52.810" v="1497" actId="14100"/>
          <ac:spMkLst>
            <pc:docMk/>
            <pc:sldMk cId="2544673117" sldId="352"/>
            <ac:spMk id="44" creationId="{00000000-0000-0000-0000-000000000000}"/>
          </ac:spMkLst>
        </pc:spChg>
        <pc:spChg chg="mod">
          <ac:chgData name="Bart van Eijkelenburg" userId="32564be6-3772-4f77-8099-aa7e4c72ca61" providerId="ADAL" clId="{8ED047C0-F8B8-494E-A73D-AC9459346D24}" dt="2025-07-01T03:16:58.565" v="1392" actId="20577"/>
          <ac:spMkLst>
            <pc:docMk/>
            <pc:sldMk cId="2544673117" sldId="352"/>
            <ac:spMk id="45" creationId="{00000000-0000-0000-0000-000000000000}"/>
          </ac:spMkLst>
        </pc:spChg>
      </pc:sldChg>
      <pc:sldChg chg="modSp mod">
        <pc:chgData name="Bart van Eijkelenburg" userId="32564be6-3772-4f77-8099-aa7e4c72ca61" providerId="ADAL" clId="{8ED047C0-F8B8-494E-A73D-AC9459346D24}" dt="2025-07-01T03:15:39.852" v="1213" actId="20577"/>
        <pc:sldMkLst>
          <pc:docMk/>
          <pc:sldMk cId="775466050" sldId="353"/>
        </pc:sldMkLst>
        <pc:spChg chg="mod">
          <ac:chgData name="Bart van Eijkelenburg" userId="32564be6-3772-4f77-8099-aa7e4c72ca61" providerId="ADAL" clId="{8ED047C0-F8B8-494E-A73D-AC9459346D24}" dt="2025-07-01T03:15:39.852" v="1213" actId="20577"/>
          <ac:spMkLst>
            <pc:docMk/>
            <pc:sldMk cId="775466050" sldId="353"/>
            <ac:spMk id="3" creationId="{C5EC1F7A-98E1-1B6F-5E0C-5A1EA73B3832}"/>
          </ac:spMkLst>
        </pc:spChg>
        <pc:spChg chg="mod">
          <ac:chgData name="Bart van Eijkelenburg" userId="32564be6-3772-4f77-8099-aa7e4c72ca61" providerId="ADAL" clId="{8ED047C0-F8B8-494E-A73D-AC9459346D24}" dt="2025-07-01T03:12:20.320" v="750" actId="20577"/>
          <ac:spMkLst>
            <pc:docMk/>
            <pc:sldMk cId="775466050" sldId="353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09:23:06.445" v="2151" actId="20577"/>
        <pc:sldMkLst>
          <pc:docMk/>
          <pc:sldMk cId="1397446007" sldId="354"/>
        </pc:sldMkLst>
        <pc:spChg chg="mod">
          <ac:chgData name="Bart van Eijkelenburg" userId="32564be6-3772-4f77-8099-aa7e4c72ca61" providerId="ADAL" clId="{8ED047C0-F8B8-494E-A73D-AC9459346D24}" dt="2025-07-01T09:23:06.445" v="2151" actId="20577"/>
          <ac:spMkLst>
            <pc:docMk/>
            <pc:sldMk cId="1397446007" sldId="354"/>
            <ac:spMk id="5" creationId="{8203A224-E61D-ACD0-E43D-02F62A5F71A8}"/>
          </ac:spMkLst>
        </pc:spChg>
        <pc:spChg chg="mod">
          <ac:chgData name="Bart van Eijkelenburg" userId="32564be6-3772-4f77-8099-aa7e4c72ca61" providerId="ADAL" clId="{8ED047C0-F8B8-494E-A73D-AC9459346D24}" dt="2025-07-01T09:22:46.709" v="2142" actId="6549"/>
          <ac:spMkLst>
            <pc:docMk/>
            <pc:sldMk cId="1397446007" sldId="354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09:42:09.815" v="2568" actId="20577"/>
        <pc:sldMkLst>
          <pc:docMk/>
          <pc:sldMk cId="1275275902" sldId="355"/>
        </pc:sldMkLst>
        <pc:spChg chg="mod">
          <ac:chgData name="Bart van Eijkelenburg" userId="32564be6-3772-4f77-8099-aa7e4c72ca61" providerId="ADAL" clId="{8ED047C0-F8B8-494E-A73D-AC9459346D24}" dt="2025-07-01T09:41:32.146" v="2566" actId="20577"/>
          <ac:spMkLst>
            <pc:docMk/>
            <pc:sldMk cId="1275275902" sldId="355"/>
            <ac:spMk id="3" creationId="{57902A3A-7E4A-D69A-4EB2-2679292F159A}"/>
          </ac:spMkLst>
        </pc:spChg>
        <pc:spChg chg="mod">
          <ac:chgData name="Bart van Eijkelenburg" userId="32564be6-3772-4f77-8099-aa7e4c72ca61" providerId="ADAL" clId="{8ED047C0-F8B8-494E-A73D-AC9459346D24}" dt="2025-07-01T09:42:09.815" v="2568" actId="20577"/>
          <ac:spMkLst>
            <pc:docMk/>
            <pc:sldMk cId="1275275902" sldId="355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10:02:31.015" v="2735" actId="20577"/>
        <pc:sldMkLst>
          <pc:docMk/>
          <pc:sldMk cId="2366807522" sldId="356"/>
        </pc:sldMkLst>
        <pc:spChg chg="mod">
          <ac:chgData name="Bart van Eijkelenburg" userId="32564be6-3772-4f77-8099-aa7e4c72ca61" providerId="ADAL" clId="{8ED047C0-F8B8-494E-A73D-AC9459346D24}" dt="2025-07-01T10:02:03.164" v="2723" actId="20577"/>
          <ac:spMkLst>
            <pc:docMk/>
            <pc:sldMk cId="2366807522" sldId="356"/>
            <ac:spMk id="5" creationId="{744DD09F-4F28-9F9F-3CAC-AA0745D43CE6}"/>
          </ac:spMkLst>
        </pc:spChg>
        <pc:spChg chg="mod">
          <ac:chgData name="Bart van Eijkelenburg" userId="32564be6-3772-4f77-8099-aa7e4c72ca61" providerId="ADAL" clId="{8ED047C0-F8B8-494E-A73D-AC9459346D24}" dt="2025-07-01T10:00:07.239" v="2570" actId="20577"/>
          <ac:spMkLst>
            <pc:docMk/>
            <pc:sldMk cId="2366807522" sldId="356"/>
            <ac:spMk id="33" creationId="{305D7B18-B931-4B45-B20A-284B02D78636}"/>
          </ac:spMkLst>
        </pc:spChg>
        <pc:graphicFrameChg chg="modGraphic">
          <ac:chgData name="Bart van Eijkelenburg" userId="32564be6-3772-4f77-8099-aa7e4c72ca61" providerId="ADAL" clId="{8ED047C0-F8B8-494E-A73D-AC9459346D24}" dt="2025-07-01T10:02:31.015" v="2735" actId="20577"/>
          <ac:graphicFrameMkLst>
            <pc:docMk/>
            <pc:sldMk cId="2366807522" sldId="356"/>
            <ac:graphicFrameMk id="3" creationId="{8AEFC258-23BF-A873-5DD5-04C181376109}"/>
          </ac:graphicFrameMkLst>
        </pc:graphicFrameChg>
      </pc:sldChg>
      <pc:sldChg chg="modSp mod">
        <pc:chgData name="Bart van Eijkelenburg" userId="32564be6-3772-4f77-8099-aa7e4c72ca61" providerId="ADAL" clId="{8ED047C0-F8B8-494E-A73D-AC9459346D24}" dt="2025-07-01T10:08:28.335" v="2882" actId="20577"/>
        <pc:sldMkLst>
          <pc:docMk/>
          <pc:sldMk cId="1225568632" sldId="357"/>
        </pc:sldMkLst>
        <pc:spChg chg="mod">
          <ac:chgData name="Bart van Eijkelenburg" userId="32564be6-3772-4f77-8099-aa7e4c72ca61" providerId="ADAL" clId="{8ED047C0-F8B8-494E-A73D-AC9459346D24}" dt="2025-07-01T10:07:44.103" v="2825" actId="20577"/>
          <ac:spMkLst>
            <pc:docMk/>
            <pc:sldMk cId="1225568632" sldId="357"/>
            <ac:spMk id="6" creationId="{AE8A3AF4-3893-0672-14D2-0511B2F3E71D}"/>
          </ac:spMkLst>
        </pc:spChg>
        <pc:spChg chg="mod">
          <ac:chgData name="Bart van Eijkelenburg" userId="32564be6-3772-4f77-8099-aa7e4c72ca61" providerId="ADAL" clId="{8ED047C0-F8B8-494E-A73D-AC9459346D24}" dt="2025-07-01T10:08:28.335" v="2882" actId="20577"/>
          <ac:spMkLst>
            <pc:docMk/>
            <pc:sldMk cId="1225568632" sldId="357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10:08:30.574" v="2883" actId="20577"/>
        <pc:sldMkLst>
          <pc:docMk/>
          <pc:sldMk cId="3679095727" sldId="358"/>
        </pc:sldMkLst>
        <pc:spChg chg="mod">
          <ac:chgData name="Bart van Eijkelenburg" userId="32564be6-3772-4f77-8099-aa7e4c72ca61" providerId="ADAL" clId="{8ED047C0-F8B8-494E-A73D-AC9459346D24}" dt="2025-07-01T10:08:21.078" v="2880" actId="20577"/>
          <ac:spMkLst>
            <pc:docMk/>
            <pc:sldMk cId="3679095727" sldId="358"/>
            <ac:spMk id="6" creationId="{AE8A3AF4-3893-0672-14D2-0511B2F3E71D}"/>
          </ac:spMkLst>
        </pc:spChg>
        <pc:spChg chg="mod">
          <ac:chgData name="Bart van Eijkelenburg" userId="32564be6-3772-4f77-8099-aa7e4c72ca61" providerId="ADAL" clId="{8ED047C0-F8B8-494E-A73D-AC9459346D24}" dt="2025-07-01T10:08:30.574" v="2883" actId="20577"/>
          <ac:spMkLst>
            <pc:docMk/>
            <pc:sldMk cId="3679095727" sldId="358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10:22:12.206" v="3410" actId="20577"/>
        <pc:sldMkLst>
          <pc:docMk/>
          <pc:sldMk cId="725245972" sldId="359"/>
        </pc:sldMkLst>
        <pc:spChg chg="mod">
          <ac:chgData name="Bart van Eijkelenburg" userId="32564be6-3772-4f77-8099-aa7e4c72ca61" providerId="ADAL" clId="{8ED047C0-F8B8-494E-A73D-AC9459346D24}" dt="2025-07-01T10:22:12.206" v="3410" actId="20577"/>
          <ac:spMkLst>
            <pc:docMk/>
            <pc:sldMk cId="725245972" sldId="359"/>
            <ac:spMk id="7" creationId="{518F860F-1B02-DD3C-2C36-08DCB8E19DF2}"/>
          </ac:spMkLst>
        </pc:spChg>
        <pc:spChg chg="mod">
          <ac:chgData name="Bart van Eijkelenburg" userId="32564be6-3772-4f77-8099-aa7e4c72ca61" providerId="ADAL" clId="{8ED047C0-F8B8-494E-A73D-AC9459346D24}" dt="2025-07-01T10:08:33.640" v="2891" actId="20577"/>
          <ac:spMkLst>
            <pc:docMk/>
            <pc:sldMk cId="725245972" sldId="359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10:22:53.313" v="3470" actId="20577"/>
        <pc:sldMkLst>
          <pc:docMk/>
          <pc:sldMk cId="2127840326" sldId="360"/>
        </pc:sldMkLst>
        <pc:spChg chg="mod">
          <ac:chgData name="Bart van Eijkelenburg" userId="32564be6-3772-4f77-8099-aa7e4c72ca61" providerId="ADAL" clId="{8ED047C0-F8B8-494E-A73D-AC9459346D24}" dt="2025-07-01T10:22:53.313" v="3470" actId="20577"/>
          <ac:spMkLst>
            <pc:docMk/>
            <pc:sldMk cId="2127840326" sldId="360"/>
            <ac:spMk id="7" creationId="{34DEB2A5-030F-1639-42C0-A86C7C4CF80D}"/>
          </ac:spMkLst>
        </pc:spChg>
        <pc:spChg chg="mod">
          <ac:chgData name="Bart van Eijkelenburg" userId="32564be6-3772-4f77-8099-aa7e4c72ca61" providerId="ADAL" clId="{8ED047C0-F8B8-494E-A73D-AC9459346D24}" dt="2025-07-01T10:19:58.893" v="3158" actId="20577"/>
          <ac:spMkLst>
            <pc:docMk/>
            <pc:sldMk cId="2127840326" sldId="360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10:27:57.034" v="4059" actId="6549"/>
        <pc:sldMkLst>
          <pc:docMk/>
          <pc:sldMk cId="122331941" sldId="363"/>
        </pc:sldMkLst>
        <pc:spChg chg="mod">
          <ac:chgData name="Bart van Eijkelenburg" userId="32564be6-3772-4f77-8099-aa7e4c72ca61" providerId="ADAL" clId="{8ED047C0-F8B8-494E-A73D-AC9459346D24}" dt="2025-07-01T10:27:57.034" v="4059" actId="6549"/>
          <ac:spMkLst>
            <pc:docMk/>
            <pc:sldMk cId="122331941" sldId="363"/>
            <ac:spMk id="5" creationId="{5DF77E28-A446-3485-FC1B-37293CF422E4}"/>
          </ac:spMkLst>
        </pc:spChg>
        <pc:spChg chg="mod">
          <ac:chgData name="Bart van Eijkelenburg" userId="32564be6-3772-4f77-8099-aa7e4c72ca61" providerId="ADAL" clId="{8ED047C0-F8B8-494E-A73D-AC9459346D24}" dt="2025-07-01T10:25:18.974" v="3638" actId="20577"/>
          <ac:spMkLst>
            <pc:docMk/>
            <pc:sldMk cId="122331941" sldId="363"/>
            <ac:spMk id="33" creationId="{305D7B18-B931-4B45-B20A-284B02D78636}"/>
          </ac:spMkLst>
        </pc:spChg>
      </pc:sldChg>
      <pc:sldChg chg="modSp mod">
        <pc:chgData name="Bart van Eijkelenburg" userId="32564be6-3772-4f77-8099-aa7e4c72ca61" providerId="ADAL" clId="{8ED047C0-F8B8-494E-A73D-AC9459346D24}" dt="2025-07-01T10:24:13.670" v="3617" actId="20577"/>
        <pc:sldMkLst>
          <pc:docMk/>
          <pc:sldMk cId="2695377120" sldId="364"/>
        </pc:sldMkLst>
        <pc:spChg chg="mod">
          <ac:chgData name="Bart van Eijkelenburg" userId="32564be6-3772-4f77-8099-aa7e4c72ca61" providerId="ADAL" clId="{8ED047C0-F8B8-494E-A73D-AC9459346D24}" dt="2025-07-01T10:24:13.670" v="3617" actId="20577"/>
          <ac:spMkLst>
            <pc:docMk/>
            <pc:sldMk cId="2695377120" sldId="364"/>
            <ac:spMk id="7" creationId="{34DEB2A5-030F-1639-42C0-A86C7C4CF80D}"/>
          </ac:spMkLst>
        </pc:spChg>
        <pc:spChg chg="mod">
          <ac:chgData name="Bart van Eijkelenburg" userId="32564be6-3772-4f77-8099-aa7e4c72ca61" providerId="ADAL" clId="{8ED047C0-F8B8-494E-A73D-AC9459346D24}" dt="2025-07-01T10:23:08.543" v="3485" actId="20577"/>
          <ac:spMkLst>
            <pc:docMk/>
            <pc:sldMk cId="2695377120" sldId="364"/>
            <ac:spMk id="33" creationId="{305D7B18-B931-4B45-B20A-284B02D7863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5FBC3-A13D-4BED-AE99-57FE248D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78EA99E-083D-41AD-BBBA-0745C50ED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486146-BA1E-4713-A883-1BF7C3FB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8EBF9F-444C-4523-93A7-A1E2DA9D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4E6807-8EA9-4F4F-9729-DD05F3B4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535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97356-E3F2-4130-AED6-3C1E5C0F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60C21A-F0BF-44A4-B3AD-CEF18FBD2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E67596-11E4-499C-9ADF-AAB454C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BA1927-1CB3-4842-8C31-39EA5A1C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AE1FCD-234C-4CB0-A11F-C3C0B3A8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288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B509-29E0-4B40-8294-A82AE488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3BF0A-FA2C-49C1-AB93-4AB9A555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55921E-B21A-4BD0-AF3D-A108E8D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19A19C-4B85-4857-997D-1983525A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F104AFB-2EA3-4C2A-BE24-DC66E192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559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69CE1-F5F4-48CA-8FB8-65AB52BD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D3765B-89FF-4F2E-979F-87EDD8F8B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6C6812-F5D6-4ACE-9685-BA5A80BE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A6EB5F-95C2-4345-ACE2-A88B17B6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AE77E88-9E40-4EBE-9EBB-AD48BFF8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3C2DC1-DFA8-4AEA-ACFA-DA5CADE0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410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15BB2-3AF8-430E-8C3A-DBDFC1F0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2112838-8975-459B-9BBD-6A0FACF62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E9B3C5-4034-4ABB-AE07-927A9C3EA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60A5019-4CA6-4E82-8E26-FFCBD0B0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BF2271-8A6E-4FDD-A69D-ECCE75D77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764C7AA-7F8D-4C6E-A03C-487F6D39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36E32F5-EE91-4FF2-A3C2-84BB163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068184D-7C23-4AB2-B46F-651956B0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887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15C99-C97F-4D32-856A-89EE1C57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A1B8649-7FB2-4C5A-AE5D-E4295F38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D11F398-A93C-4AC0-920C-71EE7E5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738D45-C3F7-400D-B604-F0EAF65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778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6785CB-4818-4220-905C-012F89D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BB5C763-BF50-4458-AB76-4F12B028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645FDA-EC18-429E-B377-0CC4F458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363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8D9BE-3716-4BA9-A6CD-08D539EC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EEEFE2-6F96-48DF-8474-0768860B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40BE56-1DC9-4A89-8259-05AFF2D2E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51443A-3854-40C2-A6E5-E6852A9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D5C825-89E3-491C-95B7-88DAB22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E928A7-DF4A-4FA6-BF45-88CD7F6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81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AF886-3A52-4781-8375-02C4D87F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CBA0785-2B84-4D91-91A7-63D64BC8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1B1161-B7A1-4FA6-9DBF-6A4BDB541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AF42D4B-BBAF-4D88-9110-23D0C997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963D386-85CE-496E-8A3C-063DECD1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3F8282-B579-4535-B19C-0A64485C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74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4AFFB-090F-4287-BD94-183EBD25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D36831A-B37B-4A4B-B5DD-618FC752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A783E-07BE-4C33-A1D3-61571D1A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B515BA-DC14-4F3B-95C1-0AE57A77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E70CE-2C27-4CE6-9F4F-28D0D7F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35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9E6BC41-346E-42B2-B4D2-1432AC3DB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ED9DEF1-83A5-477C-839F-CC92AAC37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06E4DB-1CFC-4965-9E8A-1D269B1B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9CDFBA-8ACF-4637-BCBB-44BE9AAE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E53E9F-2625-4605-8275-CEE1385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0867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5FBC3-A13D-4BED-AE99-57FE248D3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78EA99E-083D-41AD-BBBA-0745C50ED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0486146-BA1E-4713-A883-1BF7C3FB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68EBF9F-444C-4523-93A7-A1E2DA9D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34E6807-8EA9-4F4F-9729-DD05F3B4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2320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97356-E3F2-4130-AED6-3C1E5C0F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60C21A-F0BF-44A4-B3AD-CEF18FBD2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2E67596-11E4-499C-9ADF-AAB454CB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3BA1927-1CB3-4842-8C31-39EA5A1C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1AE1FCD-234C-4CB0-A11F-C3C0B3A8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095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E3B509-29E0-4B40-8294-A82AE488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3BF0A-FA2C-49C1-AB93-4AB9A5559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55921E-B21A-4BD0-AF3D-A108E8D1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819A19C-4B85-4857-997D-1983525A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F104AFB-2EA3-4C2A-BE24-DC66E192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1755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69CE1-F5F4-48CA-8FB8-65AB52BD9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D3765B-89FF-4F2E-979F-87EDD8F8B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6C6812-F5D6-4ACE-9685-BA5A80BEF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7A6EB5F-95C2-4345-ACE2-A88B17B6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AE77E88-9E40-4EBE-9EBB-AD48BFF8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E3C2DC1-DFA8-4AEA-ACFA-DA5CADE0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2547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215BB2-3AF8-430E-8C3A-DBDFC1F0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2112838-8975-459B-9BBD-6A0FACF62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E9B3C5-4034-4ABB-AE07-927A9C3EA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60A5019-4CA6-4E82-8E26-FFCBD0B0F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BF2271-8A6E-4FDD-A69D-ECCE75D77F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0764C7AA-7F8D-4C6E-A03C-487F6D39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C36E32F5-EE91-4FF2-A3C2-84BB163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068184D-7C23-4AB2-B46F-651956B0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5494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15C99-C97F-4D32-856A-89EE1C57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A1B8649-7FB2-4C5A-AE5D-E4295F38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D11F398-A93C-4AC0-920C-71EE7E59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4738D45-C3F7-400D-B604-F0EAF6544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7249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A6785CB-4818-4220-905C-012F89D2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BB5C763-BF50-4458-AB76-4F12B028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2645FDA-EC18-429E-B377-0CC4F458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7258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8D9BE-3716-4BA9-A6CD-08D539EC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EEEFE2-6F96-48DF-8474-0768860B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840BE56-1DC9-4A89-8259-05AFF2D2E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D51443A-3854-40C2-A6E5-E6852A9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D5C825-89E3-491C-95B7-88DAB229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E928A7-DF4A-4FA6-BF45-88CD7F6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19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4AF886-3A52-4781-8375-02C4D87F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2CBA0785-2B84-4D91-91A7-63D64BC81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91B1161-B7A1-4FA6-9DBF-6A4BDB541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AF42D4B-BBAF-4D88-9110-23D0C997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963D386-85CE-496E-8A3C-063DECD1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F3F8282-B579-4535-B19C-0A64485C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21833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74AFFB-090F-4287-BD94-183EBD25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D36831A-B37B-4A4B-B5DD-618FC752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A783E-07BE-4C33-A1D3-61571D1A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BB515BA-DC14-4F3B-95C1-0AE57A77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3AE70CE-2C27-4CE6-9F4F-28D0D7FF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33006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9E6BC41-346E-42B2-B4D2-1432AC3DB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DED9DEF1-83A5-477C-839F-CC92AAC37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806E4DB-1CFC-4965-9E8A-1D269B1B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79CDFBA-8ACF-4637-BCBB-44BE9AAE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9E53E9F-2625-4605-8275-CEE13853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043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49976E9-A55F-475C-8B3F-5612683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A53B2D-A81D-48FE-9368-47A37672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526E96-288A-4DF7-BFD4-C4170E43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E5BC9C-B6F6-4471-982E-40E4A8C08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887E06-04D7-4FF4-9F92-43290EFF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607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8000" t="-2000" r="2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49976E9-A55F-475C-8B3F-5612683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A53B2D-A81D-48FE-9368-47A37672B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526E96-288A-4DF7-BFD4-C4170E438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66FFD-A7A7-470F-B56B-017862C35269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E5BC9C-B6F6-4471-982E-40E4A8C08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5887E06-04D7-4FF4-9F92-43290EFF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586A0-1CF6-4F7E-BA44-0EF673A2B2B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076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reativecommons.org/licenses/by-nd/2.0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lickr.com/photos/hikingartist/" TargetMode="External"/><Relationship Id="rId5" Type="http://schemas.openxmlformats.org/officeDocument/2006/relationships/hyperlink" Target="https://www.flickr.com/photos/hikingartist/5727278512/in/photolist-9J6Nnf-6v4Xhz-9rESs-87NA7G-8GJvbJ-qBne5u-8SRJFm-87KfnD-paxfD8-9h2Dio-nxbANX-paxh9n-87KoSM-8w3jZT-651mrd-8GFm3n-4yj7N1-nZZvut-pMSq4Q-ab1Z5h-8BY6Ub-7v2CGM-8KVkvz-bV1L4r-n35vqE-bV1L5v-98HAv9-a" TargetMode="Externa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ithub.com/en/rest" TargetMode="External"/><Relationship Id="rId13" Type="http://schemas.openxmlformats.org/officeDocument/2006/relationships/image" Target="../media/image10.png"/><Relationship Id="rId18" Type="http://schemas.openxmlformats.org/officeDocument/2006/relationships/image" Target="../media/image13.bin"/><Relationship Id="rId26" Type="http://schemas.openxmlformats.org/officeDocument/2006/relationships/hyperlink" Target="https://wiki.openstreetmap.org/wiki/API" TargetMode="External"/><Relationship Id="rId3" Type="http://schemas.openxmlformats.org/officeDocument/2006/relationships/image" Target="../media/image5.png"/><Relationship Id="rId21" Type="http://schemas.openxmlformats.org/officeDocument/2006/relationships/hyperlink" Target="https://dev.socrata.com/foundry/opendata.rdw.nl/m9d7-ebf2" TargetMode="External"/><Relationship Id="rId7" Type="http://schemas.openxmlformats.org/officeDocument/2006/relationships/image" Target="../media/image7.png"/><Relationship Id="rId12" Type="http://schemas.openxmlformats.org/officeDocument/2006/relationships/hyperlink" Target="https://discord.com/developers/docs/reference" TargetMode="External"/><Relationship Id="rId17" Type="http://schemas.openxmlformats.org/officeDocument/2006/relationships/hyperlink" Target="https://www.ns.nl/reisinformatie/ns-api" TargetMode="External"/><Relationship Id="rId25" Type="http://schemas.openxmlformats.org/officeDocument/2006/relationships/image" Target="../media/image17.png"/><Relationship Id="rId2" Type="http://schemas.openxmlformats.org/officeDocument/2006/relationships/hyperlink" Target="https://github.com/public-apis/public-apis" TargetMode="External"/><Relationship Id="rId16" Type="http://schemas.openxmlformats.org/officeDocument/2006/relationships/image" Target="../media/image12.sv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anvas.instructure.com/doc/api/" TargetMode="External"/><Relationship Id="rId11" Type="http://schemas.openxmlformats.org/officeDocument/2006/relationships/image" Target="../media/image9.png"/><Relationship Id="rId24" Type="http://schemas.openxmlformats.org/officeDocument/2006/relationships/hyperlink" Target="https://rapidapi.com/search/weather" TargetMode="Externa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6.svg"/><Relationship Id="rId10" Type="http://schemas.openxmlformats.org/officeDocument/2006/relationships/hyperlink" Target="https://developer.twitter.com/en/docs/twitter-api" TargetMode="External"/><Relationship Id="rId19" Type="http://schemas.openxmlformats.org/officeDocument/2006/relationships/hyperlink" Target="https://openweathermap.org/api" TargetMode="External"/><Relationship Id="rId4" Type="http://schemas.openxmlformats.org/officeDocument/2006/relationships/hyperlink" Target="https://apilist.fun/collection/cool-apis" TargetMode="External"/><Relationship Id="rId9" Type="http://schemas.openxmlformats.org/officeDocument/2006/relationships/image" Target="../media/image8.png"/><Relationship Id="rId14" Type="http://schemas.openxmlformats.org/officeDocument/2006/relationships/hyperlink" Target="https://developers.google.com/maps/documentation" TargetMode="External"/><Relationship Id="rId22" Type="http://schemas.openxmlformats.org/officeDocument/2006/relationships/image" Target="../media/image15.png"/><Relationship Id="rId27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developer.mozilla.org/en-US/docs/Web/HTTP/Status" TargetMode="External"/><Relationship Id="rId7" Type="http://schemas.openxmlformats.org/officeDocument/2006/relationships/hyperlink" Target="https://developer.mozilla.org/en-US/docs/Web/HTTP/Methods" TargetMode="External"/><Relationship Id="rId2" Type="http://schemas.openxmlformats.org/officeDocument/2006/relationships/hyperlink" Target="https://developer.mozilla.org/en-US/docs/Web/HTT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dbapi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hyperlink" Target="https://www.omdbapi.com/apikey.aspx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dbapi.com/#parameters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module_requests.asp" TargetMode="External"/><Relationship Id="rId2" Type="http://schemas.openxmlformats.org/officeDocument/2006/relationships/hyperlink" Target="https://requests.readthedocs.io/en/latest/api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quests.readthedocs.io/en/latest/api/#requests.Response" TargetMode="External"/><Relationship Id="rId4" Type="http://schemas.openxmlformats.org/officeDocument/2006/relationships/hyperlink" Target="https://www.w3schools.com/python/ref_requests_response.asp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ython/ref_requests_get.asp" TargetMode="External"/><Relationship Id="rId2" Type="http://schemas.openxmlformats.org/officeDocument/2006/relationships/hyperlink" Target="https://www.w3schools.com/python/ref_requests_response.a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github.com/users/crazy_coder" TargetMode="External"/><Relationship Id="rId2" Type="http://schemas.openxmlformats.org/officeDocument/2006/relationships/hyperlink" Target="https://docs.github.com/en/rest/users/users#get-a-us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papi.co/api/" TargetMode="External"/><Relationship Id="rId4" Type="http://schemas.openxmlformats.org/officeDocument/2006/relationships/hyperlink" Target="https://ipapi.co/json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mdbapi.com/#parameter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weathermap.org/current" TargetMode="External"/><Relationship Id="rId2" Type="http://schemas.openxmlformats.org/officeDocument/2006/relationships/hyperlink" Target="https://home.openweathermap.org/users/sign_up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palletsprojects.com/p/flask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lask.palletsprojects.com/en/2.1.x/quickstart/#a-minimal-application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r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Shape 171">
            <a:extLst>
              <a:ext uri="{FF2B5EF4-FFF2-40B4-BE49-F238E27FC236}">
                <a16:creationId xmlns:a16="http://schemas.microsoft.com/office/drawing/2014/main" id="{45000B5C-0FD5-4D09-BFEB-B7AADB6DBC58}"/>
              </a:ext>
            </a:extLst>
          </p:cNvPr>
          <p:cNvGrpSpPr/>
          <p:nvPr/>
        </p:nvGrpSpPr>
        <p:grpSpPr>
          <a:xfrm>
            <a:off x="71593" y="4244662"/>
            <a:ext cx="8964612" cy="2189518"/>
            <a:chOff x="179388" y="4668482"/>
            <a:chExt cx="8713786" cy="2029179"/>
          </a:xfrm>
        </p:grpSpPr>
        <p:sp>
          <p:nvSpPr>
            <p:cNvPr id="30" name="Shape 172">
              <a:extLst>
                <a:ext uri="{FF2B5EF4-FFF2-40B4-BE49-F238E27FC236}">
                  <a16:creationId xmlns:a16="http://schemas.microsoft.com/office/drawing/2014/main" id="{B277D13F-D2AC-4BE2-B6A4-DD5C4FEAF5C1}"/>
                </a:ext>
              </a:extLst>
            </p:cNvPr>
            <p:cNvSpPr/>
            <p:nvPr/>
          </p:nvSpPr>
          <p:spPr>
            <a:xfrm>
              <a:off x="179388" y="4668482"/>
              <a:ext cx="8713786" cy="2029179"/>
            </a:xfrm>
            <a:prstGeom prst="rect">
              <a:avLst/>
            </a:prstGeom>
            <a:solidFill>
              <a:sysClr val="window" lastClr="FFFFFF"/>
            </a:solidFill>
            <a:ln w="9525" cap="flat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31" name="Shape 173">
              <a:extLst>
                <a:ext uri="{FF2B5EF4-FFF2-40B4-BE49-F238E27FC236}">
                  <a16:creationId xmlns:a16="http://schemas.microsoft.com/office/drawing/2014/main" id="{A269139A-D599-4028-B580-3189E4E6B372}"/>
                </a:ext>
              </a:extLst>
            </p:cNvPr>
            <p:cNvSpPr/>
            <p:nvPr/>
          </p:nvSpPr>
          <p:spPr>
            <a:xfrm>
              <a:off x="323850" y="4780525"/>
              <a:ext cx="8424862" cy="869011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32" name="Shape 174">
              <a:extLst>
                <a:ext uri="{FF2B5EF4-FFF2-40B4-BE49-F238E27FC236}">
                  <a16:creationId xmlns:a16="http://schemas.microsoft.com/office/drawing/2014/main" id="{42B5F9EB-D082-42D3-9071-A2A2C0C51108}"/>
                </a:ext>
              </a:extLst>
            </p:cNvPr>
            <p:cNvSpPr txBox="1"/>
            <p:nvPr/>
          </p:nvSpPr>
          <p:spPr>
            <a:xfrm>
              <a:off x="509587" y="4889500"/>
              <a:ext cx="8043745" cy="58477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Les 8: </a:t>
              </a:r>
              <a:r>
                <a:rPr kumimoji="0" lang="nl-NL" sz="3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API’s</a:t>
              </a:r>
              <a:endParaRPr kumimoji="0" lang="nl-NL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pic>
          <p:nvPicPr>
            <p:cNvPr id="33" name="Shape 175">
              <a:extLst>
                <a:ext uri="{FF2B5EF4-FFF2-40B4-BE49-F238E27FC236}">
                  <a16:creationId xmlns:a16="http://schemas.microsoft.com/office/drawing/2014/main" id="{8BA281DD-ACA0-480D-80D1-AA2F05F9CFB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706"/>
            <a:stretch/>
          </p:blipFill>
          <p:spPr>
            <a:xfrm>
              <a:off x="5867398" y="5667342"/>
              <a:ext cx="2881312" cy="9058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" name="Shape 176">
              <a:extLst>
                <a:ext uri="{FF2B5EF4-FFF2-40B4-BE49-F238E27FC236}">
                  <a16:creationId xmlns:a16="http://schemas.microsoft.com/office/drawing/2014/main" id="{B57F0A55-BD83-436E-9A8F-113DE21699F3}"/>
                </a:ext>
              </a:extLst>
            </p:cNvPr>
            <p:cNvSpPr/>
            <p:nvPr/>
          </p:nvSpPr>
          <p:spPr>
            <a:xfrm>
              <a:off x="323850" y="5733673"/>
              <a:ext cx="5441949" cy="839788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35" name="Shape 177">
              <a:extLst>
                <a:ext uri="{FF2B5EF4-FFF2-40B4-BE49-F238E27FC236}">
                  <a16:creationId xmlns:a16="http://schemas.microsoft.com/office/drawing/2014/main" id="{750FE8D6-229D-4289-8C70-948B956F3D2B}"/>
                </a:ext>
              </a:extLst>
            </p:cNvPr>
            <p:cNvSpPr txBox="1"/>
            <p:nvPr/>
          </p:nvSpPr>
          <p:spPr>
            <a:xfrm>
              <a:off x="323850" y="5797173"/>
              <a:ext cx="5213349" cy="6463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Programming (onderdeel van </a:t>
              </a:r>
              <a:r>
                <a:rPr lang="nl-NL" sz="1800" b="1" kern="0" dirty="0">
                  <a:solidFill>
                    <a:schemeClr val="bg1"/>
                  </a:solidFill>
                </a:rPr>
                <a:t>TICT-V1SE1-24</a:t>
              </a: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HBO-ICT propedeuse blok 1</a:t>
              </a:r>
            </a:p>
          </p:txBody>
        </p:sp>
      </p:grpSp>
      <p:pic>
        <p:nvPicPr>
          <p:cNvPr id="36" name="Afbeelding 35" descr="evolution_man_pc.jpg">
            <a:extLst>
              <a:ext uri="{FF2B5EF4-FFF2-40B4-BE49-F238E27FC236}">
                <a16:creationId xmlns:a16="http://schemas.microsoft.com/office/drawing/2014/main" id="{DDBE84F3-E973-4024-AB24-25BCD1A7A1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261" y="1632778"/>
            <a:ext cx="5855624" cy="2213426"/>
          </a:xfrm>
          <a:prstGeom prst="rect">
            <a:avLst/>
          </a:prstGeom>
        </p:spPr>
      </p:pic>
      <p:sp>
        <p:nvSpPr>
          <p:cNvPr id="37" name="Rechthoek 36">
            <a:extLst>
              <a:ext uri="{FF2B5EF4-FFF2-40B4-BE49-F238E27FC236}">
                <a16:creationId xmlns:a16="http://schemas.microsoft.com/office/drawing/2014/main" id="{1D4B4204-DC0E-4AB1-866D-2F6D75429F92}"/>
              </a:ext>
            </a:extLst>
          </p:cNvPr>
          <p:cNvSpPr/>
          <p:nvPr/>
        </p:nvSpPr>
        <p:spPr>
          <a:xfrm>
            <a:off x="4001717" y="3809133"/>
            <a:ext cx="3596182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Man Chain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illustration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by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Frits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Ahlefeldt-Laurvig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| 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7"/>
                <a:rtl val="0"/>
              </a:rPr>
              <a:t>CC BY-ND</a:t>
            </a:r>
            <a:endParaRPr kumimoji="0" lang="nl-NL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84895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B07A39D-9101-42AB-8D40-7A85BADC9100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API’s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93642476-5FC9-4978-B1E7-2A957EC9D636}"/>
              </a:ext>
            </a:extLst>
          </p:cNvPr>
          <p:cNvSpPr txBox="1"/>
          <p:nvPr/>
        </p:nvSpPr>
        <p:spPr>
          <a:xfrm>
            <a:off x="685800" y="3323652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Application Programming Interfaces (API’s)</a:t>
            </a:r>
          </a:p>
        </p:txBody>
      </p:sp>
    </p:spTree>
    <p:extLst>
      <p:ext uri="{BB962C8B-B14F-4D97-AF65-F5344CB8AC3E}">
        <p14:creationId xmlns:p14="http://schemas.microsoft.com/office/powerpoint/2010/main" val="231862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Applicatie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ontwikkeling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DA6B8D32-A58D-C756-A939-7FD35271BC18}"/>
              </a:ext>
            </a:extLst>
          </p:cNvPr>
          <p:cNvSpPr/>
          <p:nvPr/>
        </p:nvSpPr>
        <p:spPr>
          <a:xfrm>
            <a:off x="295248" y="1653780"/>
            <a:ext cx="879548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>
                <a:solidFill>
                  <a:srgbClr val="294171"/>
                </a:solidFill>
              </a:rPr>
              <a:t>Als je </a:t>
            </a:r>
            <a:r>
              <a:rPr lang="en-US" sz="2000" kern="0" dirty="0" err="1">
                <a:solidFill>
                  <a:srgbClr val="294171"/>
                </a:solidFill>
              </a:rPr>
              <a:t>een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applicatie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maakt</a:t>
            </a:r>
            <a:r>
              <a:rPr lang="en-US" sz="2000" kern="0" dirty="0">
                <a:solidFill>
                  <a:srgbClr val="294171"/>
                </a:solidFill>
              </a:rPr>
              <a:t>, </a:t>
            </a:r>
            <a:r>
              <a:rPr lang="en-US" sz="2000" kern="0" dirty="0" err="1">
                <a:solidFill>
                  <a:srgbClr val="294171"/>
                </a:solidFill>
              </a:rPr>
              <a:t>kan</a:t>
            </a:r>
            <a:r>
              <a:rPr lang="en-US" sz="2000" kern="0" dirty="0">
                <a:solidFill>
                  <a:srgbClr val="294171"/>
                </a:solidFill>
              </a:rPr>
              <a:t> je </a:t>
            </a:r>
            <a:r>
              <a:rPr lang="en-US" sz="2000" kern="0" dirty="0" err="1">
                <a:solidFill>
                  <a:srgbClr val="294171"/>
                </a:solidFill>
              </a:rPr>
              <a:t>niet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alles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zelf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bouwen</a:t>
            </a:r>
            <a:r>
              <a:rPr lang="en-US" sz="2000" kern="0" dirty="0">
                <a:solidFill>
                  <a:srgbClr val="294171"/>
                </a:solidFill>
              </a:rPr>
              <a:t>!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dirty="0">
                <a:solidFill>
                  <a:srgbClr val="294171"/>
                </a:solidFill>
              </a:rPr>
              <a:t>We </a:t>
            </a:r>
            <a:r>
              <a:rPr lang="en-US" sz="2000" kern="0" dirty="0" err="1">
                <a:solidFill>
                  <a:srgbClr val="294171"/>
                </a:solidFill>
              </a:rPr>
              <a:t>gebruiken</a:t>
            </a:r>
            <a:r>
              <a:rPr lang="en-US" sz="2000" kern="0" dirty="0">
                <a:solidFill>
                  <a:srgbClr val="294171"/>
                </a:solidFill>
              </a:rPr>
              <a:t>…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standaard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Python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functies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(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max, min, abs, print…)</a:t>
            </a: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datastructuren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: lists, dictionaries, sets,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inclusief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ingebouwde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methoden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allerlei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bibliotheken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: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json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math, pyscopg2, …</a:t>
            </a: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 frameworks: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Tkinter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GUI’s (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meer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daarover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in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volgende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les)</a:t>
            </a: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8728A8FE-31E7-5472-D8B0-57B4C34D5336}"/>
              </a:ext>
            </a:extLst>
          </p:cNvPr>
          <p:cNvSpPr/>
          <p:nvPr/>
        </p:nvSpPr>
        <p:spPr>
          <a:xfrm>
            <a:off x="295248" y="5315410"/>
            <a:ext cx="7241894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Vandaag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voegen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we APIs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aan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deze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lijst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toe!</a:t>
            </a:r>
            <a:endParaRPr lang="en-US" kern="0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4460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8115046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Wat is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API </a:t>
            </a:r>
            <a:r>
              <a:rPr lang="en-US" sz="3600" b="1" kern="0" dirty="0" err="1">
                <a:solidFill>
                  <a:prstClr val="black"/>
                </a:solidFill>
              </a:rPr>
              <a:t>en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waarom</a:t>
            </a:r>
            <a:r>
              <a:rPr lang="en-US" sz="3600" b="1" kern="0" dirty="0">
                <a:solidFill>
                  <a:prstClr val="black"/>
                </a:solidFill>
              </a:rPr>
              <a:t> die </a:t>
            </a:r>
            <a:r>
              <a:rPr lang="en-US" sz="3600" b="1" kern="0" dirty="0" err="1">
                <a:solidFill>
                  <a:prstClr val="black"/>
                </a:solidFill>
              </a:rPr>
              <a:t>gebruiken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?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C5EC1F7A-98E1-1B6F-5E0C-5A1EA73B3832}"/>
              </a:ext>
            </a:extLst>
          </p:cNvPr>
          <p:cNvSpPr/>
          <p:nvPr/>
        </p:nvSpPr>
        <p:spPr>
          <a:xfrm>
            <a:off x="295247" y="1653780"/>
            <a:ext cx="10458478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294171"/>
                </a:solidFill>
              </a:rPr>
              <a:t>API </a:t>
            </a:r>
            <a:r>
              <a:rPr lang="en-US" sz="2000" kern="0" dirty="0" err="1">
                <a:solidFill>
                  <a:srgbClr val="294171"/>
                </a:solidFill>
              </a:rPr>
              <a:t>staat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voor</a:t>
            </a:r>
            <a:r>
              <a:rPr lang="en-US" sz="2000" kern="0" dirty="0">
                <a:solidFill>
                  <a:srgbClr val="294171"/>
                </a:solidFill>
              </a:rPr>
              <a:t> Application Programming Interface!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294171"/>
                </a:solidFill>
              </a:rPr>
              <a:t>Een API…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laat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je in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gestandaardiseerde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manier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met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andere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applicatie</a:t>
            </a:r>
            <a:r>
              <a:rPr lang="en-US" kern="0" dirty="0">
                <a:solidFill>
                  <a:prstClr val="black"/>
                </a:solidFill>
              </a:rPr>
              <a:t>s (of </a:t>
            </a:r>
            <a:r>
              <a:rPr lang="en-US" kern="0" dirty="0" err="1">
                <a:solidFill>
                  <a:prstClr val="black"/>
                </a:solidFill>
              </a:rPr>
              <a:t>apparaten</a:t>
            </a:r>
            <a:r>
              <a:rPr lang="en-US" kern="0" dirty="0">
                <a:solidFill>
                  <a:prstClr val="black"/>
                </a:solidFill>
              </a:rPr>
              <a:t>) </a:t>
            </a:r>
            <a:r>
              <a:rPr lang="en-US" kern="0" dirty="0" err="1">
                <a:solidFill>
                  <a:prstClr val="black"/>
                </a:solidFill>
              </a:rPr>
              <a:t>communiceren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maakt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kern="0" dirty="0">
                <a:solidFill>
                  <a:prstClr val="black"/>
                </a:solidFill>
              </a:rPr>
              <a:t>het </a:t>
            </a:r>
            <a:r>
              <a:rPr lang="en-US" kern="0" dirty="0" err="1">
                <a:solidFill>
                  <a:prstClr val="black"/>
                </a:solidFill>
              </a:rPr>
              <a:t>mogelijk</a:t>
            </a:r>
            <a:r>
              <a:rPr lang="en-US" kern="0" dirty="0">
                <a:solidFill>
                  <a:prstClr val="black"/>
                </a:solidFill>
              </a:rPr>
              <a:t> met </a:t>
            </a:r>
            <a:r>
              <a:rPr lang="en-US" kern="0" dirty="0" err="1">
                <a:solidFill>
                  <a:prstClr val="black"/>
                </a:solidFill>
              </a:rPr>
              <a:t>applicaties</a:t>
            </a:r>
            <a:r>
              <a:rPr lang="en-US" kern="0" dirty="0">
                <a:solidFill>
                  <a:prstClr val="black"/>
                </a:solidFill>
              </a:rPr>
              <a:t> in </a:t>
            </a:r>
            <a:r>
              <a:rPr lang="en-US" kern="0" dirty="0" err="1">
                <a:solidFill>
                  <a:prstClr val="black"/>
                </a:solidFill>
              </a:rPr>
              <a:t>andere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programmeertalen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te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interacteren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leveren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je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enorm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veel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</a:t>
            </a:r>
            <a:r>
              <a:rPr lang="en-US" kern="0" dirty="0">
                <a:solidFill>
                  <a:prstClr val="black"/>
                </a:solidFill>
              </a:rPr>
              <a:t>a die je </a:t>
            </a:r>
            <a:r>
              <a:rPr lang="en-US" kern="0" dirty="0" err="1">
                <a:solidFill>
                  <a:prstClr val="black"/>
                </a:solidFill>
              </a:rPr>
              <a:t>zelf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niet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hebt</a:t>
            </a:r>
            <a:r>
              <a:rPr lang="en-US" kern="0" dirty="0">
                <a:solidFill>
                  <a:prstClr val="black"/>
                </a:solidFill>
              </a:rPr>
              <a:t> of </a:t>
            </a:r>
            <a:r>
              <a:rPr lang="en-US" kern="0" dirty="0" err="1">
                <a:solidFill>
                  <a:prstClr val="black"/>
                </a:solidFill>
              </a:rPr>
              <a:t>kunt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beheren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lang="en-US" kern="0" dirty="0" err="1">
                <a:solidFill>
                  <a:prstClr val="black"/>
                </a:solidFill>
              </a:rPr>
              <a:t>verrijkt</a:t>
            </a:r>
            <a:r>
              <a:rPr lang="en-US" kern="0" dirty="0">
                <a:solidFill>
                  <a:prstClr val="black"/>
                </a:solidFill>
              </a:rPr>
              <a:t> je </a:t>
            </a:r>
            <a:r>
              <a:rPr lang="en-US" kern="0" dirty="0" err="1">
                <a:solidFill>
                  <a:prstClr val="black"/>
                </a:solidFill>
              </a:rPr>
              <a:t>applicatie</a:t>
            </a:r>
            <a:endParaRPr lang="en-US" kern="0" dirty="0">
              <a:solidFill>
                <a:prstClr val="black"/>
              </a:solidFill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levert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je services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data die je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zelf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niet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hoeft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onderhouden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266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Afbeelding 86">
            <a:hlinkClick r:id="rId2"/>
            <a:extLst>
              <a:ext uri="{FF2B5EF4-FFF2-40B4-BE49-F238E27FC236}">
                <a16:creationId xmlns:a16="http://schemas.microsoft.com/office/drawing/2014/main" id="{F0A475CE-D270-45A8-29A8-57ED2F593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943" y="762638"/>
            <a:ext cx="5009262" cy="23376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1" name="Afbeelding 90">
            <a:hlinkClick r:id="rId4"/>
            <a:extLst>
              <a:ext uri="{FF2B5EF4-FFF2-40B4-BE49-F238E27FC236}">
                <a16:creationId xmlns:a16="http://schemas.microsoft.com/office/drawing/2014/main" id="{700B2DAA-704E-016E-2825-4CEAF0285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291" y="2561437"/>
            <a:ext cx="5009263" cy="23925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5" name="Afbeelding 74">
            <a:hlinkClick r:id="rId6"/>
            <a:extLst>
              <a:ext uri="{FF2B5EF4-FFF2-40B4-BE49-F238E27FC236}">
                <a16:creationId xmlns:a16="http://schemas.microsoft.com/office/drawing/2014/main" id="{05B79D36-0F34-4D30-05E2-6D7EB01B7C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87" y="1445550"/>
            <a:ext cx="1355508" cy="1699134"/>
          </a:xfrm>
          <a:prstGeom prst="rect">
            <a:avLst/>
          </a:prstGeom>
        </p:spPr>
      </p:pic>
      <p:pic>
        <p:nvPicPr>
          <p:cNvPr id="28" name="Afbeelding 27">
            <a:hlinkClick r:id="rId8"/>
            <a:extLst>
              <a:ext uri="{FF2B5EF4-FFF2-40B4-BE49-F238E27FC236}">
                <a16:creationId xmlns:a16="http://schemas.microsoft.com/office/drawing/2014/main" id="{7D7569C0-2B69-9BAF-CFF5-DB78011C2B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47" y="5119382"/>
            <a:ext cx="2293398" cy="1290036"/>
          </a:xfrm>
          <a:prstGeom prst="rect">
            <a:avLst/>
          </a:prstGeom>
        </p:spPr>
      </p:pic>
      <p:pic>
        <p:nvPicPr>
          <p:cNvPr id="4" name="Afbeelding 3">
            <a:hlinkClick r:id="rId10"/>
            <a:extLst>
              <a:ext uri="{FF2B5EF4-FFF2-40B4-BE49-F238E27FC236}">
                <a16:creationId xmlns:a16="http://schemas.microsoft.com/office/drawing/2014/main" id="{8A1BDEA8-55F5-6227-C690-A7F40A1E54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751" y="3158227"/>
            <a:ext cx="2122090" cy="2122090"/>
          </a:xfrm>
          <a:prstGeom prst="rect">
            <a:avLst/>
          </a:prstGeom>
        </p:spPr>
      </p:pic>
      <p:pic>
        <p:nvPicPr>
          <p:cNvPr id="19" name="Afbeelding 18">
            <a:hlinkClick r:id="rId12"/>
            <a:extLst>
              <a:ext uri="{FF2B5EF4-FFF2-40B4-BE49-F238E27FC236}">
                <a16:creationId xmlns:a16="http://schemas.microsoft.com/office/drawing/2014/main" id="{E2FBCF06-48CD-9DEC-BCB2-AA60D2DB480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93" y="3802097"/>
            <a:ext cx="2430262" cy="243026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API’s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zijn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overal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…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9" name="Graphic 8">
            <a:hlinkClick r:id="rId14"/>
            <a:extLst>
              <a:ext uri="{FF2B5EF4-FFF2-40B4-BE49-F238E27FC236}">
                <a16:creationId xmlns:a16="http://schemas.microsoft.com/office/drawing/2014/main" id="{6C7DF617-A027-EA21-DBDC-627B0E3102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49977" y="2895144"/>
            <a:ext cx="2702163" cy="2702163"/>
          </a:xfrm>
          <a:prstGeom prst="rect">
            <a:avLst/>
          </a:prstGeom>
        </p:spPr>
      </p:pic>
      <p:pic>
        <p:nvPicPr>
          <p:cNvPr id="69" name="Afbeelding 68">
            <a:hlinkClick r:id="rId17"/>
            <a:extLst>
              <a:ext uri="{FF2B5EF4-FFF2-40B4-BE49-F238E27FC236}">
                <a16:creationId xmlns:a16="http://schemas.microsoft.com/office/drawing/2014/main" id="{1B6E1F20-B29F-F28D-8E53-D56F4AF7596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40" y="3062237"/>
            <a:ext cx="1915357" cy="1183988"/>
          </a:xfrm>
          <a:prstGeom prst="rect">
            <a:avLst/>
          </a:prstGeom>
        </p:spPr>
      </p:pic>
      <p:pic>
        <p:nvPicPr>
          <p:cNvPr id="23" name="Afbeelding 22">
            <a:hlinkClick r:id="rId19"/>
            <a:extLst>
              <a:ext uri="{FF2B5EF4-FFF2-40B4-BE49-F238E27FC236}">
                <a16:creationId xmlns:a16="http://schemas.microsoft.com/office/drawing/2014/main" id="{65B3C94C-0C2A-EFB4-86AD-586969218A1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853" y="2095131"/>
            <a:ext cx="3481103" cy="1486132"/>
          </a:xfrm>
          <a:prstGeom prst="rect">
            <a:avLst/>
          </a:prstGeom>
          <a:solidFill>
            <a:srgbClr val="48484A"/>
          </a:solidFill>
        </p:spPr>
      </p:pic>
      <p:pic>
        <p:nvPicPr>
          <p:cNvPr id="77" name="Graphic 76">
            <a:hlinkClick r:id="rId21"/>
            <a:extLst>
              <a:ext uri="{FF2B5EF4-FFF2-40B4-BE49-F238E27FC236}">
                <a16:creationId xmlns:a16="http://schemas.microsoft.com/office/drawing/2014/main" id="{04D06640-84FF-9120-F823-3724C75EC4E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188908" y="5243362"/>
            <a:ext cx="1790700" cy="600075"/>
          </a:xfrm>
          <a:prstGeom prst="rect">
            <a:avLst/>
          </a:prstGeom>
        </p:spPr>
      </p:pic>
      <p:pic>
        <p:nvPicPr>
          <p:cNvPr id="89" name="Afbeelding 88">
            <a:hlinkClick r:id="rId24"/>
            <a:extLst>
              <a:ext uri="{FF2B5EF4-FFF2-40B4-BE49-F238E27FC236}">
                <a16:creationId xmlns:a16="http://schemas.microsoft.com/office/drawing/2014/main" id="{30ADF395-9F58-50A2-D63D-DA4B1D2F007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90943" y="4356647"/>
            <a:ext cx="4991901" cy="23925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Afbeelding 19">
            <a:hlinkClick r:id="rId26"/>
            <a:extLst>
              <a:ext uri="{FF2B5EF4-FFF2-40B4-BE49-F238E27FC236}">
                <a16:creationId xmlns:a16="http://schemas.microsoft.com/office/drawing/2014/main" id="{7F8E83A1-ED55-C482-8616-D3EB82F50F5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593" y="813941"/>
            <a:ext cx="2453791" cy="245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17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8115046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Hoe contact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leggen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met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API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C5EC1F7A-98E1-1B6F-5E0C-5A1EA73B3832}"/>
              </a:ext>
            </a:extLst>
          </p:cNvPr>
          <p:cNvSpPr/>
          <p:nvPr/>
        </p:nvSpPr>
        <p:spPr>
          <a:xfrm>
            <a:off x="295247" y="1653780"/>
            <a:ext cx="11410978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294171"/>
                </a:solidFill>
              </a:rPr>
              <a:t>Om contact </a:t>
            </a:r>
            <a:r>
              <a:rPr lang="en-US" sz="2000" kern="0" dirty="0" err="1">
                <a:solidFill>
                  <a:srgbClr val="294171"/>
                </a:solidFill>
              </a:rPr>
              <a:t>te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leggen</a:t>
            </a:r>
            <a:r>
              <a:rPr lang="en-US" sz="2000" kern="0" dirty="0">
                <a:solidFill>
                  <a:srgbClr val="294171"/>
                </a:solidFill>
              </a:rPr>
              <a:t> met </a:t>
            </a:r>
            <a:r>
              <a:rPr lang="en-US" sz="2000" kern="0" dirty="0" err="1">
                <a:solidFill>
                  <a:srgbClr val="294171"/>
                </a:solidFill>
              </a:rPr>
              <a:t>een</a:t>
            </a:r>
            <a:r>
              <a:rPr lang="en-US" sz="2000" kern="0" dirty="0">
                <a:solidFill>
                  <a:srgbClr val="294171"/>
                </a:solidFill>
              </a:rPr>
              <a:t> API, </a:t>
            </a:r>
            <a:r>
              <a:rPr lang="en-US" sz="2000" kern="0" dirty="0" err="1">
                <a:solidFill>
                  <a:srgbClr val="294171"/>
                </a:solidFill>
              </a:rPr>
              <a:t>gebruiken</a:t>
            </a:r>
            <a:r>
              <a:rPr lang="en-US" sz="2000" kern="0" dirty="0">
                <a:solidFill>
                  <a:srgbClr val="294171"/>
                </a:solidFill>
              </a:rPr>
              <a:t> we </a:t>
            </a:r>
            <a:r>
              <a:rPr lang="en-US" sz="2000" kern="0" dirty="0" err="1">
                <a:solidFill>
                  <a:srgbClr val="294171"/>
                </a:solidFill>
              </a:rPr>
              <a:t>veel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standaarden</a:t>
            </a:r>
            <a:r>
              <a:rPr lang="en-US" sz="2000" kern="0" dirty="0">
                <a:solidFill>
                  <a:srgbClr val="294171"/>
                </a:solidFill>
              </a:rPr>
              <a:t>, </a:t>
            </a:r>
            <a:r>
              <a:rPr lang="en-US" sz="2000" kern="0" dirty="0" err="1">
                <a:solidFill>
                  <a:srgbClr val="294171"/>
                </a:solidFill>
              </a:rPr>
              <a:t>zoals</a:t>
            </a:r>
            <a:r>
              <a:rPr lang="en-US" sz="2000" kern="0" dirty="0">
                <a:solidFill>
                  <a:srgbClr val="294171"/>
                </a:solidFill>
              </a:rPr>
              <a:t>…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 termen ‘client’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‘server’:</a:t>
            </a: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client: de </a:t>
            </a:r>
            <a:r>
              <a:rPr lang="en-US" kern="0" dirty="0" err="1">
                <a:solidFill>
                  <a:prstClr val="black"/>
                </a:solidFill>
              </a:rPr>
              <a:t>applicatie</a:t>
            </a:r>
            <a:r>
              <a:rPr lang="en-US" kern="0" dirty="0">
                <a:solidFill>
                  <a:prstClr val="black"/>
                </a:solidFill>
              </a:rPr>
              <a:t> / het </a:t>
            </a:r>
            <a:r>
              <a:rPr lang="en-US" kern="0" dirty="0" err="1">
                <a:solidFill>
                  <a:prstClr val="black"/>
                </a:solidFill>
              </a:rPr>
              <a:t>apparaat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dat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toegang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wil</a:t>
            </a:r>
            <a:r>
              <a:rPr lang="en-US" kern="0" dirty="0">
                <a:solidFill>
                  <a:prstClr val="black"/>
                </a:solidFill>
              </a:rPr>
              <a:t> tot data of services</a:t>
            </a: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server: de </a:t>
            </a:r>
            <a:r>
              <a:rPr lang="en-US" kern="0" dirty="0" err="1">
                <a:solidFill>
                  <a:prstClr val="black"/>
                </a:solidFill>
              </a:rPr>
              <a:t>applicatie</a:t>
            </a:r>
            <a:r>
              <a:rPr lang="en-US" kern="0" dirty="0">
                <a:solidFill>
                  <a:prstClr val="black"/>
                </a:solidFill>
              </a:rPr>
              <a:t> / computer </a:t>
            </a:r>
            <a:r>
              <a:rPr lang="en-US" kern="0" dirty="0" err="1">
                <a:solidFill>
                  <a:prstClr val="black"/>
                </a:solidFill>
              </a:rPr>
              <a:t>dat</a:t>
            </a:r>
            <a:r>
              <a:rPr lang="en-US" kern="0" dirty="0">
                <a:solidFill>
                  <a:prstClr val="black"/>
                </a:solidFill>
              </a:rPr>
              <a:t> data of services </a:t>
            </a:r>
            <a:r>
              <a:rPr lang="en-US" kern="0" dirty="0" err="1">
                <a:solidFill>
                  <a:prstClr val="black"/>
                </a:solidFill>
              </a:rPr>
              <a:t>te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bieden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heeft</a:t>
            </a:r>
            <a:endParaRPr lang="en-US" kern="0" dirty="0">
              <a:solidFill>
                <a:prstClr val="black"/>
              </a:solidFill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Het request-response model om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tussen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client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server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communiceren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Het HTTP-protocol (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het request-response model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implementeert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) as ‘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communicatie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-taal’</a:t>
            </a: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Een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URI (Unified Resource Identifier) om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gevraagde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kern="0" dirty="0">
                <a:solidFill>
                  <a:prstClr val="black"/>
                </a:solidFill>
              </a:rPr>
              <a:t>data (resource) </a:t>
            </a:r>
            <a:r>
              <a:rPr lang="en-US" kern="0" dirty="0" err="1">
                <a:solidFill>
                  <a:prstClr val="black"/>
                </a:solidFill>
              </a:rPr>
              <a:t>te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kunnen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vinden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Een data format om data over </a:t>
            </a:r>
            <a:r>
              <a:rPr lang="en-US" kern="0" dirty="0">
                <a:solidFill>
                  <a:prstClr val="black"/>
                </a:solidFill>
              </a:rPr>
              <a:t>de </a:t>
            </a:r>
            <a:r>
              <a:rPr lang="en-US" kern="0" dirty="0" err="1">
                <a:solidFill>
                  <a:prstClr val="black"/>
                </a:solidFill>
              </a:rPr>
              <a:t>verbinding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te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sturen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Meest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gebruikte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zijn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JSON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XML</a:t>
            </a: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75466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2564489"/>
            <a:ext cx="2324100" cy="2619375"/>
          </a:xfrm>
          <a:prstGeom prst="rect">
            <a:avLst/>
          </a:prstGeom>
        </p:spPr>
      </p:pic>
      <p:pic>
        <p:nvPicPr>
          <p:cNvPr id="10" name="Afbeelding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2969296"/>
            <a:ext cx="599728" cy="599728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160" y="2564488"/>
            <a:ext cx="1434049" cy="2592632"/>
          </a:xfrm>
          <a:prstGeom prst="rect">
            <a:avLst/>
          </a:prstGeom>
        </p:spPr>
      </p:pic>
      <p:sp>
        <p:nvSpPr>
          <p:cNvPr id="31" name="Pijl: gekromd omlaag 30"/>
          <p:cNvSpPr/>
          <p:nvPr/>
        </p:nvSpPr>
        <p:spPr bwMode="auto">
          <a:xfrm>
            <a:off x="2495600" y="1824826"/>
            <a:ext cx="5976664" cy="467636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nl-NL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34" name="Pijl: gekromd omlaag 33"/>
          <p:cNvSpPr/>
          <p:nvPr/>
        </p:nvSpPr>
        <p:spPr bwMode="auto">
          <a:xfrm rot="10800000">
            <a:off x="2351584" y="5354853"/>
            <a:ext cx="6120680" cy="467636"/>
          </a:xfrm>
          <a:prstGeom prst="curved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indent="-342900"/>
            <a:endParaRPr lang="nl-NL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pic>
        <p:nvPicPr>
          <p:cNvPr id="7169" name="Afbeelding 7168" descr="Document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2431" y="5248821"/>
            <a:ext cx="914400" cy="914400"/>
          </a:xfrm>
          <a:prstGeom prst="rect">
            <a:avLst/>
          </a:prstGeom>
        </p:spPr>
      </p:pic>
      <p:sp>
        <p:nvSpPr>
          <p:cNvPr id="37" name="Tekstvak 36"/>
          <p:cNvSpPr txBox="1"/>
          <p:nvPr/>
        </p:nvSpPr>
        <p:spPr>
          <a:xfrm>
            <a:off x="4347875" y="5437860"/>
            <a:ext cx="9143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>
                <a:latin typeface="Informal Roman" panose="030604020304060B0204" pitchFamily="66" charset="0"/>
              </a:rPr>
              <a:t>response</a:t>
            </a:r>
          </a:p>
        </p:txBody>
      </p:sp>
      <p:pic>
        <p:nvPicPr>
          <p:cNvPr id="38" name="Afbeelding 37" descr="Document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2431" y="1268760"/>
            <a:ext cx="914400" cy="914400"/>
          </a:xfrm>
          <a:prstGeom prst="rect">
            <a:avLst/>
          </a:prstGeom>
        </p:spPr>
      </p:pic>
      <p:sp>
        <p:nvSpPr>
          <p:cNvPr id="39" name="Tekstvak 38"/>
          <p:cNvSpPr txBox="1"/>
          <p:nvPr/>
        </p:nvSpPr>
        <p:spPr>
          <a:xfrm>
            <a:off x="4367808" y="1448375"/>
            <a:ext cx="91440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>
                <a:latin typeface="Informal Roman" panose="030604020304060B0204" pitchFamily="66" charset="0"/>
              </a:rPr>
              <a:t>request</a:t>
            </a:r>
          </a:p>
        </p:txBody>
      </p:sp>
      <p:pic>
        <p:nvPicPr>
          <p:cNvPr id="7173" name="Afbeelding 717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28" y="2828070"/>
            <a:ext cx="1994007" cy="1969082"/>
          </a:xfrm>
          <a:prstGeom prst="rect">
            <a:avLst/>
          </a:prstGeom>
        </p:spPr>
      </p:pic>
      <p:sp>
        <p:nvSpPr>
          <p:cNvPr id="43" name="Tekstvak 42"/>
          <p:cNvSpPr txBox="1"/>
          <p:nvPr/>
        </p:nvSpPr>
        <p:spPr>
          <a:xfrm>
            <a:off x="4136678" y="2257990"/>
            <a:ext cx="294590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dirty="0">
                <a:latin typeface="Bradley Hand ITC" panose="03070402050302030203" pitchFamily="66" charset="0"/>
              </a:rPr>
              <a:t>The client verzoekt om informatie.</a:t>
            </a:r>
          </a:p>
        </p:txBody>
      </p:sp>
      <p:sp>
        <p:nvSpPr>
          <p:cNvPr id="44" name="Tekstvak 43"/>
          <p:cNvSpPr txBox="1"/>
          <p:nvPr/>
        </p:nvSpPr>
        <p:spPr>
          <a:xfrm>
            <a:off x="942975" y="6077417"/>
            <a:ext cx="35051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nl-NL"/>
            </a:defPPr>
            <a:lvl1pPr>
              <a:defRPr sz="1500">
                <a:latin typeface="Bradley Hand ITC" panose="03070402050302030203" pitchFamily="66" charset="0"/>
              </a:defRPr>
            </a:lvl1pPr>
          </a:lstStyle>
          <a:p>
            <a:r>
              <a:rPr lang="nl-NL" dirty="0"/>
              <a:t>Als aan het verzoek voldaan kon worden, bevat de response de gevraagde data.</a:t>
            </a:r>
          </a:p>
        </p:txBody>
      </p:sp>
      <p:sp>
        <p:nvSpPr>
          <p:cNvPr id="45" name="Tekstvak 44"/>
          <p:cNvSpPr txBox="1"/>
          <p:nvPr/>
        </p:nvSpPr>
        <p:spPr>
          <a:xfrm rot="21282272">
            <a:off x="8427555" y="5143388"/>
            <a:ext cx="37420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500" dirty="0">
                <a:latin typeface="Bradley Hand ITC" panose="03070402050302030203" pitchFamily="66" charset="0"/>
              </a:rPr>
              <a:t>Een server kan services zoals </a:t>
            </a:r>
            <a:r>
              <a:rPr lang="nl-NL" sz="1500" dirty="0" err="1">
                <a:latin typeface="Bradley Hand ITC" panose="03070402050302030203" pitchFamily="66" charset="0"/>
              </a:rPr>
              <a:t>API’s</a:t>
            </a:r>
            <a:r>
              <a:rPr lang="nl-NL" sz="1500" dirty="0">
                <a:latin typeface="Bradley Hand ITC" panose="03070402050302030203" pitchFamily="66" charset="0"/>
              </a:rPr>
              <a:t> aanbieden. Daarnaast heeft een server meestal nog veel meer 'content’; webpagina’s, afbeeldingen, </a:t>
            </a:r>
            <a:r>
              <a:rPr lang="nl-NL" sz="1500" dirty="0" err="1">
                <a:latin typeface="Bradley Hand ITC" panose="03070402050302030203" pitchFamily="66" charset="0"/>
              </a:rPr>
              <a:t>stylesheets</a:t>
            </a:r>
            <a:r>
              <a:rPr lang="nl-NL" sz="1500" dirty="0">
                <a:latin typeface="Bradley Hand ITC" panose="03070402050302030203" pitchFamily="66" charset="0"/>
              </a:rPr>
              <a:t> enzovoorts.</a:t>
            </a:r>
          </a:p>
        </p:txBody>
      </p:sp>
      <p:sp>
        <p:nvSpPr>
          <p:cNvPr id="7178" name="Tekstvak 7177"/>
          <p:cNvSpPr txBox="1"/>
          <p:nvPr/>
        </p:nvSpPr>
        <p:spPr>
          <a:xfrm>
            <a:off x="2140185" y="2353867"/>
            <a:ext cx="104619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err="1"/>
              <a:t>client</a:t>
            </a:r>
            <a:endParaRPr lang="nl-NL" sz="1800"/>
          </a:p>
        </p:txBody>
      </p:sp>
      <p:sp>
        <p:nvSpPr>
          <p:cNvPr id="51" name="Tekstvak 50"/>
          <p:cNvSpPr txBox="1"/>
          <p:nvPr/>
        </p:nvSpPr>
        <p:spPr>
          <a:xfrm>
            <a:off x="7990555" y="2275250"/>
            <a:ext cx="104619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/>
              <a:t>server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51A442F-50CB-7A8E-44E0-DB2B83F06370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Het request-response model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4467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jdelijke aanduiding voor inhoud 16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853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kern="0" dirty="0">
                <a:solidFill>
                  <a:srgbClr val="29417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Communicatie protocol</a:t>
            </a:r>
            <a:r>
              <a:rPr lang="nl-NL" sz="2000" kern="0" dirty="0">
                <a:solidFill>
                  <a:srgbClr val="294171"/>
                </a:solidFill>
              </a:rPr>
              <a:t>; ‘taal’ voor client &amp; server om elkaars </a:t>
            </a:r>
            <a:r>
              <a:rPr lang="nl-NL" sz="2000" kern="0" dirty="0" err="1">
                <a:solidFill>
                  <a:srgbClr val="294171"/>
                </a:solidFill>
              </a:rPr>
              <a:t>request</a:t>
            </a:r>
            <a:r>
              <a:rPr lang="nl-NL" sz="2000" kern="0" dirty="0">
                <a:solidFill>
                  <a:srgbClr val="294171"/>
                </a:solidFill>
              </a:rPr>
              <a:t>/response te ‘begrijpen’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ACBC29-A0D4-968D-16C0-4E808FC05EB1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 protocol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E47CF98-1EE7-B836-2D52-03C1104521A8}"/>
              </a:ext>
            </a:extLst>
          </p:cNvPr>
          <p:cNvSpPr txBox="1"/>
          <p:nvPr/>
        </p:nvSpPr>
        <p:spPr>
          <a:xfrm rot="21194152">
            <a:off x="3688369" y="5254520"/>
            <a:ext cx="538051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500" dirty="0">
                <a:latin typeface="Bradley Hand ITC" panose="03070402050302030203" pitchFamily="66" charset="0"/>
              </a:rPr>
              <a:t>Hoofdelementen van een HTTP-response:</a:t>
            </a:r>
          </a:p>
          <a:p>
            <a:endParaRPr lang="nl-NL" sz="1500" dirty="0">
              <a:latin typeface="Bradley Hand ITC" panose="0307040205030203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NL" sz="1500" dirty="0">
                <a:latin typeface="Bradley Hand ITC" panose="03070402050302030203" pitchFamily="66" charset="0"/>
                <a:hlinkClick r:id="rId3"/>
              </a:rPr>
              <a:t>Status code</a:t>
            </a:r>
            <a:r>
              <a:rPr lang="nl-NL" sz="1500" dirty="0">
                <a:latin typeface="Bradley Hand ITC" panose="03070402050302030203" pitchFamily="66" charset="0"/>
              </a:rPr>
              <a:t> (werd het </a:t>
            </a:r>
            <a:r>
              <a:rPr lang="nl-NL" sz="1500" dirty="0" err="1">
                <a:latin typeface="Bradley Hand ITC" panose="03070402050302030203" pitchFamily="66" charset="0"/>
              </a:rPr>
              <a:t>request</a:t>
            </a:r>
            <a:r>
              <a:rPr lang="nl-NL" sz="1500" dirty="0">
                <a:latin typeface="Bradley Hand ITC" panose="03070402050302030203" pitchFamily="66" charset="0"/>
              </a:rPr>
              <a:t> succesvol afgehandeld, of niet)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NL" sz="1500" dirty="0">
                <a:latin typeface="Bradley Hand ITC" panose="03070402050302030203" pitchFamily="66" charset="0"/>
              </a:rPr>
              <a:t>Content (bijv. JSON-data!)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8DFC343-4575-6838-D103-E16907A41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606" y="3066572"/>
            <a:ext cx="1944216" cy="2191227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9C0F0C8-967A-534A-0FF6-6646D2C447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678" y="3358503"/>
            <a:ext cx="501700" cy="5017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7DA640C6-EBAE-006A-5156-A772EAEA3C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312" y="2636912"/>
            <a:ext cx="916076" cy="1656184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1982DCE2-486E-DA62-85E1-C1D540575849}"/>
              </a:ext>
            </a:extLst>
          </p:cNvPr>
          <p:cNvSpPr txBox="1"/>
          <p:nvPr/>
        </p:nvSpPr>
        <p:spPr>
          <a:xfrm rot="301791">
            <a:off x="4101262" y="2378877"/>
            <a:ext cx="463051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500" dirty="0">
                <a:latin typeface="Bradley Hand ITC" panose="03070402050302030203" pitchFamily="66" charset="0"/>
              </a:rPr>
              <a:t>Hoofdelementen van een HTTP-</a:t>
            </a:r>
            <a:r>
              <a:rPr lang="nl-NL" sz="1500" dirty="0" err="1">
                <a:latin typeface="Bradley Hand ITC" panose="03070402050302030203" pitchFamily="66" charset="0"/>
              </a:rPr>
              <a:t>request</a:t>
            </a:r>
            <a:r>
              <a:rPr lang="nl-NL" sz="1500" dirty="0">
                <a:latin typeface="Bradley Hand ITC" panose="03070402050302030203" pitchFamily="66" charset="0"/>
              </a:rPr>
              <a:t>:</a:t>
            </a:r>
          </a:p>
          <a:p>
            <a:endParaRPr lang="nl-NL" sz="1500" dirty="0">
              <a:latin typeface="Bradley Hand ITC" panose="03070402050302030203" pitchFamily="66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NL" sz="1500" dirty="0">
                <a:latin typeface="Bradley Hand ITC" panose="03070402050302030203" pitchFamily="66" charset="0"/>
                <a:hlinkClick r:id="rId7"/>
              </a:rPr>
              <a:t>HTTP methode</a:t>
            </a:r>
            <a:r>
              <a:rPr lang="nl-NL" sz="1500" dirty="0">
                <a:latin typeface="Bradley Hand ITC" panose="03070402050302030203" pitchFamily="66" charset="0"/>
              </a:rPr>
              <a:t> (GET / POST / PUT / DELETE / ...)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nl-NL" sz="1500" dirty="0">
                <a:latin typeface="Bradley Hand ITC" panose="03070402050302030203" pitchFamily="66" charset="0"/>
              </a:rPr>
              <a:t>Target (</a:t>
            </a:r>
            <a:r>
              <a:rPr lang="nl-NL" sz="1500" dirty="0" err="1">
                <a:latin typeface="Bradley Hand ITC" panose="03070402050302030203" pitchFamily="66" charset="0"/>
              </a:rPr>
              <a:t>requested</a:t>
            </a:r>
            <a:r>
              <a:rPr lang="nl-NL" sz="1500" dirty="0">
                <a:latin typeface="Bradley Hand ITC" panose="03070402050302030203" pitchFamily="66" charset="0"/>
              </a:rPr>
              <a:t> source – </a:t>
            </a:r>
            <a:r>
              <a:rPr lang="nl-NL" sz="1500" b="1" u="sng" dirty="0">
                <a:ln w="12700">
                  <a:solidFill>
                    <a:schemeClr val="tx1"/>
                  </a:solidFill>
                </a:ln>
                <a:latin typeface="Bradley Hand ITC" panose="03070402050302030203" pitchFamily="66" charset="0"/>
              </a:rPr>
              <a:t>URI</a:t>
            </a:r>
            <a:r>
              <a:rPr lang="nl-NL" sz="1500" dirty="0">
                <a:latin typeface="Bradley Hand ITC" panose="03070402050302030203" pitchFamily="66" charset="0"/>
              </a:rPr>
              <a:t>)</a:t>
            </a:r>
          </a:p>
        </p:txBody>
      </p:sp>
      <p:pic>
        <p:nvPicPr>
          <p:cNvPr id="13" name="Afbeelding 3" descr="Lijnpijl: curve linksom">
            <a:extLst>
              <a:ext uri="{FF2B5EF4-FFF2-40B4-BE49-F238E27FC236}">
                <a16:creationId xmlns:a16="http://schemas.microsoft.com/office/drawing/2014/main" id="{DD64BE99-142C-F0D3-0CB8-DED6B73E6C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5794377" flipH="1">
            <a:off x="5420590" y="3629918"/>
            <a:ext cx="914400" cy="2100461"/>
          </a:xfrm>
          <a:prstGeom prst="rect">
            <a:avLst/>
          </a:prstGeom>
        </p:spPr>
      </p:pic>
      <p:pic>
        <p:nvPicPr>
          <p:cNvPr id="14" name="Afbeelding 12" descr="Lijnpijl: curve linksom">
            <a:extLst>
              <a:ext uri="{FF2B5EF4-FFF2-40B4-BE49-F238E27FC236}">
                <a16:creationId xmlns:a16="http://schemas.microsoft.com/office/drawing/2014/main" id="{FB3BE97B-6B5D-815C-4B34-310B82A55E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4885244" flipH="1">
            <a:off x="5237367" y="2751148"/>
            <a:ext cx="914400" cy="225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06A503-575F-4CFC-BA43-4F121CC6F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sz="2000" dirty="0"/>
              <a:t>http://google.nl/index.html = referentie/koppeling naar een ‘resource’ </a:t>
            </a:r>
          </a:p>
          <a:p>
            <a:r>
              <a:rPr lang="nl-NL" sz="2000" dirty="0"/>
              <a:t>Een ‘resource’ kan van alles zijn (file, webpagina, locatie op een webpagina), zowel lokaal als online</a:t>
            </a:r>
          </a:p>
          <a:p>
            <a:r>
              <a:rPr lang="nl-NL" sz="2000" dirty="0"/>
              <a:t>Je kunt naar resources verwijzen met een URI</a:t>
            </a:r>
          </a:p>
          <a:p>
            <a:r>
              <a:rPr lang="nl-NL" sz="2000" dirty="0"/>
              <a:t>URI = Uniform Resource </a:t>
            </a:r>
            <a:r>
              <a:rPr lang="nl-NL" sz="2000" dirty="0" err="1"/>
              <a:t>Identifier</a:t>
            </a:r>
            <a:r>
              <a:rPr lang="nl-NL" sz="2000" dirty="0"/>
              <a:t> =</a:t>
            </a:r>
          </a:p>
          <a:p>
            <a:endParaRPr lang="nl-NL" sz="2000" dirty="0"/>
          </a:p>
          <a:p>
            <a:pPr marL="0" indent="0">
              <a:buNone/>
            </a:pPr>
            <a:r>
              <a:rPr lang="nl-NL" altLang="nl-NL" sz="2000" dirty="0"/>
              <a:t>		</a:t>
            </a:r>
          </a:p>
          <a:p>
            <a:pPr marL="0" indent="0">
              <a:buNone/>
            </a:pPr>
            <a:r>
              <a:rPr lang="nl-NL" altLang="nl-NL" sz="2000" dirty="0"/>
              <a:t>		</a:t>
            </a:r>
            <a:r>
              <a:rPr lang="nl-NL" altLang="nl-NL" sz="2400" b="1" dirty="0" err="1"/>
              <a:t>scheme</a:t>
            </a:r>
            <a:r>
              <a:rPr lang="nl-NL" altLang="nl-NL" sz="2400" b="1" dirty="0"/>
              <a:t>:[//host[:port]]</a:t>
            </a:r>
            <a:r>
              <a:rPr lang="nl-NL" altLang="nl-NL" sz="2400" b="1" dirty="0" err="1"/>
              <a:t>path</a:t>
            </a:r>
            <a:r>
              <a:rPr lang="nl-NL" altLang="nl-NL" sz="2400" b="1" dirty="0"/>
              <a:t>[?query][#fragment] </a:t>
            </a:r>
          </a:p>
          <a:p>
            <a:endParaRPr lang="nl-NL" altLang="nl-NL" sz="2000" dirty="0"/>
          </a:p>
          <a:p>
            <a:endParaRPr lang="nl-NL" altLang="nl-NL" sz="2000" dirty="0"/>
          </a:p>
          <a:p>
            <a:r>
              <a:rPr lang="nl-NL" altLang="nl-NL" sz="2000" dirty="0"/>
              <a:t>De onderdelen tussen [ en ]  zijn optioneel!</a:t>
            </a:r>
          </a:p>
          <a:p>
            <a:r>
              <a:rPr lang="nl-NL" altLang="nl-NL" sz="2000" dirty="0"/>
              <a:t>Schema’s (</a:t>
            </a:r>
            <a:r>
              <a:rPr lang="nl-NL" altLang="nl-NL" sz="2000" dirty="0" err="1"/>
              <a:t>schemes</a:t>
            </a:r>
            <a:r>
              <a:rPr lang="nl-NL" altLang="nl-NL" sz="2000" dirty="0"/>
              <a:t>) zijn (onder andere): http, file, </a:t>
            </a:r>
            <a:r>
              <a:rPr lang="nl-NL" altLang="nl-NL" sz="2000" dirty="0" err="1"/>
              <a:t>https</a:t>
            </a:r>
            <a:r>
              <a:rPr lang="nl-NL" altLang="nl-NL" sz="2000" dirty="0"/>
              <a:t>, ftp, </a:t>
            </a:r>
            <a:r>
              <a:rPr lang="nl-NL" altLang="nl-NL" sz="2000" dirty="0" err="1"/>
              <a:t>mailto</a:t>
            </a:r>
            <a:endParaRPr lang="nl-NL" altLang="nl-NL" sz="2000" dirty="0"/>
          </a:p>
          <a:p>
            <a:r>
              <a:rPr lang="nl-NL" altLang="nl-NL" sz="2000" dirty="0"/>
              <a:t>Voor netwerk-resources is de ‘host’ verplicht!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8885D07F-87C2-4BDB-994B-4F48EF4B34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506" y="4901903"/>
            <a:ext cx="1798587" cy="17985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D973CB1-B526-2617-E7C2-0CB0664115C9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URI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9609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06A503-575F-4CFC-BA43-4F121CC6F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6600"/>
          </a:xfrm>
        </p:spPr>
        <p:txBody>
          <a:bodyPr>
            <a:normAutofit/>
          </a:bodyPr>
          <a:lstStyle/>
          <a:p>
            <a:r>
              <a:rPr lang="en-US" sz="2000" kern="0" dirty="0">
                <a:solidFill>
                  <a:srgbClr val="294171"/>
                </a:solidFill>
              </a:rPr>
              <a:t>URI =</a:t>
            </a:r>
            <a:r>
              <a:rPr lang="nl-NL" altLang="nl-NL" sz="2000" kern="0" dirty="0">
                <a:solidFill>
                  <a:srgbClr val="294171"/>
                </a:solidFill>
              </a:rPr>
              <a:t> </a:t>
            </a:r>
            <a:r>
              <a:rPr lang="nl-NL" altLang="nl-NL" sz="2000" kern="0" dirty="0" err="1">
                <a:solidFill>
                  <a:srgbClr val="294171"/>
                </a:solidFill>
              </a:rPr>
              <a:t>scheme</a:t>
            </a:r>
            <a:r>
              <a:rPr lang="nl-NL" altLang="nl-NL" sz="2000" kern="0" dirty="0">
                <a:solidFill>
                  <a:srgbClr val="294171"/>
                </a:solidFill>
              </a:rPr>
              <a:t>:[//host[:port]]</a:t>
            </a:r>
            <a:r>
              <a:rPr lang="nl-NL" altLang="nl-NL" sz="2000" kern="0" dirty="0" err="1">
                <a:solidFill>
                  <a:srgbClr val="294171"/>
                </a:solidFill>
              </a:rPr>
              <a:t>path</a:t>
            </a:r>
            <a:r>
              <a:rPr lang="nl-NL" altLang="nl-NL" sz="2000" kern="0" dirty="0">
                <a:solidFill>
                  <a:srgbClr val="294171"/>
                </a:solidFill>
              </a:rPr>
              <a:t>[?query][#fragment] </a:t>
            </a:r>
          </a:p>
          <a:p>
            <a:endParaRPr lang="nl-NL" altLang="nl-NL" sz="2000" dirty="0"/>
          </a:p>
          <a:p>
            <a:pPr lvl="1"/>
            <a:r>
              <a:rPr lang="nl-NL" altLang="nl-NL" sz="1800" dirty="0"/>
              <a:t>http://www.google.nl:80</a:t>
            </a:r>
          </a:p>
          <a:p>
            <a:pPr lvl="1"/>
            <a:r>
              <a:rPr lang="nl-NL" altLang="nl-NL" sz="1800" dirty="0"/>
              <a:t>https://askhu.sharepoint.hu.nl/paginas/askhuresultaten.aspx?k=schedule</a:t>
            </a:r>
          </a:p>
          <a:p>
            <a:pPr lvl="1"/>
            <a:r>
              <a:rPr lang="nl-NL" altLang="nl-NL" sz="1800" dirty="0"/>
              <a:t>https://askhu.sharepoint.hu.nl:443/paginas/askhuresultaten.aspx?k=schedule</a:t>
            </a:r>
          </a:p>
          <a:p>
            <a:pPr lvl="1"/>
            <a:endParaRPr lang="nl-NL" altLang="nl-NL" sz="1800" dirty="0"/>
          </a:p>
          <a:p>
            <a:pPr lvl="1"/>
            <a:r>
              <a:rPr lang="nl-NL" altLang="nl-NL" sz="1800" dirty="0"/>
              <a:t>https://www.google.nl/search?q=weather+forecast</a:t>
            </a:r>
          </a:p>
          <a:p>
            <a:pPr lvl="1"/>
            <a:endParaRPr lang="nl-NL" altLang="nl-NL" sz="1800" dirty="0"/>
          </a:p>
          <a:p>
            <a:pPr lvl="1"/>
            <a:endParaRPr lang="nl-NL" altLang="nl-NL" sz="1800" dirty="0"/>
          </a:p>
          <a:p>
            <a:pPr lvl="1"/>
            <a:r>
              <a:rPr lang="nl-NL" altLang="nl-NL" sz="1800" dirty="0"/>
              <a:t>https://docs.microsoft.com:443/en-us/rest/api/storageservices/#blob-service</a:t>
            </a:r>
          </a:p>
          <a:p>
            <a:pPr lvl="1"/>
            <a:endParaRPr lang="nl-NL" sz="2000" dirty="0"/>
          </a:p>
          <a:p>
            <a:endParaRPr lang="nl-NL" sz="2400" dirty="0"/>
          </a:p>
          <a:p>
            <a:r>
              <a:rPr lang="nl-NL" sz="2000" b="1" kern="0" dirty="0">
                <a:solidFill>
                  <a:srgbClr val="294171"/>
                </a:solidFill>
              </a:rPr>
              <a:t>Let op</a:t>
            </a:r>
            <a:r>
              <a:rPr lang="nl-NL" sz="2000" kern="0" dirty="0">
                <a:solidFill>
                  <a:srgbClr val="294171"/>
                </a:solidFill>
              </a:rPr>
              <a:t>: standaard porten als 80 (http) en 443 (</a:t>
            </a:r>
            <a:r>
              <a:rPr lang="nl-NL" sz="2000" kern="0" dirty="0" err="1">
                <a:solidFill>
                  <a:srgbClr val="294171"/>
                </a:solidFill>
              </a:rPr>
              <a:t>https</a:t>
            </a:r>
            <a:r>
              <a:rPr lang="nl-NL" sz="2000" kern="0" dirty="0">
                <a:solidFill>
                  <a:srgbClr val="294171"/>
                </a:solidFill>
              </a:rPr>
              <a:t>) mogen weggelaten worden!</a:t>
            </a:r>
          </a:p>
        </p:txBody>
      </p:sp>
      <p:sp>
        <p:nvSpPr>
          <p:cNvPr id="10" name="Linkeraccolade 9">
            <a:extLst>
              <a:ext uri="{FF2B5EF4-FFF2-40B4-BE49-F238E27FC236}">
                <a16:creationId xmlns:a16="http://schemas.microsoft.com/office/drawing/2014/main" id="{5E97368A-1311-4EC8-A77C-8B7193E344BE}"/>
              </a:ext>
            </a:extLst>
          </p:cNvPr>
          <p:cNvSpPr/>
          <p:nvPr/>
        </p:nvSpPr>
        <p:spPr bwMode="auto">
          <a:xfrm rot="16200000">
            <a:off x="1634867" y="4872374"/>
            <a:ext cx="137291" cy="43205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Linkeraccolade 10">
            <a:extLst>
              <a:ext uri="{FF2B5EF4-FFF2-40B4-BE49-F238E27FC236}">
                <a16:creationId xmlns:a16="http://schemas.microsoft.com/office/drawing/2014/main" id="{CE384766-1A9E-4A3F-BEAC-B5294EE630D1}"/>
              </a:ext>
            </a:extLst>
          </p:cNvPr>
          <p:cNvSpPr/>
          <p:nvPr/>
        </p:nvSpPr>
        <p:spPr bwMode="auto">
          <a:xfrm rot="16200000">
            <a:off x="3039023" y="4116290"/>
            <a:ext cx="137291" cy="1944217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Linkeraccolade 11">
            <a:extLst>
              <a:ext uri="{FF2B5EF4-FFF2-40B4-BE49-F238E27FC236}">
                <a16:creationId xmlns:a16="http://schemas.microsoft.com/office/drawing/2014/main" id="{BB5ED18E-D4F8-44AA-B17C-014677845426}"/>
              </a:ext>
            </a:extLst>
          </p:cNvPr>
          <p:cNvSpPr/>
          <p:nvPr/>
        </p:nvSpPr>
        <p:spPr bwMode="auto">
          <a:xfrm rot="16200000">
            <a:off x="6064587" y="3536691"/>
            <a:ext cx="134838" cy="3096348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Linkeraccolade 12">
            <a:extLst>
              <a:ext uri="{FF2B5EF4-FFF2-40B4-BE49-F238E27FC236}">
                <a16:creationId xmlns:a16="http://schemas.microsoft.com/office/drawing/2014/main" id="{31C50CBD-68BD-4BFB-9562-E204A9B90395}"/>
              </a:ext>
            </a:extLst>
          </p:cNvPr>
          <p:cNvSpPr/>
          <p:nvPr/>
        </p:nvSpPr>
        <p:spPr bwMode="auto">
          <a:xfrm rot="16200000">
            <a:off x="4284484" y="4927397"/>
            <a:ext cx="134836" cy="319843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Linkeraccolade 13">
            <a:extLst>
              <a:ext uri="{FF2B5EF4-FFF2-40B4-BE49-F238E27FC236}">
                <a16:creationId xmlns:a16="http://schemas.microsoft.com/office/drawing/2014/main" id="{42C72CDC-7910-4465-BB04-2714E9E6528D}"/>
              </a:ext>
            </a:extLst>
          </p:cNvPr>
          <p:cNvSpPr/>
          <p:nvPr/>
        </p:nvSpPr>
        <p:spPr bwMode="auto">
          <a:xfrm rot="16200000">
            <a:off x="8368843" y="4472798"/>
            <a:ext cx="134838" cy="1224136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Linkeraccolade 14">
            <a:extLst>
              <a:ext uri="{FF2B5EF4-FFF2-40B4-BE49-F238E27FC236}">
                <a16:creationId xmlns:a16="http://schemas.microsoft.com/office/drawing/2014/main" id="{CB63144B-7A51-47D2-84D8-A94642171A46}"/>
              </a:ext>
            </a:extLst>
          </p:cNvPr>
          <p:cNvSpPr/>
          <p:nvPr/>
        </p:nvSpPr>
        <p:spPr bwMode="auto">
          <a:xfrm rot="16200000">
            <a:off x="1633006" y="3857685"/>
            <a:ext cx="137291" cy="432050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Linkeraccolade 15">
            <a:extLst>
              <a:ext uri="{FF2B5EF4-FFF2-40B4-BE49-F238E27FC236}">
                <a16:creationId xmlns:a16="http://schemas.microsoft.com/office/drawing/2014/main" id="{8376CC28-2C7C-4E50-A0A4-F1BB76262C2D}"/>
              </a:ext>
            </a:extLst>
          </p:cNvPr>
          <p:cNvSpPr/>
          <p:nvPr/>
        </p:nvSpPr>
        <p:spPr bwMode="auto">
          <a:xfrm rot="16200000">
            <a:off x="2774517" y="3351545"/>
            <a:ext cx="134984" cy="1442021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Linkeraccolade 16">
            <a:extLst>
              <a:ext uri="{FF2B5EF4-FFF2-40B4-BE49-F238E27FC236}">
                <a16:creationId xmlns:a16="http://schemas.microsoft.com/office/drawing/2014/main" id="{8180F45F-A22E-42D9-A90D-221A1C17883A}"/>
              </a:ext>
            </a:extLst>
          </p:cNvPr>
          <p:cNvSpPr/>
          <p:nvPr/>
        </p:nvSpPr>
        <p:spPr bwMode="auto">
          <a:xfrm rot="16200000">
            <a:off x="3916971" y="3758912"/>
            <a:ext cx="134985" cy="622672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9" name="Linkeraccolade 18">
            <a:extLst>
              <a:ext uri="{FF2B5EF4-FFF2-40B4-BE49-F238E27FC236}">
                <a16:creationId xmlns:a16="http://schemas.microsoft.com/office/drawing/2014/main" id="{BAA41086-9C14-4897-9A1F-0C9FFA1D5151}"/>
              </a:ext>
            </a:extLst>
          </p:cNvPr>
          <p:cNvSpPr/>
          <p:nvPr/>
        </p:nvSpPr>
        <p:spPr bwMode="auto">
          <a:xfrm rot="16200000">
            <a:off x="5938394" y="2467963"/>
            <a:ext cx="137292" cy="3202259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990CBAAF-315A-4E12-8FC3-6FB03D7E2F0E}"/>
              </a:ext>
            </a:extLst>
          </p:cNvPr>
          <p:cNvSpPr txBox="1"/>
          <p:nvPr/>
        </p:nvSpPr>
        <p:spPr>
          <a:xfrm>
            <a:off x="1362455" y="5225730"/>
            <a:ext cx="678391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err="1"/>
              <a:t>scheme</a:t>
            </a:r>
            <a:endParaRPr lang="nl-NL" sz="1100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2EC03385-8DA5-406E-9190-F602914B48E6}"/>
              </a:ext>
            </a:extLst>
          </p:cNvPr>
          <p:cNvSpPr txBox="1"/>
          <p:nvPr/>
        </p:nvSpPr>
        <p:spPr>
          <a:xfrm>
            <a:off x="2882286" y="5221170"/>
            <a:ext cx="450764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/>
              <a:t>host</a:t>
            </a:r>
          </a:p>
        </p:txBody>
      </p:sp>
      <p:sp>
        <p:nvSpPr>
          <p:cNvPr id="22" name="Tekstvak 21">
            <a:extLst>
              <a:ext uri="{FF2B5EF4-FFF2-40B4-BE49-F238E27FC236}">
                <a16:creationId xmlns:a16="http://schemas.microsoft.com/office/drawing/2014/main" id="{8567CD65-4BB6-4AEF-84A9-BFD7FE69711A}"/>
              </a:ext>
            </a:extLst>
          </p:cNvPr>
          <p:cNvSpPr txBox="1"/>
          <p:nvPr/>
        </p:nvSpPr>
        <p:spPr>
          <a:xfrm>
            <a:off x="4138542" y="5220435"/>
            <a:ext cx="426720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/>
              <a:t>port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3F6CA4CE-8293-4838-A8F2-193BAC02A6E8}"/>
              </a:ext>
            </a:extLst>
          </p:cNvPr>
          <p:cNvSpPr txBox="1"/>
          <p:nvPr/>
        </p:nvSpPr>
        <p:spPr>
          <a:xfrm>
            <a:off x="5866609" y="5220435"/>
            <a:ext cx="458780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err="1"/>
              <a:t>path</a:t>
            </a:r>
            <a:endParaRPr lang="nl-NL" sz="1100"/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58C5249F-FC23-4F06-9946-F6E9003EBE03}"/>
              </a:ext>
            </a:extLst>
          </p:cNvPr>
          <p:cNvSpPr txBox="1"/>
          <p:nvPr/>
        </p:nvSpPr>
        <p:spPr>
          <a:xfrm>
            <a:off x="8066609" y="5220435"/>
            <a:ext cx="739305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/>
              <a:t>fragment</a:t>
            </a: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1E8F3708-F875-4C1A-AB4A-09206E57B109}"/>
              </a:ext>
            </a:extLst>
          </p:cNvPr>
          <p:cNvSpPr txBox="1"/>
          <p:nvPr/>
        </p:nvSpPr>
        <p:spPr>
          <a:xfrm>
            <a:off x="1362454" y="4211041"/>
            <a:ext cx="678391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err="1"/>
              <a:t>scheme</a:t>
            </a:r>
            <a:endParaRPr lang="nl-NL" sz="1100"/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867F66D8-EFB7-499F-A77C-DCB81889BCD7}"/>
              </a:ext>
            </a:extLst>
          </p:cNvPr>
          <p:cNvSpPr txBox="1"/>
          <p:nvPr/>
        </p:nvSpPr>
        <p:spPr>
          <a:xfrm>
            <a:off x="2616627" y="4211041"/>
            <a:ext cx="450764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/>
              <a:t>host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217E0993-F39E-4496-B55E-BDE4FD4A4E4E}"/>
              </a:ext>
            </a:extLst>
          </p:cNvPr>
          <p:cNvSpPr txBox="1"/>
          <p:nvPr/>
        </p:nvSpPr>
        <p:spPr>
          <a:xfrm>
            <a:off x="3755073" y="4211041"/>
            <a:ext cx="458780" cy="22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err="1"/>
              <a:t>path</a:t>
            </a:r>
            <a:endParaRPr lang="nl-NL" sz="1100"/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7240BC11-D0A2-4C03-A7A0-79FF1DDC9B23}"/>
              </a:ext>
            </a:extLst>
          </p:cNvPr>
          <p:cNvSpPr txBox="1"/>
          <p:nvPr/>
        </p:nvSpPr>
        <p:spPr>
          <a:xfrm>
            <a:off x="5358465" y="4194113"/>
            <a:ext cx="12971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dirty="0"/>
              <a:t>query (parameters)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C4FE3B1-2C83-907B-5041-8CD19FF014A8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URI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voorbeelden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97304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3AA1FA92-685E-E967-8470-57445642FA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0262" r="16145" b="14104"/>
          <a:stretch/>
        </p:blipFill>
        <p:spPr>
          <a:xfrm>
            <a:off x="837895" y="1562100"/>
            <a:ext cx="10516209" cy="4739700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Een API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aanroepen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vanuit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Python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203A224-E61D-ACD0-E43D-02F62A5F71A8}"/>
              </a:ext>
            </a:extLst>
          </p:cNvPr>
          <p:cNvSpPr/>
          <p:nvPr/>
        </p:nvSpPr>
        <p:spPr>
          <a:xfrm>
            <a:off x="7707025" y="2705100"/>
            <a:ext cx="4199225" cy="646331"/>
          </a:xfrm>
          <a:prstGeom prst="rect">
            <a:avLst/>
          </a:prstGeom>
          <a:noFill/>
          <a:scene3d>
            <a:camera prst="isometricOffAxis2Right">
              <a:rot lat="1020000" lon="17759998" rev="0"/>
            </a:camera>
            <a:lightRig rig="threePt" dir="t"/>
          </a:scene3d>
          <a:sp3d extrusionH="12700">
            <a:bevelT h="0"/>
          </a:sp3d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nl-NL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X(</a:t>
            </a:r>
            <a:r>
              <a:rPr lang="nl-NL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Twitter)-server</a:t>
            </a:r>
          </a:p>
        </p:txBody>
      </p:sp>
    </p:spTree>
    <p:extLst>
      <p:ext uri="{BB962C8B-B14F-4D97-AF65-F5344CB8AC3E}">
        <p14:creationId xmlns:p14="http://schemas.microsoft.com/office/powerpoint/2010/main" val="1397446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1BD11391-D75D-961F-DECC-21E53858C5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4" r="6923" b="-8304"/>
          <a:stretch/>
        </p:blipFill>
        <p:spPr>
          <a:xfrm>
            <a:off x="9820275" y="0"/>
            <a:ext cx="2376000" cy="2807093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 OMDB-API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57902A3A-7E4A-D69A-4EB2-2679292F159A}"/>
              </a:ext>
            </a:extLst>
          </p:cNvPr>
          <p:cNvSpPr/>
          <p:nvPr/>
        </p:nvSpPr>
        <p:spPr>
          <a:xfrm>
            <a:off x="295247" y="1653780"/>
            <a:ext cx="11410978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294171"/>
                </a:solidFill>
              </a:rPr>
              <a:t>Laten we </a:t>
            </a:r>
            <a:r>
              <a:rPr lang="en-US" sz="2000" kern="0" dirty="0" err="1">
                <a:solidFill>
                  <a:srgbClr val="294171"/>
                </a:solidFill>
              </a:rPr>
              <a:t>een</a:t>
            </a:r>
            <a:r>
              <a:rPr lang="en-US" sz="2000" kern="0" dirty="0">
                <a:solidFill>
                  <a:srgbClr val="294171"/>
                </a:solidFill>
              </a:rPr>
              <a:t> ‘</a:t>
            </a:r>
            <a:r>
              <a:rPr lang="en-US" sz="2000" kern="0" dirty="0" err="1">
                <a:solidFill>
                  <a:srgbClr val="294171"/>
                </a:solidFill>
              </a:rPr>
              <a:t>simpele</a:t>
            </a:r>
            <a:r>
              <a:rPr lang="en-US" sz="2000" kern="0" dirty="0">
                <a:solidFill>
                  <a:srgbClr val="294171"/>
                </a:solidFill>
              </a:rPr>
              <a:t>’ API </a:t>
            </a:r>
            <a:r>
              <a:rPr lang="en-US" sz="2000" kern="0" dirty="0" err="1">
                <a:solidFill>
                  <a:srgbClr val="294171"/>
                </a:solidFill>
              </a:rPr>
              <a:t>bekijken</a:t>
            </a:r>
            <a:r>
              <a:rPr lang="en-US" sz="2000" kern="0" dirty="0">
                <a:solidFill>
                  <a:srgbClr val="294171"/>
                </a:solidFill>
              </a:rPr>
              <a:t>: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lang="en-US" kern="0" dirty="0">
                <a:solidFill>
                  <a:prstClr val="black"/>
                </a:solidFill>
                <a:hlinkClick r:id="rId3"/>
              </a:rPr>
              <a:t>De Open Movie Database</a:t>
            </a:r>
            <a:r>
              <a:rPr lang="en-US" kern="0" dirty="0">
                <a:solidFill>
                  <a:prstClr val="black"/>
                </a:solidFill>
              </a:rPr>
              <a:t> is </a:t>
            </a:r>
            <a:r>
              <a:rPr lang="en-US" kern="0" dirty="0" err="1">
                <a:solidFill>
                  <a:prstClr val="black"/>
                </a:solidFill>
              </a:rPr>
              <a:t>een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dirty="0"/>
              <a:t>webservice (API) om film </a:t>
            </a:r>
            <a:r>
              <a:rPr lang="en-US" dirty="0" err="1"/>
              <a:t>informatie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verkrijgen</a:t>
            </a: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Je </a:t>
            </a:r>
            <a:r>
              <a:rPr lang="en-US" kern="0" dirty="0" err="1">
                <a:solidFill>
                  <a:prstClr val="black"/>
                </a:solidFill>
              </a:rPr>
              <a:t>hebt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een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b="1" kern="0" dirty="0">
                <a:solidFill>
                  <a:prstClr val="black"/>
                </a:solidFill>
              </a:rPr>
              <a:t>API key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nodig</a:t>
            </a:r>
            <a:r>
              <a:rPr lang="en-US" kern="0" dirty="0">
                <a:solidFill>
                  <a:prstClr val="black"/>
                </a:solidFill>
              </a:rPr>
              <a:t> om de API </a:t>
            </a:r>
            <a:r>
              <a:rPr lang="en-US" kern="0" dirty="0" err="1">
                <a:solidFill>
                  <a:prstClr val="black"/>
                </a:solidFill>
              </a:rPr>
              <a:t>te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gebruiken</a:t>
            </a:r>
            <a:r>
              <a:rPr lang="en-US" kern="0" dirty="0">
                <a:solidFill>
                  <a:prstClr val="black"/>
                </a:solidFill>
              </a:rPr>
              <a:t>, </a:t>
            </a:r>
            <a:r>
              <a:rPr lang="en-US" kern="0" dirty="0" err="1">
                <a:solidFill>
                  <a:prstClr val="black"/>
                </a:solidFill>
              </a:rPr>
              <a:t>vraag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deze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  <a:hlinkClick r:id="rId4"/>
              </a:rPr>
              <a:t>hier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aan</a:t>
            </a: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 err="1">
                <a:solidFill>
                  <a:prstClr val="black"/>
                </a:solidFill>
              </a:rPr>
              <a:t>Heeft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slechts</a:t>
            </a:r>
            <a:r>
              <a:rPr lang="en-US" kern="0" dirty="0">
                <a:solidFill>
                  <a:prstClr val="black"/>
                </a:solidFill>
              </a:rPr>
              <a:t> twee ‘endpoints’:</a:t>
            </a: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1195388" lvl="2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Query-parameters </a:t>
            </a:r>
            <a:r>
              <a:rPr lang="en-US" kern="0" dirty="0" err="1">
                <a:solidFill>
                  <a:prstClr val="black"/>
                </a:solidFill>
              </a:rPr>
              <a:t>als</a:t>
            </a:r>
            <a:r>
              <a:rPr lang="en-US" kern="0" dirty="0">
                <a:solidFill>
                  <a:prstClr val="black"/>
                </a:solidFill>
              </a:rPr>
              <a:t> ‘</a:t>
            </a:r>
            <a:r>
              <a:rPr lang="en-US" kern="0" dirty="0" err="1">
                <a:solidFill>
                  <a:prstClr val="black"/>
                </a:solidFill>
              </a:rPr>
              <a:t>apikey</a:t>
            </a:r>
            <a:r>
              <a:rPr lang="en-US" kern="0" dirty="0">
                <a:solidFill>
                  <a:prstClr val="black"/>
                </a:solidFill>
              </a:rPr>
              <a:t>’ </a:t>
            </a:r>
            <a:r>
              <a:rPr lang="en-US" kern="0" dirty="0" err="1">
                <a:solidFill>
                  <a:prstClr val="black"/>
                </a:solidFill>
              </a:rPr>
              <a:t>worden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gebruikt</a:t>
            </a:r>
            <a:r>
              <a:rPr lang="en-US" kern="0" dirty="0">
                <a:solidFill>
                  <a:prstClr val="black"/>
                </a:solidFill>
              </a:rPr>
              <a:t> om </a:t>
            </a:r>
            <a:r>
              <a:rPr lang="en-US" kern="0" dirty="0" err="1">
                <a:solidFill>
                  <a:prstClr val="black"/>
                </a:solidFill>
              </a:rPr>
              <a:t>informatie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en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zoek-opties</a:t>
            </a:r>
            <a:r>
              <a:rPr lang="en-US" kern="0" dirty="0">
                <a:solidFill>
                  <a:prstClr val="black"/>
                </a:solidFill>
              </a:rPr>
              <a:t> door </a:t>
            </a:r>
            <a:r>
              <a:rPr lang="en-US" kern="0" dirty="0" err="1">
                <a:solidFill>
                  <a:prstClr val="black"/>
                </a:solidFill>
              </a:rPr>
              <a:t>te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geven</a:t>
            </a:r>
            <a:endParaRPr lang="en-US" kern="0" dirty="0">
              <a:solidFill>
                <a:prstClr val="black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r>
              <a:rPr lang="en-US" kern="0" dirty="0">
                <a:solidFill>
                  <a:prstClr val="black"/>
                </a:solidFill>
              </a:rPr>
              <a:t>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78EBE6E-4185-0690-D96D-CD3801FE2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2150" y="3536558"/>
            <a:ext cx="30480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0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1BD11391-D75D-961F-DECC-21E53858C5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4" r="6923" b="-8304"/>
          <a:stretch/>
        </p:blipFill>
        <p:spPr>
          <a:xfrm>
            <a:off x="9820275" y="0"/>
            <a:ext cx="2376000" cy="2807093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 OMDB-API (query) parameters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Rectangle 26">
            <a:extLst>
              <a:ext uri="{FF2B5EF4-FFF2-40B4-BE49-F238E27FC236}">
                <a16:creationId xmlns:a16="http://schemas.microsoft.com/office/drawing/2014/main" id="{57902A3A-7E4A-D69A-4EB2-2679292F159A}"/>
              </a:ext>
            </a:extLst>
          </p:cNvPr>
          <p:cNvSpPr/>
          <p:nvPr/>
        </p:nvSpPr>
        <p:spPr>
          <a:xfrm>
            <a:off x="295247" y="1996680"/>
            <a:ext cx="1141097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294171"/>
                </a:solidFill>
              </a:rPr>
              <a:t>De </a:t>
            </a:r>
            <a:r>
              <a:rPr lang="en-US" sz="2000" kern="0" dirty="0">
                <a:solidFill>
                  <a:srgbClr val="294171"/>
                </a:solidFill>
                <a:hlinkClick r:id="rId3"/>
              </a:rPr>
              <a:t>query-parameters</a:t>
            </a:r>
            <a:r>
              <a:rPr lang="en-US" sz="2000" kern="0" dirty="0">
                <a:solidFill>
                  <a:srgbClr val="294171"/>
                </a:solidFill>
              </a:rPr>
              <a:t> om film-</a:t>
            </a:r>
            <a:r>
              <a:rPr lang="en-US" sz="2000" kern="0" dirty="0" err="1">
                <a:solidFill>
                  <a:srgbClr val="294171"/>
                </a:solidFill>
              </a:rPr>
              <a:t>informatie</a:t>
            </a:r>
            <a:r>
              <a:rPr lang="en-US" sz="2000" kern="0" dirty="0">
                <a:solidFill>
                  <a:srgbClr val="294171"/>
                </a:solidFill>
              </a:rPr>
              <a:t> op film-ID of Title </a:t>
            </a:r>
            <a:r>
              <a:rPr lang="en-US" sz="2000" kern="0" dirty="0" err="1">
                <a:solidFill>
                  <a:srgbClr val="294171"/>
                </a:solidFill>
              </a:rPr>
              <a:t>te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verkrijgen</a:t>
            </a:r>
            <a:r>
              <a:rPr lang="en-US" sz="2000" kern="0" dirty="0">
                <a:solidFill>
                  <a:srgbClr val="294171"/>
                </a:solidFill>
              </a:rPr>
              <a:t>:</a:t>
            </a:r>
            <a:endParaRPr lang="en-US" kern="0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891D6D1-6BDD-92AE-F24A-5645DB2713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354" b="-1018"/>
          <a:stretch/>
        </p:blipFill>
        <p:spPr>
          <a:xfrm>
            <a:off x="1328737" y="2807093"/>
            <a:ext cx="9534525" cy="32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75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 requests-module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744DD09F-4F28-9F9F-3CAC-AA0745D43CE6}"/>
              </a:ext>
            </a:extLst>
          </p:cNvPr>
          <p:cNvSpPr/>
          <p:nvPr/>
        </p:nvSpPr>
        <p:spPr>
          <a:xfrm>
            <a:off x="295247" y="1606061"/>
            <a:ext cx="1141097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294171"/>
                </a:solidFill>
              </a:rPr>
              <a:t>Hiermee </a:t>
            </a:r>
            <a:r>
              <a:rPr lang="en-US" sz="2000" kern="0" dirty="0" err="1">
                <a:solidFill>
                  <a:srgbClr val="294171"/>
                </a:solidFill>
              </a:rPr>
              <a:t>verstuur</a:t>
            </a:r>
            <a:r>
              <a:rPr lang="en-US" sz="2000" kern="0" dirty="0">
                <a:solidFill>
                  <a:srgbClr val="294171"/>
                </a:solidFill>
              </a:rPr>
              <a:t> je HTTP requests </a:t>
            </a:r>
            <a:r>
              <a:rPr lang="en-US" sz="2000" kern="0" dirty="0" err="1">
                <a:solidFill>
                  <a:srgbClr val="294171"/>
                </a:solidFill>
              </a:rPr>
              <a:t>vanuit</a:t>
            </a:r>
            <a:r>
              <a:rPr lang="en-US" sz="2000" kern="0" dirty="0">
                <a:solidFill>
                  <a:srgbClr val="294171"/>
                </a:solidFill>
              </a:rPr>
              <a:t> Python (</a:t>
            </a:r>
            <a:r>
              <a:rPr lang="en-US" sz="2000" kern="0" dirty="0" err="1">
                <a:solidFill>
                  <a:srgbClr val="294171"/>
                </a:solidFill>
              </a:rPr>
              <a:t>meer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functies</a:t>
            </a:r>
            <a:r>
              <a:rPr lang="en-US" sz="2000" kern="0" dirty="0">
                <a:solidFill>
                  <a:srgbClr val="294171"/>
                </a:solidFill>
              </a:rPr>
              <a:t> in de </a:t>
            </a:r>
            <a:r>
              <a:rPr lang="en-US" sz="2000" kern="0" dirty="0" err="1">
                <a:solidFill>
                  <a:srgbClr val="294171"/>
                </a:solidFill>
                <a:hlinkClick r:id="rId2"/>
              </a:rPr>
              <a:t>documentatie</a:t>
            </a:r>
            <a:r>
              <a:rPr lang="en-US" sz="2000" kern="0" dirty="0">
                <a:solidFill>
                  <a:srgbClr val="294171"/>
                </a:solidFill>
              </a:rPr>
              <a:t> of op </a:t>
            </a:r>
            <a:r>
              <a:rPr lang="en-US" sz="2000" kern="0" dirty="0">
                <a:solidFill>
                  <a:srgbClr val="294171"/>
                </a:solidFill>
                <a:hlinkClick r:id="rId3"/>
              </a:rPr>
              <a:t>W3schools</a:t>
            </a:r>
            <a:r>
              <a:rPr lang="en-US" sz="2000" kern="0" dirty="0">
                <a:solidFill>
                  <a:srgbClr val="294171"/>
                </a:solidFill>
              </a:rPr>
              <a:t>):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 err="1">
                <a:solidFill>
                  <a:srgbClr val="294171"/>
                </a:solidFill>
              </a:rPr>
              <a:t>Deze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functies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returnen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een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>
                <a:solidFill>
                  <a:srgbClr val="294171"/>
                </a:solidFill>
                <a:hlinkClick r:id="rId4"/>
              </a:rPr>
              <a:t>Response-object</a:t>
            </a:r>
            <a:r>
              <a:rPr lang="en-US" sz="2000" kern="0" dirty="0">
                <a:solidFill>
                  <a:srgbClr val="294171"/>
                </a:solidFill>
              </a:rPr>
              <a:t> (</a:t>
            </a:r>
            <a:r>
              <a:rPr lang="en-US" sz="2000" kern="0" dirty="0">
                <a:solidFill>
                  <a:srgbClr val="294171"/>
                </a:solidFill>
                <a:hlinkClick r:id="rId5"/>
              </a:rPr>
              <a:t>docs</a:t>
            </a:r>
            <a:r>
              <a:rPr lang="en-US" sz="2000" kern="0" dirty="0">
                <a:solidFill>
                  <a:srgbClr val="294171"/>
                </a:solidFill>
              </a:rPr>
              <a:t>) met de response-data (status, content etc.):</a:t>
            </a:r>
          </a:p>
        </p:txBody>
      </p:sp>
      <p:graphicFrame>
        <p:nvGraphicFramePr>
          <p:cNvPr id="2" name="Tabel 2">
            <a:extLst>
              <a:ext uri="{FF2B5EF4-FFF2-40B4-BE49-F238E27FC236}">
                <a16:creationId xmlns:a16="http://schemas.microsoft.com/office/drawing/2014/main" id="{FEEACD4A-7120-5060-3F70-66FD3F6E5004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138038"/>
          <a:ext cx="8128000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7274">
                  <a:extLst>
                    <a:ext uri="{9D8B030D-6E8A-4147-A177-3AD203B41FA5}">
                      <a16:colId xmlns:a16="http://schemas.microsoft.com/office/drawing/2014/main" val="2573645584"/>
                    </a:ext>
                  </a:extLst>
                </a:gridCol>
                <a:gridCol w="3240726">
                  <a:extLst>
                    <a:ext uri="{9D8B030D-6E8A-4147-A177-3AD203B41FA5}">
                      <a16:colId xmlns:a16="http://schemas.microsoft.com/office/drawing/2014/main" val="1767011576"/>
                    </a:ext>
                  </a:extLst>
                </a:gridCol>
              </a:tblGrid>
              <a:tr h="312122">
                <a:tc>
                  <a:txBody>
                    <a:bodyPr/>
                    <a:lstStyle/>
                    <a:p>
                      <a:r>
                        <a:rPr lang="nl-NL" sz="1600" dirty="0" err="1"/>
                        <a:t>Some</a:t>
                      </a:r>
                      <a:r>
                        <a:rPr lang="nl-NL" sz="1600" dirty="0"/>
                        <a:t> </a:t>
                      </a:r>
                      <a:r>
                        <a:rPr lang="nl-NL" sz="1600" dirty="0" err="1"/>
                        <a:t>available</a:t>
                      </a:r>
                      <a:r>
                        <a:rPr lang="nl-NL" sz="1600" dirty="0"/>
                        <a:t> module-</a:t>
                      </a:r>
                      <a:r>
                        <a:rPr lang="nl-NL" sz="1600" dirty="0" err="1"/>
                        <a:t>functions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err="1"/>
                        <a:t>What</a:t>
                      </a:r>
                      <a:r>
                        <a:rPr lang="nl-NL" sz="1600" dirty="0"/>
                        <a:t> </a:t>
                      </a:r>
                      <a:r>
                        <a:rPr lang="nl-NL" sz="1600" dirty="0" err="1"/>
                        <a:t>it</a:t>
                      </a:r>
                      <a:r>
                        <a:rPr lang="nl-NL" sz="1600" dirty="0"/>
                        <a:t> does…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232359"/>
                  </a:ext>
                </a:extLst>
              </a:tr>
              <a:tr h="312122">
                <a:tc>
                  <a:txBody>
                    <a:bodyPr/>
                    <a:lstStyle/>
                    <a:p>
                      <a:r>
                        <a:rPr lang="nl-NL" sz="1600" dirty="0"/>
                        <a:t>get(</a:t>
                      </a:r>
                      <a:r>
                        <a:rPr lang="nl-NL" sz="1600" dirty="0" err="1"/>
                        <a:t>url</a:t>
                      </a:r>
                      <a:r>
                        <a:rPr lang="nl-NL" sz="1600" dirty="0"/>
                        <a:t>, </a:t>
                      </a:r>
                      <a:r>
                        <a:rPr lang="nl-NL" sz="1600" dirty="0" err="1"/>
                        <a:t>args</a:t>
                      </a:r>
                      <a:r>
                        <a:rPr lang="nl-NL" sz="1200" dirty="0"/>
                        <a:t>(</a:t>
                      </a:r>
                      <a:r>
                        <a:rPr lang="nl-NL" sz="1200" i="1" dirty="0" err="1"/>
                        <a:t>optional</a:t>
                      </a:r>
                      <a:r>
                        <a:rPr lang="nl-NL" sz="1200" dirty="0"/>
                        <a:t>)</a:t>
                      </a:r>
                      <a:r>
                        <a:rPr lang="nl-NL" sz="1600" dirty="0"/>
                        <a:t>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err="1"/>
                        <a:t>Sends</a:t>
                      </a:r>
                      <a:r>
                        <a:rPr lang="nl-NL" sz="1600" dirty="0"/>
                        <a:t> a HTTP-GET </a:t>
                      </a:r>
                      <a:r>
                        <a:rPr lang="nl-NL" sz="1600" dirty="0" err="1"/>
                        <a:t>request</a:t>
                      </a:r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23870"/>
                  </a:ext>
                </a:extLst>
              </a:tr>
              <a:tr h="312122">
                <a:tc>
                  <a:txBody>
                    <a:bodyPr/>
                    <a:lstStyle/>
                    <a:p>
                      <a:r>
                        <a:rPr lang="nl-NL" sz="1600" dirty="0"/>
                        <a:t>post(</a:t>
                      </a:r>
                      <a:r>
                        <a:rPr lang="nl-NL" sz="1600" dirty="0" err="1"/>
                        <a:t>url</a:t>
                      </a:r>
                      <a:r>
                        <a:rPr lang="nl-NL" sz="1600" dirty="0"/>
                        <a:t>, data</a:t>
                      </a:r>
                      <a:r>
                        <a:rPr lang="nl-NL" sz="1200" dirty="0"/>
                        <a:t>(</a:t>
                      </a:r>
                      <a:r>
                        <a:rPr lang="nl-NL" sz="1200" i="1" dirty="0" err="1"/>
                        <a:t>optional</a:t>
                      </a:r>
                      <a:r>
                        <a:rPr lang="nl-NL" sz="1200" dirty="0"/>
                        <a:t>)</a:t>
                      </a:r>
                      <a:r>
                        <a:rPr lang="nl-NL" sz="1600" dirty="0"/>
                        <a:t>, </a:t>
                      </a:r>
                      <a:r>
                        <a:rPr lang="nl-NL" sz="1600" dirty="0" err="1"/>
                        <a:t>json</a:t>
                      </a:r>
                      <a:r>
                        <a:rPr lang="nl-NL" sz="1200" dirty="0"/>
                        <a:t>(</a:t>
                      </a:r>
                      <a:r>
                        <a:rPr lang="nl-NL" sz="1200" i="1" dirty="0" err="1"/>
                        <a:t>optional</a:t>
                      </a:r>
                      <a:r>
                        <a:rPr lang="nl-NL" sz="1200" dirty="0"/>
                        <a:t>)</a:t>
                      </a:r>
                      <a:r>
                        <a:rPr lang="nl-NL" sz="1600" dirty="0"/>
                        <a:t>, </a:t>
                      </a:r>
                      <a:r>
                        <a:rPr lang="nl-NL" sz="1600" dirty="0" err="1"/>
                        <a:t>args</a:t>
                      </a:r>
                      <a:r>
                        <a:rPr lang="nl-NL" sz="1200" dirty="0"/>
                        <a:t>(</a:t>
                      </a:r>
                      <a:r>
                        <a:rPr lang="nl-NL" sz="1200" i="1" dirty="0" err="1"/>
                        <a:t>optional</a:t>
                      </a:r>
                      <a:r>
                        <a:rPr lang="nl-NL" sz="1200" dirty="0"/>
                        <a:t>)</a:t>
                      </a:r>
                      <a:r>
                        <a:rPr lang="nl-NL" sz="1600" dirty="0"/>
                        <a:t>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err="1"/>
                        <a:t>Sends</a:t>
                      </a:r>
                      <a:r>
                        <a:rPr lang="nl-NL" sz="1600" dirty="0"/>
                        <a:t> a HTTP-POST </a:t>
                      </a:r>
                      <a:r>
                        <a:rPr lang="nl-NL" sz="1600" dirty="0" err="1"/>
                        <a:t>request</a:t>
                      </a:r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456690"/>
                  </a:ext>
                </a:extLst>
              </a:tr>
              <a:tr h="312122">
                <a:tc>
                  <a:txBody>
                    <a:bodyPr/>
                    <a:lstStyle/>
                    <a:p>
                      <a:r>
                        <a:rPr lang="nl-NL" sz="1600" dirty="0" err="1"/>
                        <a:t>request</a:t>
                      </a:r>
                      <a:r>
                        <a:rPr lang="nl-NL" sz="1600" dirty="0"/>
                        <a:t>(</a:t>
                      </a:r>
                      <a:r>
                        <a:rPr lang="nl-NL" sz="1600" dirty="0" err="1"/>
                        <a:t>method</a:t>
                      </a:r>
                      <a:r>
                        <a:rPr lang="nl-NL" sz="1600" dirty="0"/>
                        <a:t>, </a:t>
                      </a:r>
                      <a:r>
                        <a:rPr lang="nl-NL" sz="1600" dirty="0" err="1"/>
                        <a:t>url</a:t>
                      </a:r>
                      <a:r>
                        <a:rPr lang="nl-NL" sz="1600" dirty="0"/>
                        <a:t>, </a:t>
                      </a:r>
                      <a:r>
                        <a:rPr lang="nl-NL" sz="1600" dirty="0" err="1"/>
                        <a:t>args</a:t>
                      </a:r>
                      <a:r>
                        <a:rPr lang="nl-NL" sz="1200" dirty="0"/>
                        <a:t>(</a:t>
                      </a:r>
                      <a:r>
                        <a:rPr lang="nl-NL" sz="1200" i="1" dirty="0" err="1"/>
                        <a:t>optional</a:t>
                      </a:r>
                      <a:r>
                        <a:rPr lang="nl-NL" sz="1200" dirty="0"/>
                        <a:t>)</a:t>
                      </a:r>
                      <a:r>
                        <a:rPr lang="nl-NL" sz="1600" dirty="0"/>
                        <a:t>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err="1"/>
                        <a:t>Sends</a:t>
                      </a:r>
                      <a:r>
                        <a:rPr lang="nl-NL" sz="1600" dirty="0"/>
                        <a:t> a HTTP-&lt;</a:t>
                      </a:r>
                      <a:r>
                        <a:rPr lang="nl-NL" sz="1600" dirty="0" err="1"/>
                        <a:t>method</a:t>
                      </a:r>
                      <a:r>
                        <a:rPr lang="nl-NL" sz="1600" dirty="0"/>
                        <a:t>&gt; </a:t>
                      </a:r>
                      <a:r>
                        <a:rPr lang="nl-NL" sz="1600" dirty="0" err="1"/>
                        <a:t>request</a:t>
                      </a:r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506138"/>
                  </a:ext>
                </a:extLst>
              </a:tr>
            </a:tbl>
          </a:graphicData>
        </a:graphic>
      </p:graphicFrame>
      <p:graphicFrame>
        <p:nvGraphicFramePr>
          <p:cNvPr id="3" name="Tabel 3">
            <a:extLst>
              <a:ext uri="{FF2B5EF4-FFF2-40B4-BE49-F238E27FC236}">
                <a16:creationId xmlns:a16="http://schemas.microsoft.com/office/drawing/2014/main" id="{8AEFC258-23BF-A873-5DD5-04C181376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61599"/>
              </p:ext>
            </p:extLst>
          </p:nvPr>
        </p:nvGraphicFramePr>
        <p:xfrm>
          <a:off x="2032000" y="4604419"/>
          <a:ext cx="81280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297">
                  <a:extLst>
                    <a:ext uri="{9D8B030D-6E8A-4147-A177-3AD203B41FA5}">
                      <a16:colId xmlns:a16="http://schemas.microsoft.com/office/drawing/2014/main" val="3521674348"/>
                    </a:ext>
                  </a:extLst>
                </a:gridCol>
                <a:gridCol w="6262703">
                  <a:extLst>
                    <a:ext uri="{9D8B030D-6E8A-4147-A177-3AD203B41FA5}">
                      <a16:colId xmlns:a16="http://schemas.microsoft.com/office/drawing/2014/main" val="3383111897"/>
                    </a:ext>
                  </a:extLst>
                </a:gridCol>
              </a:tblGrid>
              <a:tr h="315438">
                <a:tc>
                  <a:txBody>
                    <a:bodyPr/>
                    <a:lstStyle/>
                    <a:p>
                      <a:r>
                        <a:rPr lang="nl-NL" sz="1600" dirty="0" err="1"/>
                        <a:t>response_obj</a:t>
                      </a:r>
                      <a:r>
                        <a:rPr lang="nl-NL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 err="1"/>
                        <a:t>result</a:t>
                      </a:r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691888"/>
                  </a:ext>
                </a:extLst>
              </a:tr>
              <a:tr h="315438">
                <a:tc>
                  <a:txBody>
                    <a:bodyPr/>
                    <a:lstStyle/>
                    <a:p>
                      <a:r>
                        <a:rPr lang="nl-NL" sz="1600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De response-content, in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63570"/>
                  </a:ext>
                </a:extLst>
              </a:tr>
              <a:tr h="315438">
                <a:tc>
                  <a:txBody>
                    <a:bodyPr/>
                    <a:lstStyle/>
                    <a:p>
                      <a:r>
                        <a:rPr lang="nl-NL" sz="1600" dirty="0" err="1"/>
                        <a:t>text</a:t>
                      </a:r>
                      <a:endParaRPr lang="nl-NL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De response-content in </a:t>
                      </a:r>
                      <a:r>
                        <a:rPr lang="nl-NL" sz="1600" dirty="0" err="1"/>
                        <a:t>plain</a:t>
                      </a:r>
                      <a:r>
                        <a:rPr lang="nl-NL" sz="1600" dirty="0"/>
                        <a:t> </a:t>
                      </a:r>
                      <a:r>
                        <a:rPr lang="nl-NL" sz="1600" dirty="0" err="1"/>
                        <a:t>text</a:t>
                      </a:r>
                      <a:endParaRPr lang="nl-N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06924"/>
                  </a:ext>
                </a:extLst>
              </a:tr>
              <a:tr h="315438">
                <a:tc>
                  <a:txBody>
                    <a:bodyPr/>
                    <a:lstStyle/>
                    <a:p>
                      <a:r>
                        <a:rPr lang="nl-NL" sz="16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De response-status (200, 404, 403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436748"/>
                  </a:ext>
                </a:extLst>
              </a:tr>
              <a:tr h="315438">
                <a:tc>
                  <a:txBody>
                    <a:bodyPr/>
                    <a:lstStyle/>
                    <a:p>
                      <a:r>
                        <a:rPr lang="nl-NL" sz="1600" dirty="0" err="1"/>
                        <a:t>json</a:t>
                      </a:r>
                      <a:r>
                        <a:rPr lang="nl-NL" sz="16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600" dirty="0"/>
                        <a:t>De JSON-responsedata, in een Python datatype (</a:t>
                      </a:r>
                      <a:r>
                        <a:rPr lang="nl-NL" sz="1600" dirty="0" err="1"/>
                        <a:t>dictionary</a:t>
                      </a:r>
                      <a:r>
                        <a:rPr lang="nl-NL" sz="1600" dirty="0"/>
                        <a:t>, list, int)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160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807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 requests-module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208DB0CA-5A91-9D28-4C44-50F5585FF2A8}"/>
              </a:ext>
            </a:extLst>
          </p:cNvPr>
          <p:cNvSpPr txBox="1"/>
          <p:nvPr/>
        </p:nvSpPr>
        <p:spPr>
          <a:xfrm>
            <a:off x="2326354" y="2783829"/>
            <a:ext cx="7539292" cy="3293209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import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requests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resource_uri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"http://www.omdbapi.com/?apikey=55a86919&amp;t=Rocky"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endParaRPr lang="nl-NL" sz="1600" b="0" i="0" dirty="0">
              <a:solidFill>
                <a:srgbClr val="6A8759"/>
              </a:solidFill>
              <a:latin typeface="Consolas" panose="020B0609020204030204" pitchFamily="49" charset="0"/>
            </a:endParaRPr>
          </a:p>
          <a:p>
            <a:endParaRPr lang="nl-NL" sz="1600" dirty="0">
              <a:solidFill>
                <a:srgbClr val="6A8759"/>
              </a:solidFill>
              <a:latin typeface="Consolas" panose="020B0609020204030204" pitchFamily="49" charset="0"/>
              <a:hlinkClick r:id="" action="ppaction://noaction"/>
            </a:endParaRPr>
          </a:p>
          <a:p>
            <a:endParaRPr lang="nl-NL" sz="1600" dirty="0">
              <a:solidFill>
                <a:srgbClr val="6A8759"/>
              </a:solidFill>
              <a:latin typeface="Consolas" panose="020B0609020204030204" pitchFamily="49" charset="0"/>
              <a:hlinkClick r:id="" action="ppaction://noaction"/>
            </a:endParaRPr>
          </a:p>
          <a:p>
            <a:endParaRPr lang="nl-NL" sz="1600" b="0" i="0" dirty="0">
              <a:solidFill>
                <a:srgbClr val="6A8759"/>
              </a:solidFill>
              <a:latin typeface="Consolas" panose="020B0609020204030204" pitchFamily="49" charset="0"/>
              <a:hlinkClick r:id="rId2"/>
            </a:endParaRPr>
          </a:p>
          <a:p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  <a:hlinkClick r:id="rId2"/>
              </a:rPr>
              <a:t>response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  <a:hlinkClick r:id="rId3"/>
              </a:rPr>
              <a:t>requests.get(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  <a:hlinkClick r:id="rId3"/>
              </a:rPr>
              <a:t>resource_uri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  <a:hlinkClick r:id="rId3"/>
              </a:rPr>
              <a:t>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response_data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response.json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for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key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in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response_data.keys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():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nl-NL" sz="1600" b="0" i="0" dirty="0">
                <a:solidFill>
                  <a:srgbClr val="8888C6"/>
                </a:solidFill>
                <a:latin typeface="Consolas" panose="020B0609020204030204" pitchFamily="49" charset="0"/>
              </a:rPr>
              <a:t>print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f"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{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key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}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: 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{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response_data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[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key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]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}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AE8A3AF4-3893-0672-14D2-0511B2F3E71D}"/>
              </a:ext>
            </a:extLst>
          </p:cNvPr>
          <p:cNvSpPr/>
          <p:nvPr/>
        </p:nvSpPr>
        <p:spPr>
          <a:xfrm>
            <a:off x="295247" y="1996680"/>
            <a:ext cx="1141097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294171"/>
                </a:solidFill>
              </a:rPr>
              <a:t>Een request </a:t>
            </a:r>
            <a:r>
              <a:rPr lang="en-US" sz="2000" kern="0" dirty="0" err="1">
                <a:solidFill>
                  <a:srgbClr val="294171"/>
                </a:solidFill>
              </a:rPr>
              <a:t>versturen</a:t>
            </a:r>
            <a:r>
              <a:rPr lang="en-US" sz="2000" kern="0" dirty="0">
                <a:solidFill>
                  <a:srgbClr val="294171"/>
                </a:solidFill>
              </a:rPr>
              <a:t> om film-</a:t>
            </a:r>
            <a:r>
              <a:rPr lang="en-US" sz="2000" kern="0" dirty="0" err="1">
                <a:solidFill>
                  <a:srgbClr val="294171"/>
                </a:solidFill>
              </a:rPr>
              <a:t>informatie</a:t>
            </a:r>
            <a:r>
              <a:rPr lang="en-US" sz="2000" kern="0" dirty="0">
                <a:solidFill>
                  <a:srgbClr val="294171"/>
                </a:solidFill>
              </a:rPr>
              <a:t> van de API op </a:t>
            </a:r>
            <a:r>
              <a:rPr lang="en-US" sz="2000" kern="0" dirty="0" err="1">
                <a:solidFill>
                  <a:srgbClr val="294171"/>
                </a:solidFill>
              </a:rPr>
              <a:t>te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halen</a:t>
            </a:r>
            <a:r>
              <a:rPr lang="en-US" sz="2000" kern="0" dirty="0">
                <a:solidFill>
                  <a:srgbClr val="294171"/>
                </a:solidFill>
              </a:rPr>
              <a:t>:</a:t>
            </a:r>
            <a:endParaRPr lang="en-US" kern="0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25568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De requests-module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Rectangle 26">
            <a:extLst>
              <a:ext uri="{FF2B5EF4-FFF2-40B4-BE49-F238E27FC236}">
                <a16:creationId xmlns:a16="http://schemas.microsoft.com/office/drawing/2014/main" id="{AE8A3AF4-3893-0672-14D2-0511B2F3E71D}"/>
              </a:ext>
            </a:extLst>
          </p:cNvPr>
          <p:cNvSpPr/>
          <p:nvPr/>
        </p:nvSpPr>
        <p:spPr>
          <a:xfrm>
            <a:off x="295247" y="1996680"/>
            <a:ext cx="1141097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kern="0" dirty="0">
                <a:solidFill>
                  <a:srgbClr val="294171"/>
                </a:solidFill>
              </a:rPr>
              <a:t>Een </a:t>
            </a:r>
            <a:r>
              <a:rPr lang="en-US" sz="2000" kern="0" dirty="0" err="1">
                <a:solidFill>
                  <a:srgbClr val="294171"/>
                </a:solidFill>
              </a:rPr>
              <a:t>meer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leesbare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codingstyle</a:t>
            </a:r>
            <a:r>
              <a:rPr lang="en-US" sz="2000" kern="0" dirty="0">
                <a:solidFill>
                  <a:srgbClr val="294171"/>
                </a:solidFill>
              </a:rPr>
              <a:t> (met </a:t>
            </a:r>
            <a:r>
              <a:rPr lang="en-US" sz="2000" kern="0" dirty="0" err="1">
                <a:solidFill>
                  <a:srgbClr val="294171"/>
                </a:solidFill>
              </a:rPr>
              <a:t>hetzelfde</a:t>
            </a:r>
            <a:r>
              <a:rPr lang="en-US" sz="2000" kern="0" dirty="0">
                <a:solidFill>
                  <a:srgbClr val="294171"/>
                </a:solidFill>
              </a:rPr>
              <a:t> </a:t>
            </a:r>
            <a:r>
              <a:rPr lang="en-US" sz="2000" kern="0" dirty="0" err="1">
                <a:solidFill>
                  <a:srgbClr val="294171"/>
                </a:solidFill>
              </a:rPr>
              <a:t>resultaat</a:t>
            </a:r>
            <a:r>
              <a:rPr lang="en-US" sz="2000" kern="0" dirty="0">
                <a:solidFill>
                  <a:srgbClr val="294171"/>
                </a:solidFill>
              </a:rPr>
              <a:t>):</a:t>
            </a:r>
            <a:endParaRPr lang="en-US" sz="2000" kern="0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22E5242-A3AD-37D6-AB24-3A8ACE35D847}"/>
              </a:ext>
            </a:extLst>
          </p:cNvPr>
          <p:cNvSpPr txBox="1"/>
          <p:nvPr/>
        </p:nvSpPr>
        <p:spPr>
          <a:xfrm>
            <a:off x="2326800" y="2782800"/>
            <a:ext cx="7538400" cy="353943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import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requests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resource_uri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"http://www.omdbapi.com/"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params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{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apikey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: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"55a86919",</a:t>
            </a:r>
            <a:b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"t"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: 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</a:t>
            </a:r>
            <a:r>
              <a:rPr lang="nl-NL" sz="1600" b="0" i="0" dirty="0" err="1">
                <a:solidFill>
                  <a:srgbClr val="6A8759"/>
                </a:solidFill>
                <a:latin typeface="Consolas" panose="020B0609020204030204" pitchFamily="49" charset="0"/>
              </a:rPr>
              <a:t>Rocky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</a:t>
            </a:r>
            <a:b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response =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requests.get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resource_uri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params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response_data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=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response.json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for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key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in 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response_data.keys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():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nl-NL" sz="1600" b="0" i="0" dirty="0">
                <a:solidFill>
                  <a:srgbClr val="8888C6"/>
                </a:solidFill>
                <a:latin typeface="Consolas" panose="020B0609020204030204" pitchFamily="49" charset="0"/>
              </a:rPr>
              <a:t>print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f"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{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key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}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: 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{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response_data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[</a:t>
            </a:r>
            <a:r>
              <a:rPr lang="nl-NL" sz="1600" b="0" i="0" dirty="0" err="1">
                <a:solidFill>
                  <a:srgbClr val="A9B7C6"/>
                </a:solidFill>
                <a:latin typeface="Consolas" panose="020B0609020204030204" pitchFamily="49" charset="0"/>
              </a:rPr>
              <a:t>key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]</a:t>
            </a:r>
            <a:r>
              <a:rPr lang="nl-NL" sz="1600" b="0" i="0" dirty="0">
                <a:solidFill>
                  <a:srgbClr val="CC7832"/>
                </a:solidFill>
                <a:latin typeface="Consolas" panose="020B0609020204030204" pitchFamily="49" charset="0"/>
              </a:rPr>
              <a:t>}</a:t>
            </a:r>
            <a:r>
              <a:rPr lang="nl-NL" sz="1600" b="0" i="0" dirty="0">
                <a:solidFill>
                  <a:srgbClr val="6A8759"/>
                </a:solidFill>
                <a:latin typeface="Consolas" panose="020B0609020204030204" pitchFamily="49" charset="0"/>
              </a:rPr>
              <a:t>"</a:t>
            </a:r>
            <a: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br>
              <a:rPr lang="nl-NL" sz="1600" b="0" i="0" dirty="0">
                <a:solidFill>
                  <a:srgbClr val="A9B7C6"/>
                </a:solidFill>
                <a:latin typeface="Consolas" panose="020B0609020204030204" pitchFamily="49" charset="0"/>
              </a:rPr>
            </a:br>
            <a:endParaRPr lang="nl-NL" sz="1600" b="0" i="0" dirty="0">
              <a:solidFill>
                <a:srgbClr val="A9B7C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095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6">
            <a:extLst>
              <a:ext uri="{FF2B5EF4-FFF2-40B4-BE49-F238E27FC236}">
                <a16:creationId xmlns:a16="http://schemas.microsoft.com/office/drawing/2014/main" id="{518F860F-1B02-DD3C-2C36-08DCB8E19DF2}"/>
              </a:ext>
            </a:extLst>
          </p:cNvPr>
          <p:cNvSpPr/>
          <p:nvPr/>
        </p:nvSpPr>
        <p:spPr>
          <a:xfrm>
            <a:off x="709358" y="1996680"/>
            <a:ext cx="10669842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 err="1">
                <a:solidFill>
                  <a:srgbClr val="294171"/>
                </a:solidFill>
              </a:rPr>
              <a:t>Installeer</a:t>
            </a:r>
            <a:r>
              <a:rPr lang="en-US" kern="0" dirty="0">
                <a:solidFill>
                  <a:srgbClr val="294171"/>
                </a:solidFill>
              </a:rPr>
              <a:t> de requests-module in PyCharm (File &gt; Settings &gt; </a:t>
            </a:r>
            <a:r>
              <a:rPr lang="en-US" kern="0" dirty="0" err="1">
                <a:solidFill>
                  <a:srgbClr val="294171"/>
                </a:solidFill>
              </a:rPr>
              <a:t>Project:projectname</a:t>
            </a:r>
            <a:r>
              <a:rPr lang="en-US" kern="0" dirty="0">
                <a:solidFill>
                  <a:srgbClr val="294171"/>
                </a:solidFill>
              </a:rPr>
              <a:t> &gt; Python Interpreter &gt; ‘+’)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 err="1">
                <a:solidFill>
                  <a:srgbClr val="294171"/>
                </a:solidFill>
              </a:rPr>
              <a:t>Stuur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request </a:t>
            </a:r>
            <a:r>
              <a:rPr lang="en-US" kern="0" dirty="0" err="1">
                <a:solidFill>
                  <a:srgbClr val="294171"/>
                </a:solidFill>
              </a:rPr>
              <a:t>naar</a:t>
            </a:r>
            <a:r>
              <a:rPr lang="en-US" kern="0" dirty="0">
                <a:solidFill>
                  <a:srgbClr val="294171"/>
                </a:solidFill>
              </a:rPr>
              <a:t> de GitHub-API, om de </a:t>
            </a:r>
            <a:r>
              <a:rPr lang="en-US" kern="0" dirty="0" err="1">
                <a:solidFill>
                  <a:srgbClr val="294171"/>
                </a:solidFill>
                <a:hlinkClick r:id="rId2"/>
              </a:rPr>
              <a:t>publieke</a:t>
            </a:r>
            <a:r>
              <a:rPr lang="en-US" kern="0" dirty="0">
                <a:solidFill>
                  <a:srgbClr val="294171"/>
                </a:solidFill>
                <a:hlinkClick r:id="rId2"/>
              </a:rPr>
              <a:t> </a:t>
            </a:r>
            <a:r>
              <a:rPr lang="en-US" kern="0" dirty="0" err="1">
                <a:solidFill>
                  <a:srgbClr val="294171"/>
                </a:solidFill>
                <a:hlinkClick r:id="rId2"/>
              </a:rPr>
              <a:t>informatie</a:t>
            </a:r>
            <a:r>
              <a:rPr lang="en-US" kern="0" dirty="0">
                <a:solidFill>
                  <a:srgbClr val="294171"/>
                </a:solidFill>
                <a:hlinkClick r:id="rId2"/>
              </a:rPr>
              <a:t> over je </a:t>
            </a:r>
            <a:r>
              <a:rPr lang="en-US" kern="0" dirty="0" err="1">
                <a:solidFill>
                  <a:srgbClr val="294171"/>
                </a:solidFill>
                <a:hlinkClick r:id="rId2"/>
              </a:rPr>
              <a:t>profiel</a:t>
            </a:r>
            <a:r>
              <a:rPr lang="en-US" kern="0" dirty="0">
                <a:solidFill>
                  <a:srgbClr val="294171"/>
                </a:solidFill>
              </a:rPr>
              <a:t> op </a:t>
            </a:r>
            <a:r>
              <a:rPr lang="en-US" kern="0" dirty="0" err="1">
                <a:solidFill>
                  <a:srgbClr val="294171"/>
                </a:solidFill>
              </a:rPr>
              <a:t>te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halen</a:t>
            </a:r>
            <a:r>
              <a:rPr lang="en-US" kern="0" dirty="0">
                <a:solidFill>
                  <a:srgbClr val="294171"/>
                </a:solidFill>
              </a:rPr>
              <a:t>! </a:t>
            </a:r>
            <a:r>
              <a:rPr lang="en-US" kern="0" dirty="0" err="1">
                <a:solidFill>
                  <a:srgbClr val="294171"/>
                </a:solidFill>
              </a:rPr>
              <a:t>Bijvoorbeeld</a:t>
            </a:r>
            <a:r>
              <a:rPr lang="en-US" kern="0" dirty="0">
                <a:solidFill>
                  <a:srgbClr val="294171"/>
                </a:solidFill>
              </a:rPr>
              <a:t>:</a:t>
            </a:r>
            <a:br>
              <a:rPr lang="en-US" kern="0" dirty="0">
                <a:solidFill>
                  <a:srgbClr val="294171"/>
                </a:solidFill>
              </a:rPr>
            </a:br>
            <a:br>
              <a:rPr lang="en-US" kern="0" dirty="0">
                <a:solidFill>
                  <a:srgbClr val="294171"/>
                </a:solidFill>
              </a:rPr>
            </a:br>
            <a:r>
              <a:rPr lang="en-US" kern="0" dirty="0">
                <a:solidFill>
                  <a:srgbClr val="294171"/>
                </a:solidFill>
              </a:rPr>
              <a:t>	</a:t>
            </a:r>
            <a:r>
              <a:rPr lang="nl-NL" sz="1600" dirty="0">
                <a:hlinkClick r:id="rId3"/>
              </a:rPr>
              <a:t>https://api.github.com/users/crazy_coder</a:t>
            </a:r>
            <a:r>
              <a:rPr lang="nl-NL" sz="1600" dirty="0"/>
              <a:t> </a:t>
            </a:r>
            <a:br>
              <a:rPr lang="en-US" kern="0" dirty="0">
                <a:solidFill>
                  <a:srgbClr val="294171"/>
                </a:solidFill>
              </a:rPr>
            </a:br>
            <a:endParaRPr lang="en-US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 err="1">
                <a:solidFill>
                  <a:srgbClr val="294171"/>
                </a:solidFill>
              </a:rPr>
              <a:t>Bepaal</a:t>
            </a:r>
            <a:r>
              <a:rPr lang="en-US" kern="0" dirty="0">
                <a:solidFill>
                  <a:srgbClr val="294171"/>
                </a:solidFill>
              </a:rPr>
              <a:t> je </a:t>
            </a:r>
            <a:r>
              <a:rPr lang="en-US" kern="0" dirty="0" err="1">
                <a:solidFill>
                  <a:srgbClr val="294171"/>
                </a:solidFill>
              </a:rPr>
              <a:t>locatie</a:t>
            </a:r>
            <a:r>
              <a:rPr lang="en-US" kern="0" dirty="0">
                <a:solidFill>
                  <a:srgbClr val="294171"/>
                </a:solidFill>
              </a:rPr>
              <a:t>, </a:t>
            </a:r>
            <a:r>
              <a:rPr lang="en-US" kern="0" dirty="0" err="1">
                <a:solidFill>
                  <a:srgbClr val="294171"/>
                </a:solidFill>
              </a:rPr>
              <a:t>gebaseerd</a:t>
            </a:r>
            <a:r>
              <a:rPr lang="en-US" kern="0" dirty="0">
                <a:solidFill>
                  <a:srgbClr val="294171"/>
                </a:solidFill>
              </a:rPr>
              <a:t> op je IP, door </a:t>
            </a:r>
            <a:r>
              <a:rPr lang="nl-NL" dirty="0">
                <a:hlinkClick r:id="rId4"/>
              </a:rPr>
              <a:t>https://ipapi.co/json</a:t>
            </a:r>
            <a:r>
              <a:rPr lang="nl-NL" dirty="0"/>
              <a:t> aan te roepen </a:t>
            </a:r>
            <a:r>
              <a:rPr lang="nl-NL" kern="0" dirty="0">
                <a:solidFill>
                  <a:srgbClr val="294171"/>
                </a:solidFill>
              </a:rPr>
              <a:t>(zie de </a:t>
            </a:r>
            <a:r>
              <a:rPr lang="nl-NL" dirty="0">
                <a:hlinkClick r:id="rId5"/>
              </a:rPr>
              <a:t>API-</a:t>
            </a:r>
            <a:r>
              <a:rPr lang="nl-NL" dirty="0" err="1">
                <a:hlinkClick r:id="rId5"/>
              </a:rPr>
              <a:t>reference</a:t>
            </a:r>
            <a:r>
              <a:rPr lang="nl-NL" kern="0" dirty="0">
                <a:solidFill>
                  <a:srgbClr val="294171"/>
                </a:solidFill>
              </a:rPr>
              <a:t>), en p</a:t>
            </a:r>
            <a:r>
              <a:rPr lang="en-US" kern="0" dirty="0" err="1">
                <a:solidFill>
                  <a:srgbClr val="294171"/>
                </a:solidFill>
              </a:rPr>
              <a:t>rint</a:t>
            </a:r>
            <a:r>
              <a:rPr lang="en-US" kern="0" dirty="0">
                <a:solidFill>
                  <a:srgbClr val="294171"/>
                </a:solidFill>
              </a:rPr>
              <a:t> je IP, </a:t>
            </a:r>
            <a:r>
              <a:rPr lang="en-US" kern="0" dirty="0" err="1">
                <a:solidFill>
                  <a:srgbClr val="294171"/>
                </a:solidFill>
              </a:rPr>
              <a:t>stad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en</a:t>
            </a:r>
            <a:r>
              <a:rPr lang="en-US" kern="0" dirty="0">
                <a:solidFill>
                  <a:srgbClr val="294171"/>
                </a:solidFill>
              </a:rPr>
              <a:t> longitude / latitude </a:t>
            </a:r>
            <a:r>
              <a:rPr lang="en-US" kern="0" dirty="0" err="1">
                <a:solidFill>
                  <a:srgbClr val="294171"/>
                </a:solidFill>
              </a:rPr>
              <a:t>vanuit</a:t>
            </a:r>
            <a:r>
              <a:rPr lang="en-US" kern="0" dirty="0">
                <a:solidFill>
                  <a:srgbClr val="294171"/>
                </a:solidFill>
              </a:rPr>
              <a:t> je Python program!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dirty="0"/>
              <a:t>	</a:t>
            </a:r>
            <a:endParaRPr lang="nl-NL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kern="0" dirty="0">
                <a:solidFill>
                  <a:srgbClr val="294171"/>
                </a:solidFill>
              </a:rPr>
              <a:t>Voor </a:t>
            </a:r>
            <a:r>
              <a:rPr lang="en-US" kern="0" dirty="0" err="1">
                <a:solidFill>
                  <a:srgbClr val="294171"/>
                </a:solidFill>
              </a:rPr>
              <a:t>deze</a:t>
            </a:r>
            <a:r>
              <a:rPr lang="en-US" kern="0" dirty="0">
                <a:solidFill>
                  <a:srgbClr val="294171"/>
                </a:solidFill>
              </a:rPr>
              <a:t> API-requests, </a:t>
            </a:r>
            <a:r>
              <a:rPr lang="en-US" kern="0" dirty="0" err="1">
                <a:solidFill>
                  <a:srgbClr val="294171"/>
                </a:solidFill>
              </a:rPr>
              <a:t>heb</a:t>
            </a:r>
            <a:r>
              <a:rPr lang="en-US" kern="0" dirty="0">
                <a:solidFill>
                  <a:srgbClr val="294171"/>
                </a:solidFill>
              </a:rPr>
              <a:t> je </a:t>
            </a:r>
            <a:r>
              <a:rPr lang="en-US" kern="0" dirty="0" err="1">
                <a:solidFill>
                  <a:srgbClr val="294171"/>
                </a:solidFill>
              </a:rPr>
              <a:t>geen</a:t>
            </a:r>
            <a:r>
              <a:rPr lang="en-US" kern="0" dirty="0">
                <a:solidFill>
                  <a:srgbClr val="294171"/>
                </a:solidFill>
              </a:rPr>
              <a:t> key of query-parameters </a:t>
            </a:r>
            <a:r>
              <a:rPr lang="en-US" kern="0" dirty="0" err="1">
                <a:solidFill>
                  <a:srgbClr val="294171"/>
                </a:solidFill>
              </a:rPr>
              <a:t>nodig</a:t>
            </a:r>
            <a:r>
              <a:rPr lang="en-US" kern="0" dirty="0">
                <a:solidFill>
                  <a:srgbClr val="294171"/>
                </a:solidFill>
              </a:rPr>
              <a:t>! </a:t>
            </a:r>
            <a:endParaRPr lang="en-US" kern="0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Oefening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25245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6">
            <a:extLst>
              <a:ext uri="{FF2B5EF4-FFF2-40B4-BE49-F238E27FC236}">
                <a16:creationId xmlns:a16="http://schemas.microsoft.com/office/drawing/2014/main" id="{34DEB2A5-030F-1639-42C0-A86C7C4CF80D}"/>
              </a:ext>
            </a:extLst>
          </p:cNvPr>
          <p:cNvSpPr/>
          <p:nvPr/>
        </p:nvSpPr>
        <p:spPr>
          <a:xfrm>
            <a:off x="899400" y="1996680"/>
            <a:ext cx="10393200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 err="1">
                <a:solidFill>
                  <a:srgbClr val="294171"/>
                </a:solidFill>
              </a:rPr>
              <a:t>Vraag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API-key </a:t>
            </a:r>
            <a:r>
              <a:rPr lang="en-US" kern="0" dirty="0" err="1">
                <a:solidFill>
                  <a:srgbClr val="294171"/>
                </a:solidFill>
              </a:rPr>
              <a:t>voor</a:t>
            </a:r>
            <a:r>
              <a:rPr lang="en-US" kern="0" dirty="0">
                <a:solidFill>
                  <a:srgbClr val="294171"/>
                </a:solidFill>
              </a:rPr>
              <a:t> de OMDB-API</a:t>
            </a:r>
            <a:br>
              <a:rPr lang="en-US" kern="0" dirty="0">
                <a:solidFill>
                  <a:srgbClr val="294171"/>
                </a:solidFill>
              </a:rPr>
            </a:br>
            <a:endParaRPr lang="en-US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kern="0" dirty="0">
                <a:solidFill>
                  <a:srgbClr val="294171"/>
                </a:solidFill>
              </a:rPr>
              <a:t>Zoek alle filmtitels waarin de tekst ‘</a:t>
            </a:r>
            <a:r>
              <a:rPr lang="nl-NL" kern="0" dirty="0" err="1">
                <a:solidFill>
                  <a:srgbClr val="294171"/>
                </a:solidFill>
              </a:rPr>
              <a:t>Rocky</a:t>
            </a:r>
            <a:r>
              <a:rPr lang="nl-NL" kern="0" dirty="0">
                <a:solidFill>
                  <a:srgbClr val="294171"/>
                </a:solidFill>
              </a:rPr>
              <a:t>’ voorkomt, met als releasejaar 2005 (zie de </a:t>
            </a:r>
            <a:r>
              <a:rPr lang="nl-NL" kern="0" dirty="0">
                <a:solidFill>
                  <a:srgbClr val="294171"/>
                </a:solidFill>
                <a:hlinkClick r:id="rId2"/>
              </a:rPr>
              <a:t>API-</a:t>
            </a:r>
            <a:r>
              <a:rPr lang="nl-NL" kern="0" dirty="0" err="1">
                <a:solidFill>
                  <a:srgbClr val="294171"/>
                </a:solidFill>
                <a:hlinkClick r:id="rId2"/>
              </a:rPr>
              <a:t>reference</a:t>
            </a:r>
            <a:r>
              <a:rPr lang="nl-NL" kern="0" dirty="0">
                <a:solidFill>
                  <a:srgbClr val="294171"/>
                </a:solidFill>
              </a:rPr>
              <a:t>)</a:t>
            </a:r>
            <a:br>
              <a:rPr lang="en-US" kern="0" dirty="0">
                <a:solidFill>
                  <a:srgbClr val="294171"/>
                </a:solidFill>
              </a:rPr>
            </a:br>
            <a:r>
              <a:rPr lang="en-US" kern="0" dirty="0">
                <a:solidFill>
                  <a:srgbClr val="294171"/>
                </a:solidFill>
              </a:rPr>
              <a:t>Print </a:t>
            </a:r>
            <a:r>
              <a:rPr lang="en-US" kern="0" dirty="0" err="1">
                <a:solidFill>
                  <a:srgbClr val="294171"/>
                </a:solidFill>
              </a:rPr>
              <a:t>voor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elke</a:t>
            </a:r>
            <a:r>
              <a:rPr lang="en-US" kern="0" dirty="0">
                <a:solidFill>
                  <a:srgbClr val="294171"/>
                </a:solidFill>
              </a:rPr>
              <a:t> film de </a:t>
            </a:r>
            <a:r>
              <a:rPr lang="en-US" kern="0" dirty="0" err="1">
                <a:solidFill>
                  <a:srgbClr val="294171"/>
                </a:solidFill>
              </a:rPr>
              <a:t>titel</a:t>
            </a:r>
            <a:r>
              <a:rPr lang="en-US" kern="0" dirty="0">
                <a:solidFill>
                  <a:srgbClr val="294171"/>
                </a:solidFill>
              </a:rPr>
              <a:t>, </a:t>
            </a:r>
            <a:r>
              <a:rPr lang="en-US" kern="0" dirty="0" err="1">
                <a:solidFill>
                  <a:srgbClr val="294171"/>
                </a:solidFill>
              </a:rPr>
              <a:t>imdbID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en</a:t>
            </a:r>
            <a:r>
              <a:rPr lang="en-US" kern="0" dirty="0">
                <a:solidFill>
                  <a:srgbClr val="294171"/>
                </a:solidFill>
              </a:rPr>
              <a:t> poster-URL (</a:t>
            </a:r>
            <a:r>
              <a:rPr lang="en-US" kern="0" dirty="0" err="1">
                <a:solidFill>
                  <a:srgbClr val="294171"/>
                </a:solidFill>
              </a:rPr>
              <a:t>als</a:t>
            </a:r>
            <a:r>
              <a:rPr lang="en-US" kern="0" dirty="0">
                <a:solidFill>
                  <a:srgbClr val="294171"/>
                </a:solidFill>
              </a:rPr>
              <a:t> die er is)</a:t>
            </a:r>
            <a:br>
              <a:rPr lang="en-US" kern="0" dirty="0">
                <a:solidFill>
                  <a:srgbClr val="294171"/>
                </a:solidFill>
              </a:rPr>
            </a:br>
            <a:endParaRPr lang="en-US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>
                <a:solidFill>
                  <a:srgbClr val="294171"/>
                </a:solidFill>
              </a:rPr>
              <a:t>Haal alle </a:t>
            </a:r>
            <a:r>
              <a:rPr lang="en-US" kern="0" dirty="0" err="1">
                <a:solidFill>
                  <a:srgbClr val="294171"/>
                </a:solidFill>
              </a:rPr>
              <a:t>informatie</a:t>
            </a:r>
            <a:r>
              <a:rPr lang="en-US" kern="0" dirty="0">
                <a:solidFill>
                  <a:srgbClr val="294171"/>
                </a:solidFill>
              </a:rPr>
              <a:t> op (op </a:t>
            </a:r>
            <a:r>
              <a:rPr lang="en-US" kern="0" dirty="0" err="1">
                <a:solidFill>
                  <a:srgbClr val="294171"/>
                </a:solidFill>
              </a:rPr>
              <a:t>imdbID</a:t>
            </a:r>
            <a:r>
              <a:rPr lang="en-US" kern="0" dirty="0">
                <a:solidFill>
                  <a:srgbClr val="294171"/>
                </a:solidFill>
              </a:rPr>
              <a:t>) van het </a:t>
            </a:r>
            <a:r>
              <a:rPr lang="en-US" kern="0" dirty="0" err="1">
                <a:solidFill>
                  <a:srgbClr val="294171"/>
                </a:solidFill>
              </a:rPr>
              <a:t>eerste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resultaat</a:t>
            </a:r>
            <a:r>
              <a:rPr lang="en-US" kern="0" dirty="0">
                <a:solidFill>
                  <a:srgbClr val="294171"/>
                </a:solidFill>
              </a:rPr>
              <a:t>, </a:t>
            </a:r>
            <a:r>
              <a:rPr lang="en-US" kern="0" dirty="0" err="1">
                <a:solidFill>
                  <a:srgbClr val="294171"/>
                </a:solidFill>
              </a:rPr>
              <a:t>en</a:t>
            </a:r>
            <a:r>
              <a:rPr lang="en-US" kern="0" dirty="0">
                <a:solidFill>
                  <a:srgbClr val="294171"/>
                </a:solidFill>
              </a:rPr>
              <a:t> print de </a:t>
            </a:r>
            <a:r>
              <a:rPr lang="en-US" kern="0" dirty="0" err="1">
                <a:solidFill>
                  <a:srgbClr val="294171"/>
                </a:solidFill>
              </a:rPr>
              <a:t>titel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imdb</a:t>
            </a:r>
            <a:r>
              <a:rPr lang="en-US" kern="0" dirty="0">
                <a:solidFill>
                  <a:srgbClr val="294171"/>
                </a:solidFill>
              </a:rPr>
              <a:t>-rating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dirty="0"/>
              <a:t>	</a:t>
            </a:r>
            <a:endParaRPr lang="nl-NL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kern="0" dirty="0">
                <a:solidFill>
                  <a:srgbClr val="294171"/>
                </a:solidFill>
              </a:rPr>
              <a:t>Voor </a:t>
            </a:r>
            <a:r>
              <a:rPr lang="en-US" kern="0" dirty="0" err="1">
                <a:solidFill>
                  <a:srgbClr val="294171"/>
                </a:solidFill>
              </a:rPr>
              <a:t>deze</a:t>
            </a:r>
            <a:r>
              <a:rPr lang="en-US" kern="0" dirty="0">
                <a:solidFill>
                  <a:srgbClr val="294171"/>
                </a:solidFill>
              </a:rPr>
              <a:t> API-requests </a:t>
            </a:r>
            <a:r>
              <a:rPr lang="en-US" kern="0" dirty="0" err="1">
                <a:solidFill>
                  <a:srgbClr val="294171"/>
                </a:solidFill>
              </a:rPr>
              <a:t>heb</a:t>
            </a:r>
            <a:r>
              <a:rPr lang="en-US" kern="0" dirty="0">
                <a:solidFill>
                  <a:srgbClr val="294171"/>
                </a:solidFill>
              </a:rPr>
              <a:t> je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API-key </a:t>
            </a:r>
            <a:r>
              <a:rPr lang="en-US" kern="0" dirty="0" err="1">
                <a:solidFill>
                  <a:srgbClr val="294171"/>
                </a:solidFill>
              </a:rPr>
              <a:t>nodig</a:t>
            </a:r>
            <a:r>
              <a:rPr lang="en-US" kern="0" dirty="0">
                <a:solidFill>
                  <a:srgbClr val="294171"/>
                </a:solidFill>
              </a:rPr>
              <a:t>, </a:t>
            </a:r>
            <a:r>
              <a:rPr lang="en-US" kern="0" dirty="0" err="1">
                <a:solidFill>
                  <a:srgbClr val="294171"/>
                </a:solidFill>
              </a:rPr>
              <a:t>en</a:t>
            </a:r>
            <a:r>
              <a:rPr lang="en-US" kern="0" dirty="0">
                <a:solidFill>
                  <a:srgbClr val="294171"/>
                </a:solidFill>
              </a:rPr>
              <a:t> je </a:t>
            </a:r>
            <a:r>
              <a:rPr lang="en-US" kern="0" dirty="0" err="1">
                <a:solidFill>
                  <a:srgbClr val="294171"/>
                </a:solidFill>
              </a:rPr>
              <a:t>moet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ook</a:t>
            </a:r>
            <a:r>
              <a:rPr lang="en-US" kern="0" dirty="0">
                <a:solidFill>
                  <a:srgbClr val="294171"/>
                </a:solidFill>
              </a:rPr>
              <a:t> query-parameters </a:t>
            </a:r>
            <a:r>
              <a:rPr lang="en-US" kern="0" dirty="0" err="1">
                <a:solidFill>
                  <a:srgbClr val="294171"/>
                </a:solidFill>
              </a:rPr>
              <a:t>gebruiken</a:t>
            </a:r>
            <a:r>
              <a:rPr lang="en-US" kern="0" dirty="0">
                <a:solidFill>
                  <a:srgbClr val="294171"/>
                </a:solidFill>
              </a:rPr>
              <a:t>! </a:t>
            </a:r>
            <a:endParaRPr lang="en-US" kern="0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Oefening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27840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6">
            <a:extLst>
              <a:ext uri="{FF2B5EF4-FFF2-40B4-BE49-F238E27FC236}">
                <a16:creationId xmlns:a16="http://schemas.microsoft.com/office/drawing/2014/main" id="{34DEB2A5-030F-1639-42C0-A86C7C4CF80D}"/>
              </a:ext>
            </a:extLst>
          </p:cNvPr>
          <p:cNvSpPr/>
          <p:nvPr/>
        </p:nvSpPr>
        <p:spPr>
          <a:xfrm>
            <a:off x="899400" y="1996680"/>
            <a:ext cx="10393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 err="1">
                <a:solidFill>
                  <a:srgbClr val="294171"/>
                </a:solidFill>
              </a:rPr>
              <a:t>Vraag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>
                <a:solidFill>
                  <a:srgbClr val="294171"/>
                </a:solidFill>
                <a:hlinkClick r:id="rId2"/>
              </a:rPr>
              <a:t>API-key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aan</a:t>
            </a:r>
            <a:r>
              <a:rPr lang="en-US" kern="0" dirty="0">
                <a:solidFill>
                  <a:srgbClr val="294171"/>
                </a:solidFill>
              </a:rPr>
              <a:t> van de </a:t>
            </a:r>
            <a:r>
              <a:rPr lang="nl-NL" kern="0" dirty="0" err="1">
                <a:solidFill>
                  <a:srgbClr val="294171"/>
                </a:solidFill>
              </a:rPr>
              <a:t>OpenWeatherMap</a:t>
            </a:r>
            <a:r>
              <a:rPr lang="nl-NL" kern="0" dirty="0">
                <a:solidFill>
                  <a:srgbClr val="294171"/>
                </a:solidFill>
              </a:rPr>
              <a:t> API</a:t>
            </a:r>
            <a:r>
              <a:rPr lang="en-US" kern="0" dirty="0">
                <a:solidFill>
                  <a:srgbClr val="294171"/>
                </a:solidFill>
              </a:rPr>
              <a:t>.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kern="0" dirty="0">
                <a:solidFill>
                  <a:srgbClr val="294171"/>
                </a:solidFill>
              </a:rPr>
              <a:t>Bestudeer de </a:t>
            </a:r>
            <a:r>
              <a:rPr lang="nl-NL" kern="0" dirty="0" err="1">
                <a:solidFill>
                  <a:srgbClr val="294171"/>
                </a:solidFill>
                <a:hlinkClick r:id="rId3"/>
              </a:rPr>
              <a:t>OpenWeatherMap</a:t>
            </a:r>
            <a:r>
              <a:rPr lang="nl-NL" kern="0" dirty="0">
                <a:solidFill>
                  <a:srgbClr val="294171"/>
                </a:solidFill>
                <a:hlinkClick r:id="rId3"/>
              </a:rPr>
              <a:t> API</a:t>
            </a:r>
            <a:br>
              <a:rPr lang="en-US" kern="0" dirty="0">
                <a:solidFill>
                  <a:srgbClr val="294171"/>
                </a:solidFill>
              </a:rPr>
            </a:br>
            <a:endParaRPr lang="en-US" kern="0" dirty="0">
              <a:solidFill>
                <a:srgbClr val="294171"/>
              </a:solidFill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nl-NL" kern="0" dirty="0">
                <a:solidFill>
                  <a:srgbClr val="294171"/>
                </a:solidFill>
              </a:rPr>
              <a:t>Vraag het weer op voor jouw huidige locatie (gebruik de IP-API) en print dit uit.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Oefening</a:t>
            </a:r>
            <a:r>
              <a:rPr lang="en-US" sz="3600" b="1" kern="0" dirty="0">
                <a:solidFill>
                  <a:prstClr val="black"/>
                </a:solidFill>
              </a:rPr>
              <a:t> (</a:t>
            </a:r>
            <a:r>
              <a:rPr lang="en-US" sz="3600" b="1" kern="0" dirty="0" err="1">
                <a:solidFill>
                  <a:prstClr val="black"/>
                </a:solidFill>
              </a:rPr>
              <a:t>optioneel</a:t>
            </a:r>
            <a:r>
              <a:rPr lang="en-US" sz="3600" b="1" kern="0" dirty="0">
                <a:solidFill>
                  <a:prstClr val="black"/>
                </a:solidFill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95377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305D7B18-B931-4B45-B20A-284B02D7863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Je eigen API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ontwikkelen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(Flask)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3" name="Afbeelding 2">
            <a:hlinkClick r:id="rId2"/>
            <a:extLst>
              <a:ext uri="{FF2B5EF4-FFF2-40B4-BE49-F238E27FC236}">
                <a16:creationId xmlns:a16="http://schemas.microsoft.com/office/drawing/2014/main" id="{CB5E0F71-E219-8FA7-974A-611E17EEF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249" y="4665287"/>
            <a:ext cx="3990975" cy="1562100"/>
          </a:xfrm>
          <a:prstGeom prst="rect">
            <a:avLst/>
          </a:prstGeom>
        </p:spPr>
      </p:pic>
      <p:sp>
        <p:nvSpPr>
          <p:cNvPr id="5" name="Rectangle 26">
            <a:extLst>
              <a:ext uri="{FF2B5EF4-FFF2-40B4-BE49-F238E27FC236}">
                <a16:creationId xmlns:a16="http://schemas.microsoft.com/office/drawing/2014/main" id="{5DF77E28-A446-3485-FC1B-37293CF422E4}"/>
              </a:ext>
            </a:extLst>
          </p:cNvPr>
          <p:cNvSpPr/>
          <p:nvPr/>
        </p:nvSpPr>
        <p:spPr>
          <a:xfrm>
            <a:off x="559882" y="2172255"/>
            <a:ext cx="8372503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Je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kunt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natuurlijk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ook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je eigen API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bouwen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!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Flask is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lichtgewicht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framework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web-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applicaties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Met </a:t>
            </a:r>
            <a:r>
              <a:rPr lang="en-US" kern="0" dirty="0" err="1">
                <a:solidFill>
                  <a:prstClr val="black"/>
                </a:solidFill>
              </a:rPr>
              <a:t>een</a:t>
            </a:r>
            <a:r>
              <a:rPr lang="en-US" kern="0" dirty="0">
                <a:solidFill>
                  <a:prstClr val="black"/>
                </a:solidFill>
              </a:rPr>
              <a:t> framework </a:t>
            </a:r>
            <a:r>
              <a:rPr lang="en-US" kern="0" dirty="0" err="1">
                <a:solidFill>
                  <a:prstClr val="black"/>
                </a:solidFill>
              </a:rPr>
              <a:t>hoef</a:t>
            </a:r>
            <a:r>
              <a:rPr lang="en-US" kern="0" dirty="0">
                <a:solidFill>
                  <a:prstClr val="black"/>
                </a:solidFill>
              </a:rPr>
              <a:t> je </a:t>
            </a:r>
            <a:r>
              <a:rPr lang="en-US" kern="0" dirty="0" err="1">
                <a:solidFill>
                  <a:prstClr val="black"/>
                </a:solidFill>
              </a:rPr>
              <a:t>niet</a:t>
            </a:r>
            <a:r>
              <a:rPr lang="en-US" kern="0" dirty="0">
                <a:solidFill>
                  <a:prstClr val="black"/>
                </a:solidFill>
              </a:rPr>
              <a:t> alle (</a:t>
            </a:r>
            <a:r>
              <a:rPr lang="en-US" kern="0" dirty="0" err="1">
                <a:solidFill>
                  <a:prstClr val="black"/>
                </a:solidFill>
              </a:rPr>
              <a:t>herhalende</a:t>
            </a:r>
            <a:r>
              <a:rPr lang="en-US" kern="0" dirty="0">
                <a:solidFill>
                  <a:prstClr val="black"/>
                </a:solidFill>
              </a:rPr>
              <a:t>) </a:t>
            </a:r>
            <a:r>
              <a:rPr lang="en-US" kern="0" dirty="0" err="1">
                <a:solidFill>
                  <a:prstClr val="black"/>
                </a:solidFill>
              </a:rPr>
              <a:t>basiscode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zelf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te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schrijven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Flask </a:t>
            </a:r>
            <a:r>
              <a:rPr lang="en-US" kern="0" dirty="0" err="1">
                <a:solidFill>
                  <a:prstClr val="black"/>
                </a:solidFill>
              </a:rPr>
              <a:t>kan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gebruikt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worden</a:t>
            </a:r>
            <a:r>
              <a:rPr lang="en-US" kern="0" dirty="0">
                <a:solidFill>
                  <a:prstClr val="black"/>
                </a:solidFill>
              </a:rPr>
              <a:t> om </a:t>
            </a:r>
            <a:r>
              <a:rPr lang="en-US" kern="0" dirty="0" err="1">
                <a:solidFill>
                  <a:prstClr val="black"/>
                </a:solidFill>
              </a:rPr>
              <a:t>een</a:t>
            </a:r>
            <a:r>
              <a:rPr lang="en-US" kern="0" dirty="0">
                <a:solidFill>
                  <a:prstClr val="black"/>
                </a:solidFill>
              </a:rPr>
              <a:t> API </a:t>
            </a:r>
            <a:r>
              <a:rPr lang="en-US" kern="0" dirty="0" err="1">
                <a:solidFill>
                  <a:prstClr val="black"/>
                </a:solidFill>
              </a:rPr>
              <a:t>te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bouwen</a:t>
            </a:r>
            <a:endParaRPr lang="en-US" kern="0" dirty="0">
              <a:solidFill>
                <a:prstClr val="black"/>
              </a:solidFill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 err="1">
                <a:solidFill>
                  <a:prstClr val="black"/>
                </a:solidFill>
              </a:rPr>
              <a:t>Gemakkelijk</a:t>
            </a:r>
            <a:r>
              <a:rPr lang="en-US" kern="0" dirty="0">
                <a:solidFill>
                  <a:prstClr val="black"/>
                </a:solidFill>
              </a:rPr>
              <a:t> om mee </a:t>
            </a:r>
            <a:r>
              <a:rPr lang="en-US" kern="0" dirty="0" err="1">
                <a:solidFill>
                  <a:prstClr val="black"/>
                </a:solidFill>
              </a:rPr>
              <a:t>te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starten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hlinkClick r:id="rId4"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Zie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documentatie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een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simpele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4"/>
              </a:rPr>
              <a:t>applicatie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prstClr val="black"/>
                </a:solidFill>
              </a:rPr>
              <a:t>Voor de cursus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Programming </a:t>
            </a:r>
            <a:r>
              <a:rPr lang="en-US" kern="0" dirty="0">
                <a:solidFill>
                  <a:prstClr val="black"/>
                </a:solidFill>
              </a:rPr>
              <a:t>is </a:t>
            </a:r>
            <a:r>
              <a:rPr lang="en-US" kern="0" dirty="0" err="1">
                <a:solidFill>
                  <a:prstClr val="black"/>
                </a:solidFill>
              </a:rPr>
              <a:t>dit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lang="en-US" kern="0" dirty="0" err="1">
                <a:solidFill>
                  <a:prstClr val="black"/>
                </a:solidFill>
              </a:rPr>
              <a:t>niet</a:t>
            </a:r>
            <a:r>
              <a:rPr lang="en-US" kern="0" dirty="0">
                <a:solidFill>
                  <a:prstClr val="black"/>
                </a:solidFill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noodzakelijk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..!</a:t>
            </a:r>
          </a:p>
          <a:p>
            <a:pPr marL="738188" lvl="1" indent="-280988" fontAlgn="base"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738188" marR="0" lvl="1" indent="-2809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endParaRPr lang="en-US" kern="0" dirty="0">
              <a:solidFill>
                <a:prstClr val="black"/>
              </a:solidFill>
            </a:endParaRPr>
          </a:p>
          <a:p>
            <a:pPr marR="0" lvl="1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tabLst/>
              <a:defRPr/>
            </a:pPr>
            <a:endParaRPr lang="en-US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31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515B40-1D90-3B63-0A9F-7459C7BA66AB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Opdracht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(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006771F-8843-D535-47C2-6414810E710A}"/>
              </a:ext>
            </a:extLst>
          </p:cNvPr>
          <p:cNvSpPr txBox="1">
            <a:spLocks noChangeArrowheads="1"/>
          </p:cNvSpPr>
          <p:nvPr/>
        </p:nvSpPr>
        <p:spPr>
          <a:xfrm>
            <a:off x="709358" y="1724025"/>
            <a:ext cx="8229600" cy="3695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Deze les: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openstaande </a:t>
            </a:r>
            <a:r>
              <a:rPr lang="nl-NL" sz="2400" dirty="0">
                <a:solidFill>
                  <a:sysClr val="windowText" lastClr="000000"/>
                </a:solidFill>
                <a:latin typeface="Calibri"/>
              </a:rPr>
              <a:t>opdrachten af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nl-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nl-NL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Voor volgende les: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Maak de voorbereidingsopdrachten </a:t>
            </a:r>
          </a:p>
          <a:p>
            <a:pPr>
              <a:defRPr/>
            </a:pPr>
            <a:r>
              <a:rPr lang="nl-NL" sz="2400" b="1" u="sng" dirty="0">
                <a:solidFill>
                  <a:sysClr val="windowText" lastClr="000000"/>
                </a:solidFill>
                <a:latin typeface="Calibri"/>
              </a:rPr>
              <a:t>L</a:t>
            </a:r>
            <a:r>
              <a:rPr kumimoji="0" lang="nl-NL" sz="2400" b="1" i="0" u="sng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ees</a:t>
            </a: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op Canvas genoemde literatuur!!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nl-NL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Start met de oefeningen op Canvas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334748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1399</Words>
  <Application>Microsoft Office PowerPoint</Application>
  <PresentationFormat>Breedbeeld</PresentationFormat>
  <Paragraphs>207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21</vt:i4>
      </vt:variant>
    </vt:vector>
  </HeadingPairs>
  <TitlesOfParts>
    <vt:vector size="30" baseType="lpstr">
      <vt:lpstr>Consolas</vt:lpstr>
      <vt:lpstr>Calibri</vt:lpstr>
      <vt:lpstr>Bradley Hand ITC</vt:lpstr>
      <vt:lpstr>Informal Roman</vt:lpstr>
      <vt:lpstr>Wingdings</vt:lpstr>
      <vt:lpstr>Calibri Light</vt:lpstr>
      <vt:lpstr>Arial</vt:lpstr>
      <vt:lpstr>Kantoorthema</vt:lpstr>
      <vt:lpstr>1_Kantoorthema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Bart van Eijkelenburg</dc:creator>
  <cp:lastModifiedBy>Bart van Eijkelenburg</cp:lastModifiedBy>
  <cp:revision>8</cp:revision>
  <dcterms:created xsi:type="dcterms:W3CDTF">2020-09-28T18:45:00Z</dcterms:created>
  <dcterms:modified xsi:type="dcterms:W3CDTF">2025-07-01T10:41:08Z</dcterms:modified>
</cp:coreProperties>
</file>