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6" r:id="rId3"/>
    <p:sldId id="257" r:id="rId4"/>
    <p:sldId id="342" r:id="rId5"/>
    <p:sldId id="343" r:id="rId6"/>
    <p:sldId id="344" r:id="rId7"/>
    <p:sldId id="345" r:id="rId8"/>
    <p:sldId id="347" r:id="rId9"/>
    <p:sldId id="349" r:id="rId10"/>
    <p:sldId id="357" r:id="rId11"/>
    <p:sldId id="358" r:id="rId12"/>
    <p:sldId id="319" r:id="rId13"/>
    <p:sldId id="348" r:id="rId14"/>
    <p:sldId id="350" r:id="rId15"/>
    <p:sldId id="351" r:id="rId16"/>
    <p:sldId id="276" r:id="rId17"/>
    <p:sldId id="352" r:id="rId18"/>
    <p:sldId id="353" r:id="rId19"/>
    <p:sldId id="354" r:id="rId20"/>
    <p:sldId id="356" r:id="rId21"/>
    <p:sldId id="285" r:id="rId22"/>
  </p:sldIdLst>
  <p:sldSz cx="12192000" cy="6858000"/>
  <p:notesSz cx="6858000" cy="9144000"/>
  <p:embeddedFontLst>
    <p:embeddedFont>
      <p:font typeface="Consolas" panose="020B0609020204030204" pitchFamily="49" charset="0"/>
      <p:regular r:id="rId23"/>
      <p:bold r:id="rId24"/>
      <p:italic r:id="rId25"/>
      <p:boldItalic r:id="rId26"/>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0536F4-D333-4C14-BAF3-9F42411759C1}" v="1816" dt="2025-07-14T11:56:57.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1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 van Eijkelenburg" userId="32564be6-3772-4f77-8099-aa7e4c72ca61" providerId="ADAL" clId="{33146BB2-7E91-4E49-BC15-3388C7BEA2CA}"/>
    <pc:docChg chg="undo custSel modSld">
      <pc:chgData name="Bart van Eijkelenburg" userId="32564be6-3772-4f77-8099-aa7e4c72ca61" providerId="ADAL" clId="{33146BB2-7E91-4E49-BC15-3388C7BEA2CA}" dt="2023-06-14T09:18:21.340" v="259"/>
      <pc:docMkLst>
        <pc:docMk/>
      </pc:docMkLst>
      <pc:sldChg chg="modSp mod">
        <pc:chgData name="Bart van Eijkelenburg" userId="32564be6-3772-4f77-8099-aa7e4c72ca61" providerId="ADAL" clId="{33146BB2-7E91-4E49-BC15-3388C7BEA2CA}" dt="2023-06-14T09:09:03.182" v="195" actId="20577"/>
        <pc:sldMkLst>
          <pc:docMk/>
          <pc:sldMk cId="288339041" sldId="257"/>
        </pc:sldMkLst>
      </pc:sldChg>
      <pc:sldChg chg="modSp mod">
        <pc:chgData name="Bart van Eijkelenburg" userId="32564be6-3772-4f77-8099-aa7e4c72ca61" providerId="ADAL" clId="{33146BB2-7E91-4E49-BC15-3388C7BEA2CA}" dt="2023-06-14T08:59:49.693" v="148" actId="167"/>
        <pc:sldMkLst>
          <pc:docMk/>
          <pc:sldMk cId="419226775" sldId="265"/>
        </pc:sldMkLst>
      </pc:sldChg>
      <pc:sldChg chg="addSp delSp modSp mod addAnim delAnim modAnim">
        <pc:chgData name="Bart van Eijkelenburg" userId="32564be6-3772-4f77-8099-aa7e4c72ca61" providerId="ADAL" clId="{33146BB2-7E91-4E49-BC15-3388C7BEA2CA}" dt="2023-06-14T09:02:15.970" v="157"/>
        <pc:sldMkLst>
          <pc:docMk/>
          <pc:sldMk cId="4292222619" sldId="266"/>
        </pc:sldMkLst>
      </pc:sldChg>
      <pc:sldChg chg="addSp delSp modSp mod addAnim delAnim">
        <pc:chgData name="Bart van Eijkelenburg" userId="32564be6-3772-4f77-8099-aa7e4c72ca61" providerId="ADAL" clId="{33146BB2-7E91-4E49-BC15-3388C7BEA2CA}" dt="2023-06-14T09:18:12.394" v="258" actId="20577"/>
        <pc:sldMkLst>
          <pc:docMk/>
          <pc:sldMk cId="3974428451" sldId="267"/>
        </pc:sldMkLst>
      </pc:sldChg>
      <pc:sldChg chg="addSp delSp modSp mod addAnim delAnim">
        <pc:chgData name="Bart van Eijkelenburg" userId="32564be6-3772-4f77-8099-aa7e4c72ca61" providerId="ADAL" clId="{33146BB2-7E91-4E49-BC15-3388C7BEA2CA}" dt="2023-06-14T09:18:21.340" v="259"/>
        <pc:sldMkLst>
          <pc:docMk/>
          <pc:sldMk cId="1473564384" sldId="268"/>
        </pc:sldMkLst>
      </pc:sldChg>
      <pc:sldChg chg="modSp mod modAnim">
        <pc:chgData name="Bart van Eijkelenburg" userId="32564be6-3772-4f77-8099-aa7e4c72ca61" providerId="ADAL" clId="{33146BB2-7E91-4E49-BC15-3388C7BEA2CA}" dt="2023-06-14T09:16:36.841" v="248" actId="5793"/>
        <pc:sldMkLst>
          <pc:docMk/>
          <pc:sldMk cId="4027709368" sldId="269"/>
        </pc:sldMkLst>
      </pc:sldChg>
      <pc:sldChg chg="modSp mod">
        <pc:chgData name="Bart van Eijkelenburg" userId="32564be6-3772-4f77-8099-aa7e4c72ca61" providerId="ADAL" clId="{33146BB2-7E91-4E49-BC15-3388C7BEA2CA}" dt="2023-06-14T08:32:50.512" v="1" actId="20577"/>
        <pc:sldMkLst>
          <pc:docMk/>
          <pc:sldMk cId="82416230" sldId="285"/>
        </pc:sldMkLst>
      </pc:sldChg>
    </pc:docChg>
  </pc:docChgLst>
  <pc:docChgLst>
    <pc:chgData name="Bart van Eijkelenburg" userId="32564be6-3772-4f77-8099-aa7e4c72ca61" providerId="ADAL" clId="{2358AFAB-DFD1-4417-9803-4FE10468003B}"/>
    <pc:docChg chg="modSld modShowInfo">
      <pc:chgData name="Bart van Eijkelenburg" userId="32564be6-3772-4f77-8099-aa7e4c72ca61" providerId="ADAL" clId="{2358AFAB-DFD1-4417-9803-4FE10468003B}" dt="2020-09-14T09:19:17.152" v="4" actId="2744"/>
      <pc:docMkLst>
        <pc:docMk/>
      </pc:docMkLst>
      <pc:sldChg chg="setBg">
        <pc:chgData name="Bart van Eijkelenburg" userId="32564be6-3772-4f77-8099-aa7e4c72ca61" providerId="ADAL" clId="{2358AFAB-DFD1-4417-9803-4FE10468003B}" dt="2020-09-14T09:04:09.111" v="1"/>
        <pc:sldMkLst>
          <pc:docMk/>
          <pc:sldMk cId="1019746299" sldId="256"/>
        </pc:sldMkLst>
      </pc:sldChg>
    </pc:docChg>
  </pc:docChgLst>
  <pc:docChgLst>
    <pc:chgData name="Bart van Eijkelenburg" userId="32564be6-3772-4f77-8099-aa7e4c72ca61" providerId="ADAL" clId="{D9A0298C-7BF1-4D90-A128-B5924766B85D}"/>
    <pc:docChg chg="modSld">
      <pc:chgData name="Bart van Eijkelenburg" userId="32564be6-3772-4f77-8099-aa7e4c72ca61" providerId="ADAL" clId="{D9A0298C-7BF1-4D90-A128-B5924766B85D}" dt="2023-05-15T12:28:27.686" v="1" actId="20577"/>
      <pc:docMkLst>
        <pc:docMk/>
      </pc:docMkLst>
      <pc:sldChg chg="modSp mod">
        <pc:chgData name="Bart van Eijkelenburg" userId="32564be6-3772-4f77-8099-aa7e4c72ca61" providerId="ADAL" clId="{D9A0298C-7BF1-4D90-A128-B5924766B85D}" dt="2023-05-15T12:28:27.686" v="1" actId="20577"/>
        <pc:sldMkLst>
          <pc:docMk/>
          <pc:sldMk cId="2293939640" sldId="256"/>
        </pc:sldMkLst>
      </pc:sldChg>
    </pc:docChg>
  </pc:docChgLst>
  <pc:docChgLst>
    <pc:chgData name="Bart van Eijkelenburg" userId="32564be6-3772-4f77-8099-aa7e4c72ca61" providerId="ADAL" clId="{C80536F4-D333-4C14-BAF3-9F42411759C1}"/>
    <pc:docChg chg="undo redo custSel addSld delSld modSld sldOrd modShowInfo">
      <pc:chgData name="Bart van Eijkelenburg" userId="32564be6-3772-4f77-8099-aa7e4c72ca61" providerId="ADAL" clId="{C80536F4-D333-4C14-BAF3-9F42411759C1}" dt="2025-07-14T11:57:00.588" v="10077" actId="2696"/>
      <pc:docMkLst>
        <pc:docMk/>
      </pc:docMkLst>
      <pc:sldChg chg="modSp mod">
        <pc:chgData name="Bart van Eijkelenburg" userId="32564be6-3772-4f77-8099-aa7e4c72ca61" providerId="ADAL" clId="{C80536F4-D333-4C14-BAF3-9F42411759C1}" dt="2025-06-21T08:26:37.667" v="5284" actId="20577"/>
        <pc:sldMkLst>
          <pc:docMk/>
          <pc:sldMk cId="2293939640" sldId="256"/>
        </pc:sldMkLst>
        <pc:spChg chg="mod">
          <ac:chgData name="Bart van Eijkelenburg" userId="32564be6-3772-4f77-8099-aa7e4c72ca61" providerId="ADAL" clId="{C80536F4-D333-4C14-BAF3-9F42411759C1}" dt="2025-06-21T08:26:37.667" v="5284" actId="20577"/>
          <ac:spMkLst>
            <pc:docMk/>
            <pc:sldMk cId="2293939640" sldId="256"/>
            <ac:spMk id="16" creationId="{4EC9DF34-3260-4665-A255-C2C6C2324471}"/>
          </ac:spMkLst>
        </pc:spChg>
      </pc:sldChg>
      <pc:sldChg chg="modSp mod">
        <pc:chgData name="Bart van Eijkelenburg" userId="32564be6-3772-4f77-8099-aa7e4c72ca61" providerId="ADAL" clId="{C80536F4-D333-4C14-BAF3-9F42411759C1}" dt="2025-06-21T22:59:56.643" v="8666" actId="6549"/>
        <pc:sldMkLst>
          <pc:docMk/>
          <pc:sldMk cId="288339041" sldId="257"/>
        </pc:sldMkLst>
        <pc:spChg chg="mod">
          <ac:chgData name="Bart van Eijkelenburg" userId="32564be6-3772-4f77-8099-aa7e4c72ca61" providerId="ADAL" clId="{C80536F4-D333-4C14-BAF3-9F42411759C1}" dt="2025-06-17T10:19:24.614" v="44" actId="20577"/>
          <ac:spMkLst>
            <pc:docMk/>
            <pc:sldMk cId="288339041" sldId="257"/>
            <ac:spMk id="6" creationId="{B27163E0-A849-43F1-A6B2-0F7ECE885C92}"/>
          </ac:spMkLst>
        </pc:spChg>
        <pc:spChg chg="mod">
          <ac:chgData name="Bart van Eijkelenburg" userId="32564be6-3772-4f77-8099-aa7e4c72ca61" providerId="ADAL" clId="{C80536F4-D333-4C14-BAF3-9F42411759C1}" dt="2025-06-21T22:59:56.643" v="8666" actId="6549"/>
          <ac:spMkLst>
            <pc:docMk/>
            <pc:sldMk cId="288339041" sldId="257"/>
            <ac:spMk id="7" creationId="{6B3CDAFD-C748-470C-B7E0-28EAF70189FF}"/>
          </ac:spMkLst>
        </pc:spChg>
      </pc:sldChg>
      <pc:sldChg chg="del">
        <pc:chgData name="Bart van Eijkelenburg" userId="32564be6-3772-4f77-8099-aa7e4c72ca61" providerId="ADAL" clId="{C80536F4-D333-4C14-BAF3-9F42411759C1}" dt="2025-06-21T22:48:29.205" v="8062" actId="2696"/>
        <pc:sldMkLst>
          <pc:docMk/>
          <pc:sldMk cId="2489296928" sldId="272"/>
        </pc:sldMkLst>
      </pc:sldChg>
      <pc:sldChg chg="del">
        <pc:chgData name="Bart van Eijkelenburg" userId="32564be6-3772-4f77-8099-aa7e4c72ca61" providerId="ADAL" clId="{C80536F4-D333-4C14-BAF3-9F42411759C1}" dt="2025-06-21T22:48:32.759" v="8063" actId="2696"/>
        <pc:sldMkLst>
          <pc:docMk/>
          <pc:sldMk cId="1624028938" sldId="273"/>
        </pc:sldMkLst>
      </pc:sldChg>
      <pc:sldChg chg="del">
        <pc:chgData name="Bart van Eijkelenburg" userId="32564be6-3772-4f77-8099-aa7e4c72ca61" providerId="ADAL" clId="{C80536F4-D333-4C14-BAF3-9F42411759C1}" dt="2025-06-21T22:48:36.435" v="8064" actId="2696"/>
        <pc:sldMkLst>
          <pc:docMk/>
          <pc:sldMk cId="2580859354" sldId="274"/>
        </pc:sldMkLst>
      </pc:sldChg>
      <pc:sldChg chg="del">
        <pc:chgData name="Bart van Eijkelenburg" userId="32564be6-3772-4f77-8099-aa7e4c72ca61" providerId="ADAL" clId="{C80536F4-D333-4C14-BAF3-9F42411759C1}" dt="2025-06-21T22:49:01.723" v="8065" actId="2696"/>
        <pc:sldMkLst>
          <pc:docMk/>
          <pc:sldMk cId="3028577991" sldId="275"/>
        </pc:sldMkLst>
      </pc:sldChg>
      <pc:sldChg chg="delSp modSp mod ord delAnim">
        <pc:chgData name="Bart van Eijkelenburg" userId="32564be6-3772-4f77-8099-aa7e4c72ca61" providerId="ADAL" clId="{C80536F4-D333-4C14-BAF3-9F42411759C1}" dt="2025-06-23T22:50:01.699" v="9956" actId="1076"/>
        <pc:sldMkLst>
          <pc:docMk/>
          <pc:sldMk cId="4202868521" sldId="276"/>
        </pc:sldMkLst>
        <pc:spChg chg="mod">
          <ac:chgData name="Bart van Eijkelenburg" userId="32564be6-3772-4f77-8099-aa7e4c72ca61" providerId="ADAL" clId="{C80536F4-D333-4C14-BAF3-9F42411759C1}" dt="2025-06-21T22:50:56.858" v="8144" actId="20577"/>
          <ac:spMkLst>
            <pc:docMk/>
            <pc:sldMk cId="4202868521" sldId="276"/>
            <ac:spMk id="8" creationId="{CE140FEB-04B6-4EEB-8A47-F7DF4706A769}"/>
          </ac:spMkLst>
        </pc:spChg>
        <pc:spChg chg="mod">
          <ac:chgData name="Bart van Eijkelenburg" userId="32564be6-3772-4f77-8099-aa7e4c72ca61" providerId="ADAL" clId="{C80536F4-D333-4C14-BAF3-9F42411759C1}" dt="2025-06-23T22:50:01.699" v="9956" actId="1076"/>
          <ac:spMkLst>
            <pc:docMk/>
            <pc:sldMk cId="4202868521" sldId="276"/>
            <ac:spMk id="11" creationId="{4494C6CF-451F-4649-B3C8-2EB2C7422E16}"/>
          </ac:spMkLst>
        </pc:spChg>
      </pc:sldChg>
      <pc:sldChg chg="del">
        <pc:chgData name="Bart van Eijkelenburg" userId="32564be6-3772-4f77-8099-aa7e4c72ca61" providerId="ADAL" clId="{C80536F4-D333-4C14-BAF3-9F42411759C1}" dt="2025-06-21T22:51:37.055" v="8149" actId="2696"/>
        <pc:sldMkLst>
          <pc:docMk/>
          <pc:sldMk cId="3664313244" sldId="277"/>
        </pc:sldMkLst>
      </pc:sldChg>
      <pc:sldChg chg="del">
        <pc:chgData name="Bart van Eijkelenburg" userId="32564be6-3772-4f77-8099-aa7e4c72ca61" providerId="ADAL" clId="{C80536F4-D333-4C14-BAF3-9F42411759C1}" dt="2025-06-21T22:51:39.526" v="8150" actId="2696"/>
        <pc:sldMkLst>
          <pc:docMk/>
          <pc:sldMk cId="3690895519" sldId="278"/>
        </pc:sldMkLst>
      </pc:sldChg>
      <pc:sldChg chg="del">
        <pc:chgData name="Bart van Eijkelenburg" userId="32564be6-3772-4f77-8099-aa7e4c72ca61" providerId="ADAL" clId="{C80536F4-D333-4C14-BAF3-9F42411759C1}" dt="2025-06-21T22:51:41.725" v="8151" actId="2696"/>
        <pc:sldMkLst>
          <pc:docMk/>
          <pc:sldMk cId="2305626609" sldId="279"/>
        </pc:sldMkLst>
      </pc:sldChg>
      <pc:sldChg chg="del">
        <pc:chgData name="Bart van Eijkelenburg" userId="32564be6-3772-4f77-8099-aa7e4c72ca61" providerId="ADAL" clId="{C80536F4-D333-4C14-BAF3-9F42411759C1}" dt="2025-06-21T22:51:44.050" v="8152" actId="2696"/>
        <pc:sldMkLst>
          <pc:docMk/>
          <pc:sldMk cId="577505510" sldId="280"/>
        </pc:sldMkLst>
      </pc:sldChg>
      <pc:sldChg chg="del">
        <pc:chgData name="Bart van Eijkelenburg" userId="32564be6-3772-4f77-8099-aa7e4c72ca61" providerId="ADAL" clId="{C80536F4-D333-4C14-BAF3-9F42411759C1}" dt="2025-06-21T22:51:46.570" v="8153" actId="2696"/>
        <pc:sldMkLst>
          <pc:docMk/>
          <pc:sldMk cId="1374264782" sldId="281"/>
        </pc:sldMkLst>
      </pc:sldChg>
      <pc:sldChg chg="del">
        <pc:chgData name="Bart van Eijkelenburg" userId="32564be6-3772-4f77-8099-aa7e4c72ca61" providerId="ADAL" clId="{C80536F4-D333-4C14-BAF3-9F42411759C1}" dt="2025-06-21T22:51:48.538" v="8154" actId="2696"/>
        <pc:sldMkLst>
          <pc:docMk/>
          <pc:sldMk cId="3966457953" sldId="282"/>
        </pc:sldMkLst>
      </pc:sldChg>
      <pc:sldChg chg="del">
        <pc:chgData name="Bart van Eijkelenburg" userId="32564be6-3772-4f77-8099-aa7e4c72ca61" providerId="ADAL" clId="{C80536F4-D333-4C14-BAF3-9F42411759C1}" dt="2025-06-21T22:51:50.622" v="8155" actId="2696"/>
        <pc:sldMkLst>
          <pc:docMk/>
          <pc:sldMk cId="1895620211" sldId="283"/>
        </pc:sldMkLst>
      </pc:sldChg>
      <pc:sldChg chg="del">
        <pc:chgData name="Bart van Eijkelenburg" userId="32564be6-3772-4f77-8099-aa7e4c72ca61" providerId="ADAL" clId="{C80536F4-D333-4C14-BAF3-9F42411759C1}" dt="2025-06-21T22:51:54.098" v="8156" actId="2696"/>
        <pc:sldMkLst>
          <pc:docMk/>
          <pc:sldMk cId="1271923716" sldId="284"/>
        </pc:sldMkLst>
      </pc:sldChg>
      <pc:sldChg chg="addSp delSp modSp mod">
        <pc:chgData name="Bart van Eijkelenburg" userId="32564be6-3772-4f77-8099-aa7e4c72ca61" providerId="ADAL" clId="{C80536F4-D333-4C14-BAF3-9F42411759C1}" dt="2025-06-23T23:34:20.960" v="9991" actId="20577"/>
        <pc:sldMkLst>
          <pc:docMk/>
          <pc:sldMk cId="82416230" sldId="285"/>
        </pc:sldMkLst>
        <pc:spChg chg="add mod">
          <ac:chgData name="Bart van Eijkelenburg" userId="32564be6-3772-4f77-8099-aa7e4c72ca61" providerId="ADAL" clId="{C80536F4-D333-4C14-BAF3-9F42411759C1}" dt="2025-06-23T23:34:20.960" v="9991" actId="20577"/>
          <ac:spMkLst>
            <pc:docMk/>
            <pc:sldMk cId="82416230" sldId="285"/>
            <ac:spMk id="2" creationId="{CD8470BA-8A18-EEC3-96B9-08233CD6B339}"/>
          </ac:spMkLst>
        </pc:spChg>
        <pc:spChg chg="mod">
          <ac:chgData name="Bart van Eijkelenburg" userId="32564be6-3772-4f77-8099-aa7e4c72ca61" providerId="ADAL" clId="{C80536F4-D333-4C14-BAF3-9F42411759C1}" dt="2025-06-21T23:18:08.645" v="8941" actId="20577"/>
          <ac:spMkLst>
            <pc:docMk/>
            <pc:sldMk cId="82416230" sldId="285"/>
            <ac:spMk id="5" creationId="{2986A779-E646-488C-9299-6DF41F721E34}"/>
          </ac:spMkLst>
        </pc:spChg>
      </pc:sldChg>
      <pc:sldChg chg="addSp delSp modSp add mod ord">
        <pc:chgData name="Bart van Eijkelenburg" userId="32564be6-3772-4f77-8099-aa7e4c72ca61" providerId="ADAL" clId="{C80536F4-D333-4C14-BAF3-9F42411759C1}" dt="2025-06-21T23:12:59.893" v="8911" actId="20577"/>
        <pc:sldMkLst>
          <pc:docMk/>
          <pc:sldMk cId="2819403296" sldId="319"/>
        </pc:sldMkLst>
        <pc:spChg chg="mod">
          <ac:chgData name="Bart van Eijkelenburg" userId="32564be6-3772-4f77-8099-aa7e4c72ca61" providerId="ADAL" clId="{C80536F4-D333-4C14-BAF3-9F42411759C1}" dt="2025-06-21T23:12:59.893" v="8911" actId="20577"/>
          <ac:spMkLst>
            <pc:docMk/>
            <pc:sldMk cId="2819403296" sldId="319"/>
            <ac:spMk id="7" creationId="{27E123B4-2802-DFDC-A070-734C36E7BC22}"/>
          </ac:spMkLst>
        </pc:spChg>
      </pc:sldChg>
      <pc:sldChg chg="addSp delSp modSp add mod delAnim">
        <pc:chgData name="Bart van Eijkelenburg" userId="32564be6-3772-4f77-8099-aa7e4c72ca61" providerId="ADAL" clId="{C80536F4-D333-4C14-BAF3-9F42411759C1}" dt="2025-06-20T08:42:15.119" v="3237" actId="167"/>
        <pc:sldMkLst>
          <pc:docMk/>
          <pc:sldMk cId="2733120389" sldId="342"/>
        </pc:sldMkLst>
        <pc:spChg chg="mod">
          <ac:chgData name="Bart van Eijkelenburg" userId="32564be6-3772-4f77-8099-aa7e4c72ca61" providerId="ADAL" clId="{C80536F4-D333-4C14-BAF3-9F42411759C1}" dt="2025-06-17T10:22:30.362" v="440" actId="1076"/>
          <ac:spMkLst>
            <pc:docMk/>
            <pc:sldMk cId="2733120389" sldId="342"/>
            <ac:spMk id="2" creationId="{83474354-5EAF-B172-D237-CA0926041BC2}"/>
          </ac:spMkLst>
        </pc:spChg>
        <pc:spChg chg="mod">
          <ac:chgData name="Bart van Eijkelenburg" userId="32564be6-3772-4f77-8099-aa7e4c72ca61" providerId="ADAL" clId="{C80536F4-D333-4C14-BAF3-9F42411759C1}" dt="2025-06-17T10:22:15.065" v="351" actId="20577"/>
          <ac:spMkLst>
            <pc:docMk/>
            <pc:sldMk cId="2733120389" sldId="342"/>
            <ac:spMk id="45" creationId="{8166DE27-BC18-42BE-950D-0F6249739010}"/>
          </ac:spMkLst>
        </pc:spChg>
        <pc:picChg chg="add mod ord">
          <ac:chgData name="Bart van Eijkelenburg" userId="32564be6-3772-4f77-8099-aa7e4c72ca61" providerId="ADAL" clId="{C80536F4-D333-4C14-BAF3-9F42411759C1}" dt="2025-06-20T08:42:15.119" v="3237" actId="167"/>
          <ac:picMkLst>
            <pc:docMk/>
            <pc:sldMk cId="2733120389" sldId="342"/>
            <ac:picMk id="5" creationId="{933E89C2-E13C-0769-4678-6E1CBEA4C61C}"/>
          </ac:picMkLst>
        </pc:picChg>
      </pc:sldChg>
      <pc:sldChg chg="addSp delSp modSp add mod addAnim delAnim modAnim">
        <pc:chgData name="Bart van Eijkelenburg" userId="32564be6-3772-4f77-8099-aa7e4c72ca61" providerId="ADAL" clId="{C80536F4-D333-4C14-BAF3-9F42411759C1}" dt="2025-06-27T08:35:38.164" v="10070" actId="1076"/>
        <pc:sldMkLst>
          <pc:docMk/>
          <pc:sldMk cId="1886655494" sldId="343"/>
        </pc:sldMkLst>
        <pc:spChg chg="mod">
          <ac:chgData name="Bart van Eijkelenburg" userId="32564be6-3772-4f77-8099-aa7e4c72ca61" providerId="ADAL" clId="{C80536F4-D333-4C14-BAF3-9F42411759C1}" dt="2025-06-17T12:19:50.257" v="1148" actId="20577"/>
          <ac:spMkLst>
            <pc:docMk/>
            <pc:sldMk cId="1886655494" sldId="343"/>
            <ac:spMk id="2" creationId="{BB7FE364-7A8F-7A88-83F9-0A6198AC5016}"/>
          </ac:spMkLst>
        </pc:spChg>
        <pc:spChg chg="add mod">
          <ac:chgData name="Bart van Eijkelenburg" userId="32564be6-3772-4f77-8099-aa7e4c72ca61" providerId="ADAL" clId="{C80536F4-D333-4C14-BAF3-9F42411759C1}" dt="2025-06-17T10:48:21.944" v="639" actId="1076"/>
          <ac:spMkLst>
            <pc:docMk/>
            <pc:sldMk cId="1886655494" sldId="343"/>
            <ac:spMk id="4" creationId="{FDB28A25-83C6-BB12-6972-E6F47A53361B}"/>
          </ac:spMkLst>
        </pc:spChg>
        <pc:spChg chg="add mod">
          <ac:chgData name="Bart van Eijkelenburg" userId="32564be6-3772-4f77-8099-aa7e4c72ca61" providerId="ADAL" clId="{C80536F4-D333-4C14-BAF3-9F42411759C1}" dt="2025-06-17T10:48:21.944" v="639" actId="1076"/>
          <ac:spMkLst>
            <pc:docMk/>
            <pc:sldMk cId="1886655494" sldId="343"/>
            <ac:spMk id="5" creationId="{C396DC46-E901-DAFE-50BF-B029D89E4C61}"/>
          </ac:spMkLst>
        </pc:spChg>
        <pc:spChg chg="mod">
          <ac:chgData name="Bart van Eijkelenburg" userId="32564be6-3772-4f77-8099-aa7e4c72ca61" providerId="ADAL" clId="{C80536F4-D333-4C14-BAF3-9F42411759C1}" dt="2025-06-27T08:35:38.164" v="10070" actId="1076"/>
          <ac:spMkLst>
            <pc:docMk/>
            <pc:sldMk cId="1886655494" sldId="343"/>
            <ac:spMk id="6" creationId="{0E9731EA-B7FE-A1F7-EE0F-BE0D2A765210}"/>
          </ac:spMkLst>
        </pc:spChg>
        <pc:spChg chg="mod">
          <ac:chgData name="Bart van Eijkelenburg" userId="32564be6-3772-4f77-8099-aa7e4c72ca61" providerId="ADAL" clId="{C80536F4-D333-4C14-BAF3-9F42411759C1}" dt="2025-06-17T10:23:04.087" v="463" actId="20577"/>
          <ac:spMkLst>
            <pc:docMk/>
            <pc:sldMk cId="1886655494" sldId="343"/>
            <ac:spMk id="45" creationId="{E4E37A40-C06C-0A56-A40F-7A18AD56ED68}"/>
          </ac:spMkLst>
        </pc:spChg>
      </pc:sldChg>
      <pc:sldChg chg="addSp delSp modSp add mod modAnim">
        <pc:chgData name="Bart van Eijkelenburg" userId="32564be6-3772-4f77-8099-aa7e4c72ca61" providerId="ADAL" clId="{C80536F4-D333-4C14-BAF3-9F42411759C1}" dt="2025-06-18T10:46:14.676" v="1550" actId="13926"/>
        <pc:sldMkLst>
          <pc:docMk/>
          <pc:sldMk cId="724979038" sldId="344"/>
        </pc:sldMkLst>
        <pc:spChg chg="mod">
          <ac:chgData name="Bart van Eijkelenburg" userId="32564be6-3772-4f77-8099-aa7e4c72ca61" providerId="ADAL" clId="{C80536F4-D333-4C14-BAF3-9F42411759C1}" dt="2025-06-17T12:26:19.589" v="1447" actId="1076"/>
          <ac:spMkLst>
            <pc:docMk/>
            <pc:sldMk cId="724979038" sldId="344"/>
            <ac:spMk id="2" creationId="{8C147A95-B0A7-EB0D-EFA5-0A5AAA52B742}"/>
          </ac:spMkLst>
        </pc:spChg>
        <pc:spChg chg="add mod">
          <ac:chgData name="Bart van Eijkelenburg" userId="32564be6-3772-4f77-8099-aa7e4c72ca61" providerId="ADAL" clId="{C80536F4-D333-4C14-BAF3-9F42411759C1}" dt="2025-06-17T12:34:06.986" v="1496" actId="20577"/>
          <ac:spMkLst>
            <pc:docMk/>
            <pc:sldMk cId="724979038" sldId="344"/>
            <ac:spMk id="3" creationId="{613CC148-9CC3-98FD-AF01-09CF64D838BA}"/>
          </ac:spMkLst>
        </pc:spChg>
        <pc:spChg chg="mod">
          <ac:chgData name="Bart van Eijkelenburg" userId="32564be6-3772-4f77-8099-aa7e4c72ca61" providerId="ADAL" clId="{C80536F4-D333-4C14-BAF3-9F42411759C1}" dt="2025-06-18T10:44:45.340" v="1545" actId="1038"/>
          <ac:spMkLst>
            <pc:docMk/>
            <pc:sldMk cId="724979038" sldId="344"/>
            <ac:spMk id="5" creationId="{9E356E15-B285-6E01-5A0D-99EA67229BD2}"/>
          </ac:spMkLst>
        </pc:spChg>
        <pc:spChg chg="add mod">
          <ac:chgData name="Bart van Eijkelenburg" userId="32564be6-3772-4f77-8099-aa7e4c72ca61" providerId="ADAL" clId="{C80536F4-D333-4C14-BAF3-9F42411759C1}" dt="2025-06-18T10:46:14.676" v="1550" actId="13926"/>
          <ac:spMkLst>
            <pc:docMk/>
            <pc:sldMk cId="724979038" sldId="344"/>
            <ac:spMk id="9" creationId="{6B66363A-268E-FE41-D991-A9DC2A4A46E8}"/>
          </ac:spMkLst>
        </pc:spChg>
        <pc:spChg chg="add mod">
          <ac:chgData name="Bart van Eijkelenburg" userId="32564be6-3772-4f77-8099-aa7e4c72ca61" providerId="ADAL" clId="{C80536F4-D333-4C14-BAF3-9F42411759C1}" dt="2025-06-17T12:28:41.863" v="1457" actId="1076"/>
          <ac:spMkLst>
            <pc:docMk/>
            <pc:sldMk cId="724979038" sldId="344"/>
            <ac:spMk id="10" creationId="{01176260-B70F-9EF0-6305-CA718473C54C}"/>
          </ac:spMkLst>
        </pc:spChg>
        <pc:spChg chg="add mod">
          <ac:chgData name="Bart van Eijkelenburg" userId="32564be6-3772-4f77-8099-aa7e4c72ca61" providerId="ADAL" clId="{C80536F4-D333-4C14-BAF3-9F42411759C1}" dt="2025-06-17T12:22:04.158" v="1246" actId="1076"/>
          <ac:spMkLst>
            <pc:docMk/>
            <pc:sldMk cId="724979038" sldId="344"/>
            <ac:spMk id="11" creationId="{8276FD8D-85CF-B68E-7A5A-0B8C78623E96}"/>
          </ac:spMkLst>
        </pc:spChg>
        <pc:spChg chg="add mod">
          <ac:chgData name="Bart van Eijkelenburg" userId="32564be6-3772-4f77-8099-aa7e4c72ca61" providerId="ADAL" clId="{C80536F4-D333-4C14-BAF3-9F42411759C1}" dt="2025-06-17T12:28:41.863" v="1457" actId="1076"/>
          <ac:spMkLst>
            <pc:docMk/>
            <pc:sldMk cId="724979038" sldId="344"/>
            <ac:spMk id="12" creationId="{C708214C-0EB7-A203-6C38-C4843CEA6222}"/>
          </ac:spMkLst>
        </pc:spChg>
        <pc:spChg chg="add mod">
          <ac:chgData name="Bart van Eijkelenburg" userId="32564be6-3772-4f77-8099-aa7e4c72ca61" providerId="ADAL" clId="{C80536F4-D333-4C14-BAF3-9F42411759C1}" dt="2025-06-17T12:28:41.863" v="1457" actId="1076"/>
          <ac:spMkLst>
            <pc:docMk/>
            <pc:sldMk cId="724979038" sldId="344"/>
            <ac:spMk id="13" creationId="{9CB4AFEE-086E-8325-0F46-6BC4E7764782}"/>
          </ac:spMkLst>
        </pc:spChg>
        <pc:spChg chg="add mod">
          <ac:chgData name="Bart van Eijkelenburg" userId="32564be6-3772-4f77-8099-aa7e4c72ca61" providerId="ADAL" clId="{C80536F4-D333-4C14-BAF3-9F42411759C1}" dt="2025-06-17T12:23:16.251" v="1301" actId="14100"/>
          <ac:spMkLst>
            <pc:docMk/>
            <pc:sldMk cId="724979038" sldId="344"/>
            <ac:spMk id="14" creationId="{D0519039-D445-B28C-3890-7F861FC5ECEA}"/>
          </ac:spMkLst>
        </pc:spChg>
        <pc:spChg chg="add mod">
          <ac:chgData name="Bart van Eijkelenburg" userId="32564be6-3772-4f77-8099-aa7e4c72ca61" providerId="ADAL" clId="{C80536F4-D333-4C14-BAF3-9F42411759C1}" dt="2025-06-17T12:32:11.099" v="1479" actId="1076"/>
          <ac:spMkLst>
            <pc:docMk/>
            <pc:sldMk cId="724979038" sldId="344"/>
            <ac:spMk id="15" creationId="{BDBB8AE5-C33A-30A2-ED16-94FBC0F9DCD4}"/>
          </ac:spMkLst>
        </pc:spChg>
        <pc:spChg chg="add mod">
          <ac:chgData name="Bart van Eijkelenburg" userId="32564be6-3772-4f77-8099-aa7e4c72ca61" providerId="ADAL" clId="{C80536F4-D333-4C14-BAF3-9F42411759C1}" dt="2025-06-17T12:25:00.628" v="1436" actId="1076"/>
          <ac:spMkLst>
            <pc:docMk/>
            <pc:sldMk cId="724979038" sldId="344"/>
            <ac:spMk id="16" creationId="{F4D60300-E38C-27F8-D231-AD43463D7F44}"/>
          </ac:spMkLst>
        </pc:spChg>
        <pc:spChg chg="mod">
          <ac:chgData name="Bart van Eijkelenburg" userId="32564be6-3772-4f77-8099-aa7e4c72ca61" providerId="ADAL" clId="{C80536F4-D333-4C14-BAF3-9F42411759C1}" dt="2025-06-17T12:25:59.101" v="1440"/>
          <ac:spMkLst>
            <pc:docMk/>
            <pc:sldMk cId="724979038" sldId="344"/>
            <ac:spMk id="18" creationId="{B78B6E46-52E9-2BFA-C503-B985D5D700FA}"/>
          </ac:spMkLst>
        </pc:spChg>
        <pc:spChg chg="mod">
          <ac:chgData name="Bart van Eijkelenburg" userId="32564be6-3772-4f77-8099-aa7e4c72ca61" providerId="ADAL" clId="{C80536F4-D333-4C14-BAF3-9F42411759C1}" dt="2025-06-17T12:25:59.101" v="1440"/>
          <ac:spMkLst>
            <pc:docMk/>
            <pc:sldMk cId="724979038" sldId="344"/>
            <ac:spMk id="19" creationId="{7C1F7DBE-13A6-2D74-D635-F0DA3FEC42FF}"/>
          </ac:spMkLst>
        </pc:spChg>
        <pc:spChg chg="mod">
          <ac:chgData name="Bart van Eijkelenburg" userId="32564be6-3772-4f77-8099-aa7e4c72ca61" providerId="ADAL" clId="{C80536F4-D333-4C14-BAF3-9F42411759C1}" dt="2025-06-18T10:44:30.238" v="1533" actId="1038"/>
          <ac:spMkLst>
            <pc:docMk/>
            <pc:sldMk cId="724979038" sldId="344"/>
            <ac:spMk id="45" creationId="{401BD30B-E7AC-0495-77A4-F67B2A34E558}"/>
          </ac:spMkLst>
        </pc:spChg>
        <pc:grpChg chg="add mod">
          <ac:chgData name="Bart van Eijkelenburg" userId="32564be6-3772-4f77-8099-aa7e4c72ca61" providerId="ADAL" clId="{C80536F4-D333-4C14-BAF3-9F42411759C1}" dt="2025-06-17T12:26:26.211" v="1448" actId="1076"/>
          <ac:grpSpMkLst>
            <pc:docMk/>
            <pc:sldMk cId="724979038" sldId="344"/>
            <ac:grpSpMk id="17" creationId="{5DFD8804-E7FC-7BCF-8540-53C192776540}"/>
          </ac:grpSpMkLst>
        </pc:grpChg>
      </pc:sldChg>
      <pc:sldChg chg="addSp delSp modSp add mod addAnim delAnim modAnim">
        <pc:chgData name="Bart van Eijkelenburg" userId="32564be6-3772-4f77-8099-aa7e4c72ca61" providerId="ADAL" clId="{C80536F4-D333-4C14-BAF3-9F42411759C1}" dt="2025-06-18T11:57:09.276" v="2027" actId="1076"/>
        <pc:sldMkLst>
          <pc:docMk/>
          <pc:sldMk cId="1855171838" sldId="345"/>
        </pc:sldMkLst>
        <pc:spChg chg="mod">
          <ac:chgData name="Bart van Eijkelenburg" userId="32564be6-3772-4f77-8099-aa7e4c72ca61" providerId="ADAL" clId="{C80536F4-D333-4C14-BAF3-9F42411759C1}" dt="2025-06-18T11:49:01.519" v="1748" actId="20577"/>
          <ac:spMkLst>
            <pc:docMk/>
            <pc:sldMk cId="1855171838" sldId="345"/>
            <ac:spMk id="2" creationId="{0167556E-DB1D-B3BA-1657-90C11A348EED}"/>
          </ac:spMkLst>
        </pc:spChg>
        <pc:spChg chg="add mod ord">
          <ac:chgData name="Bart van Eijkelenburg" userId="32564be6-3772-4f77-8099-aa7e4c72ca61" providerId="ADAL" clId="{C80536F4-D333-4C14-BAF3-9F42411759C1}" dt="2025-06-18T11:48:21.384" v="1744" actId="6549"/>
          <ac:spMkLst>
            <pc:docMk/>
            <pc:sldMk cId="1855171838" sldId="345"/>
            <ac:spMk id="4" creationId="{439DF38F-F6FF-2E2D-4A5A-C5F5E82F9C4C}"/>
          </ac:spMkLst>
        </pc:spChg>
        <pc:spChg chg="mod">
          <ac:chgData name="Bart van Eijkelenburg" userId="32564be6-3772-4f77-8099-aa7e4c72ca61" providerId="ADAL" clId="{C80536F4-D333-4C14-BAF3-9F42411759C1}" dt="2025-06-18T11:48:11.420" v="1740" actId="14100"/>
          <ac:spMkLst>
            <pc:docMk/>
            <pc:sldMk cId="1855171838" sldId="345"/>
            <ac:spMk id="5" creationId="{04FC9A57-24DD-EC7C-E510-2AB56362F63B}"/>
          </ac:spMkLst>
        </pc:spChg>
        <pc:spChg chg="mod">
          <ac:chgData name="Bart van Eijkelenburg" userId="32564be6-3772-4f77-8099-aa7e4c72ca61" providerId="ADAL" clId="{C80536F4-D333-4C14-BAF3-9F42411759C1}" dt="2025-06-18T11:52:24.864" v="1955" actId="1076"/>
          <ac:spMkLst>
            <pc:docMk/>
            <pc:sldMk cId="1855171838" sldId="345"/>
            <ac:spMk id="10" creationId="{83B06EC2-7426-91FE-D3CC-085FD6CF0B07}"/>
          </ac:spMkLst>
        </pc:spChg>
        <pc:spChg chg="mod">
          <ac:chgData name="Bart van Eijkelenburg" userId="32564be6-3772-4f77-8099-aa7e4c72ca61" providerId="ADAL" clId="{C80536F4-D333-4C14-BAF3-9F42411759C1}" dt="2025-06-18T11:48:04.848" v="1738" actId="1036"/>
          <ac:spMkLst>
            <pc:docMk/>
            <pc:sldMk cId="1855171838" sldId="345"/>
            <ac:spMk id="13" creationId="{2554CF64-08DE-C1B7-BA50-E0D5535721E7}"/>
          </ac:spMkLst>
        </pc:spChg>
        <pc:spChg chg="mod">
          <ac:chgData name="Bart van Eijkelenburg" userId="32564be6-3772-4f77-8099-aa7e4c72ca61" providerId="ADAL" clId="{C80536F4-D333-4C14-BAF3-9F42411759C1}" dt="2025-06-18T11:45:29.295" v="1675" actId="14100"/>
          <ac:spMkLst>
            <pc:docMk/>
            <pc:sldMk cId="1855171838" sldId="345"/>
            <ac:spMk id="15" creationId="{6692595D-B6CA-2ACD-F6B2-4436DD548D20}"/>
          </ac:spMkLst>
        </pc:spChg>
        <pc:spChg chg="mod">
          <ac:chgData name="Bart van Eijkelenburg" userId="32564be6-3772-4f77-8099-aa7e4c72ca61" providerId="ADAL" clId="{C80536F4-D333-4C14-BAF3-9F42411759C1}" dt="2025-06-18T11:57:09.276" v="2027" actId="1076"/>
          <ac:spMkLst>
            <pc:docMk/>
            <pc:sldMk cId="1855171838" sldId="345"/>
            <ac:spMk id="16" creationId="{8F5BA388-6CF3-AC87-41AA-5E970A476684}"/>
          </ac:spMkLst>
        </pc:spChg>
        <pc:spChg chg="mod">
          <ac:chgData name="Bart van Eijkelenburg" userId="32564be6-3772-4f77-8099-aa7e4c72ca61" providerId="ADAL" clId="{C80536F4-D333-4C14-BAF3-9F42411759C1}" dt="2025-06-18T11:47:36.450" v="1736"/>
          <ac:spMkLst>
            <pc:docMk/>
            <pc:sldMk cId="1855171838" sldId="345"/>
            <ac:spMk id="18" creationId="{F2ED4737-F759-4A99-F867-1A6ED97755C2}"/>
          </ac:spMkLst>
        </pc:spChg>
        <pc:spChg chg="mod">
          <ac:chgData name="Bart van Eijkelenburg" userId="32564be6-3772-4f77-8099-aa7e4c72ca61" providerId="ADAL" clId="{C80536F4-D333-4C14-BAF3-9F42411759C1}" dt="2025-06-18T11:47:36.450" v="1736"/>
          <ac:spMkLst>
            <pc:docMk/>
            <pc:sldMk cId="1855171838" sldId="345"/>
            <ac:spMk id="19" creationId="{9B6EAB7B-66B1-40BD-8B7D-0E9FF3CFD726}"/>
          </ac:spMkLst>
        </pc:spChg>
        <pc:spChg chg="mod">
          <ac:chgData name="Bart van Eijkelenburg" userId="32564be6-3772-4f77-8099-aa7e4c72ca61" providerId="ADAL" clId="{C80536F4-D333-4C14-BAF3-9F42411759C1}" dt="2025-06-18T10:48:15.600" v="1578" actId="20577"/>
          <ac:spMkLst>
            <pc:docMk/>
            <pc:sldMk cId="1855171838" sldId="345"/>
            <ac:spMk id="45" creationId="{91199B8F-438F-6BFF-E844-05FC4193FE67}"/>
          </ac:spMkLst>
        </pc:spChg>
        <pc:grpChg chg="mod">
          <ac:chgData name="Bart van Eijkelenburg" userId="32564be6-3772-4f77-8099-aa7e4c72ca61" providerId="ADAL" clId="{C80536F4-D333-4C14-BAF3-9F42411759C1}" dt="2025-06-18T11:47:41.938" v="1737" actId="1076"/>
          <ac:grpSpMkLst>
            <pc:docMk/>
            <pc:sldMk cId="1855171838" sldId="345"/>
            <ac:grpSpMk id="17" creationId="{35BACBBB-3040-32D4-1466-B55C7E84B3D3}"/>
          </ac:grpSpMkLst>
        </pc:grpChg>
      </pc:sldChg>
      <pc:sldChg chg="modSp add del mod">
        <pc:chgData name="Bart van Eijkelenburg" userId="32564be6-3772-4f77-8099-aa7e4c72ca61" providerId="ADAL" clId="{C80536F4-D333-4C14-BAF3-9F42411759C1}" dt="2025-06-21T22:48:25.198" v="8061" actId="2696"/>
        <pc:sldMkLst>
          <pc:docMk/>
          <pc:sldMk cId="3051954468" sldId="346"/>
        </pc:sldMkLst>
      </pc:sldChg>
      <pc:sldChg chg="addSp delSp modSp add mod ord delAnim modAnim">
        <pc:chgData name="Bart van Eijkelenburg" userId="32564be6-3772-4f77-8099-aa7e4c72ca61" providerId="ADAL" clId="{C80536F4-D333-4C14-BAF3-9F42411759C1}" dt="2025-06-21T23:08:15.502" v="8678"/>
        <pc:sldMkLst>
          <pc:docMk/>
          <pc:sldMk cId="1063824083" sldId="347"/>
        </pc:sldMkLst>
        <pc:spChg chg="mod">
          <ac:chgData name="Bart van Eijkelenburg" userId="32564be6-3772-4f77-8099-aa7e4c72ca61" providerId="ADAL" clId="{C80536F4-D333-4C14-BAF3-9F42411759C1}" dt="2025-06-18T12:47:26.246" v="2451" actId="1076"/>
          <ac:spMkLst>
            <pc:docMk/>
            <pc:sldMk cId="1063824083" sldId="347"/>
            <ac:spMk id="2" creationId="{FB54F66F-F27B-9582-AF11-3023C01DA3E6}"/>
          </ac:spMkLst>
        </pc:spChg>
        <pc:spChg chg="add mod">
          <ac:chgData name="Bart van Eijkelenburg" userId="32564be6-3772-4f77-8099-aa7e4c72ca61" providerId="ADAL" clId="{C80536F4-D333-4C14-BAF3-9F42411759C1}" dt="2025-06-18T12:47:29.958" v="2452" actId="1076"/>
          <ac:spMkLst>
            <pc:docMk/>
            <pc:sldMk cId="1063824083" sldId="347"/>
            <ac:spMk id="3" creationId="{F88E4E35-96D2-2984-8CFC-34E0076C1AAD}"/>
          </ac:spMkLst>
        </pc:spChg>
        <pc:spChg chg="mod topLvl">
          <ac:chgData name="Bart van Eijkelenburg" userId="32564be6-3772-4f77-8099-aa7e4c72ca61" providerId="ADAL" clId="{C80536F4-D333-4C14-BAF3-9F42411759C1}" dt="2025-06-21T23:07:52.303" v="8673" actId="6549"/>
          <ac:spMkLst>
            <pc:docMk/>
            <pc:sldMk cId="1063824083" sldId="347"/>
            <ac:spMk id="7" creationId="{038E7E02-1311-B7B7-194E-FCD15F2902DA}"/>
          </ac:spMkLst>
        </pc:spChg>
        <pc:spChg chg="mod topLvl">
          <ac:chgData name="Bart van Eijkelenburg" userId="32564be6-3772-4f77-8099-aa7e4c72ca61" providerId="ADAL" clId="{C80536F4-D333-4C14-BAF3-9F42411759C1}" dt="2025-06-21T23:07:48.001" v="8671" actId="165"/>
          <ac:spMkLst>
            <pc:docMk/>
            <pc:sldMk cId="1063824083" sldId="347"/>
            <ac:spMk id="8" creationId="{93108839-5ECF-57E7-6651-F033FF8723B2}"/>
          </ac:spMkLst>
        </pc:spChg>
        <pc:spChg chg="add mod">
          <ac:chgData name="Bart van Eijkelenburg" userId="32564be6-3772-4f77-8099-aa7e4c72ca61" providerId="ADAL" clId="{C80536F4-D333-4C14-BAF3-9F42411759C1}" dt="2025-06-18T12:51:03.343" v="2518" actId="6549"/>
          <ac:spMkLst>
            <pc:docMk/>
            <pc:sldMk cId="1063824083" sldId="347"/>
            <ac:spMk id="9" creationId="{0DA9F779-9548-06BD-5387-415052971C2F}"/>
          </ac:spMkLst>
        </pc:spChg>
        <pc:spChg chg="add mod">
          <ac:chgData name="Bart van Eijkelenburg" userId="32564be6-3772-4f77-8099-aa7e4c72ca61" providerId="ADAL" clId="{C80536F4-D333-4C14-BAF3-9F42411759C1}" dt="2025-06-18T12:51:10.557" v="2522" actId="6549"/>
          <ac:spMkLst>
            <pc:docMk/>
            <pc:sldMk cId="1063824083" sldId="347"/>
            <ac:spMk id="20" creationId="{9E916F5A-D8DE-9A73-978A-16CB811A2441}"/>
          </ac:spMkLst>
        </pc:spChg>
        <pc:spChg chg="mod">
          <ac:chgData name="Bart van Eijkelenburg" userId="32564be6-3772-4f77-8099-aa7e4c72ca61" providerId="ADAL" clId="{C80536F4-D333-4C14-BAF3-9F42411759C1}" dt="2025-06-18T12:06:42.367" v="2237" actId="20577"/>
          <ac:spMkLst>
            <pc:docMk/>
            <pc:sldMk cId="1063824083" sldId="347"/>
            <ac:spMk id="45" creationId="{EBE262CF-8B4C-1A4A-8ED5-E0F0145BBE20}"/>
          </ac:spMkLst>
        </pc:spChg>
      </pc:sldChg>
      <pc:sldChg chg="addSp delSp modSp add mod addAnim delAnim">
        <pc:chgData name="Bart van Eijkelenburg" userId="32564be6-3772-4f77-8099-aa7e4c72ca61" providerId="ADAL" clId="{C80536F4-D333-4C14-BAF3-9F42411759C1}" dt="2025-06-21T23:13:31.522" v="8920" actId="20577"/>
        <pc:sldMkLst>
          <pc:docMk/>
          <pc:sldMk cId="3677038197" sldId="348"/>
        </pc:sldMkLst>
        <pc:spChg chg="mod">
          <ac:chgData name="Bart van Eijkelenburg" userId="32564be6-3772-4f77-8099-aa7e4c72ca61" providerId="ADAL" clId="{C80536F4-D333-4C14-BAF3-9F42411759C1}" dt="2025-06-21T23:13:31.522" v="8920" actId="20577"/>
          <ac:spMkLst>
            <pc:docMk/>
            <pc:sldMk cId="3677038197" sldId="348"/>
            <ac:spMk id="2" creationId="{C935807F-FABA-D0E3-7C98-307936B70986}"/>
          </ac:spMkLst>
        </pc:spChg>
        <pc:spChg chg="add mod ord">
          <ac:chgData name="Bart van Eijkelenburg" userId="32564be6-3772-4f77-8099-aa7e4c72ca61" providerId="ADAL" clId="{C80536F4-D333-4C14-BAF3-9F42411759C1}" dt="2025-06-20T08:33:43.334" v="3150" actId="14100"/>
          <ac:spMkLst>
            <pc:docMk/>
            <pc:sldMk cId="3677038197" sldId="348"/>
            <ac:spMk id="3" creationId="{71217EB3-76E2-E3D6-DFAF-B92C12A1C515}"/>
          </ac:spMkLst>
        </pc:spChg>
        <pc:spChg chg="mod">
          <ac:chgData name="Bart van Eijkelenburg" userId="32564be6-3772-4f77-8099-aa7e4c72ca61" providerId="ADAL" clId="{C80536F4-D333-4C14-BAF3-9F42411759C1}" dt="2025-06-18T13:13:40.770" v="2891" actId="20577"/>
          <ac:spMkLst>
            <pc:docMk/>
            <pc:sldMk cId="3677038197" sldId="348"/>
            <ac:spMk id="45" creationId="{234609BE-D5E4-1518-3419-9208538A01A4}"/>
          </ac:spMkLst>
        </pc:spChg>
      </pc:sldChg>
      <pc:sldChg chg="addSp delSp modSp add mod modAnim">
        <pc:chgData name="Bart van Eijkelenburg" userId="32564be6-3772-4f77-8099-aa7e4c72ca61" providerId="ADAL" clId="{C80536F4-D333-4C14-BAF3-9F42411759C1}" dt="2025-06-21T23:08:53.621" v="8679"/>
        <pc:sldMkLst>
          <pc:docMk/>
          <pc:sldMk cId="3988238769" sldId="349"/>
        </pc:sldMkLst>
        <pc:spChg chg="mod">
          <ac:chgData name="Bart van Eijkelenburg" userId="32564be6-3772-4f77-8099-aa7e4c72ca61" providerId="ADAL" clId="{C80536F4-D333-4C14-BAF3-9F42411759C1}" dt="2025-06-18T12:55:50.633" v="2675" actId="6549"/>
          <ac:spMkLst>
            <pc:docMk/>
            <pc:sldMk cId="3988238769" sldId="349"/>
            <ac:spMk id="2" creationId="{FFCCDC3D-31A6-4D15-D6FF-D34C8454D7EA}"/>
          </ac:spMkLst>
        </pc:spChg>
        <pc:spChg chg="mod">
          <ac:chgData name="Bart van Eijkelenburg" userId="32564be6-3772-4f77-8099-aa7e4c72ca61" providerId="ADAL" clId="{C80536F4-D333-4C14-BAF3-9F42411759C1}" dt="2025-06-18T12:55:58.785" v="2676" actId="1076"/>
          <ac:spMkLst>
            <pc:docMk/>
            <pc:sldMk cId="3988238769" sldId="349"/>
            <ac:spMk id="3" creationId="{C0306607-6F6D-4DE9-D211-683AA20EEF86}"/>
          </ac:spMkLst>
        </pc:spChg>
        <pc:spChg chg="add mod">
          <ac:chgData name="Bart van Eijkelenburg" userId="32564be6-3772-4f77-8099-aa7e4c72ca61" providerId="ADAL" clId="{C80536F4-D333-4C14-BAF3-9F42411759C1}" dt="2025-06-18T13:12:43.582" v="2859" actId="6549"/>
          <ac:spMkLst>
            <pc:docMk/>
            <pc:sldMk cId="3988238769" sldId="349"/>
            <ac:spMk id="4" creationId="{B18E24A8-B5A4-7EE1-68C4-F68221DDA06C}"/>
          </ac:spMkLst>
        </pc:spChg>
        <pc:spChg chg="mod">
          <ac:chgData name="Bart van Eijkelenburg" userId="32564be6-3772-4f77-8099-aa7e4c72ca61" providerId="ADAL" clId="{C80536F4-D333-4C14-BAF3-9F42411759C1}" dt="2025-06-18T12:53:15.076" v="2562" actId="20577"/>
          <ac:spMkLst>
            <pc:docMk/>
            <pc:sldMk cId="3988238769" sldId="349"/>
            <ac:spMk id="45" creationId="{16DCA48A-07DA-E376-6530-662D87AA924A}"/>
          </ac:spMkLst>
        </pc:spChg>
      </pc:sldChg>
      <pc:sldChg chg="addSp delSp modSp add mod modAnim">
        <pc:chgData name="Bart van Eijkelenburg" userId="32564be6-3772-4f77-8099-aa7e4c72ca61" providerId="ADAL" clId="{C80536F4-D333-4C14-BAF3-9F42411759C1}" dt="2025-06-23T22:43:43.982" v="9434" actId="20577"/>
        <pc:sldMkLst>
          <pc:docMk/>
          <pc:sldMk cId="2400313219" sldId="350"/>
        </pc:sldMkLst>
        <pc:spChg chg="mod">
          <ac:chgData name="Bart van Eijkelenburg" userId="32564be6-3772-4f77-8099-aa7e4c72ca61" providerId="ADAL" clId="{C80536F4-D333-4C14-BAF3-9F42411759C1}" dt="2025-06-20T08:51:22.945" v="3531" actId="20577"/>
          <ac:spMkLst>
            <pc:docMk/>
            <pc:sldMk cId="2400313219" sldId="350"/>
            <ac:spMk id="2" creationId="{CC2210B2-413C-23A2-3C68-B045D15AA909}"/>
          </ac:spMkLst>
        </pc:spChg>
        <pc:spChg chg="add mod">
          <ac:chgData name="Bart van Eijkelenburg" userId="32564be6-3772-4f77-8099-aa7e4c72ca61" providerId="ADAL" clId="{C80536F4-D333-4C14-BAF3-9F42411759C1}" dt="2025-06-20T08:47:53.259" v="3311" actId="1076"/>
          <ac:spMkLst>
            <pc:docMk/>
            <pc:sldMk cId="2400313219" sldId="350"/>
            <ac:spMk id="6" creationId="{5BABDEBA-D38B-AB00-F723-CD256EF5B942}"/>
          </ac:spMkLst>
        </pc:spChg>
        <pc:spChg chg="add mod">
          <ac:chgData name="Bart van Eijkelenburg" userId="32564be6-3772-4f77-8099-aa7e4c72ca61" providerId="ADAL" clId="{C80536F4-D333-4C14-BAF3-9F42411759C1}" dt="2025-06-20T08:47:55.510" v="3312" actId="1076"/>
          <ac:spMkLst>
            <pc:docMk/>
            <pc:sldMk cId="2400313219" sldId="350"/>
            <ac:spMk id="7" creationId="{05AE6B00-A3A3-4D4F-58D7-1F39A406F165}"/>
          </ac:spMkLst>
        </pc:spChg>
        <pc:spChg chg="add mod">
          <ac:chgData name="Bart van Eijkelenburg" userId="32564be6-3772-4f77-8099-aa7e4c72ca61" providerId="ADAL" clId="{C80536F4-D333-4C14-BAF3-9F42411759C1}" dt="2025-06-20T08:48:19.256" v="3320" actId="1076"/>
          <ac:spMkLst>
            <pc:docMk/>
            <pc:sldMk cId="2400313219" sldId="350"/>
            <ac:spMk id="8" creationId="{3F8E6B7A-E719-F066-C334-5906FD211712}"/>
          </ac:spMkLst>
        </pc:spChg>
        <pc:spChg chg="add mod">
          <ac:chgData name="Bart van Eijkelenburg" userId="32564be6-3772-4f77-8099-aa7e4c72ca61" providerId="ADAL" clId="{C80536F4-D333-4C14-BAF3-9F42411759C1}" dt="2025-06-20T08:53:05.145" v="3747" actId="1076"/>
          <ac:spMkLst>
            <pc:docMk/>
            <pc:sldMk cId="2400313219" sldId="350"/>
            <ac:spMk id="9" creationId="{90FE2898-C4E4-0097-841E-8CFA05CCC2A5}"/>
          </ac:spMkLst>
        </pc:spChg>
        <pc:spChg chg="add mod">
          <ac:chgData name="Bart van Eijkelenburg" userId="32564be6-3772-4f77-8099-aa7e4c72ca61" providerId="ADAL" clId="{C80536F4-D333-4C14-BAF3-9F42411759C1}" dt="2025-06-20T08:53:45.831" v="3844" actId="1076"/>
          <ac:spMkLst>
            <pc:docMk/>
            <pc:sldMk cId="2400313219" sldId="350"/>
            <ac:spMk id="12" creationId="{508BDB5B-ADBA-73DD-BBBF-64E2C8A2EDE5}"/>
          </ac:spMkLst>
        </pc:spChg>
        <pc:spChg chg="mod">
          <ac:chgData name="Bart van Eijkelenburg" userId="32564be6-3772-4f77-8099-aa7e4c72ca61" providerId="ADAL" clId="{C80536F4-D333-4C14-BAF3-9F42411759C1}" dt="2025-06-23T22:43:43.982" v="9434" actId="20577"/>
          <ac:spMkLst>
            <pc:docMk/>
            <pc:sldMk cId="2400313219" sldId="350"/>
            <ac:spMk id="45" creationId="{C4CB3016-B4E3-756D-07B9-D1A110521D91}"/>
          </ac:spMkLst>
        </pc:spChg>
      </pc:sldChg>
      <pc:sldChg chg="addSp delSp modSp add mod">
        <pc:chgData name="Bart van Eijkelenburg" userId="32564be6-3772-4f77-8099-aa7e4c72ca61" providerId="ADAL" clId="{C80536F4-D333-4C14-BAF3-9F42411759C1}" dt="2025-06-21T23:16:50.295" v="8929" actId="20577"/>
        <pc:sldMkLst>
          <pc:docMk/>
          <pc:sldMk cId="3774726007" sldId="351"/>
        </pc:sldMkLst>
        <pc:spChg chg="mod">
          <ac:chgData name="Bart van Eijkelenburg" userId="32564be6-3772-4f77-8099-aa7e4c72ca61" providerId="ADAL" clId="{C80536F4-D333-4C14-BAF3-9F42411759C1}" dt="2025-06-20T08:56:58.137" v="4125" actId="1076"/>
          <ac:spMkLst>
            <pc:docMk/>
            <pc:sldMk cId="3774726007" sldId="351"/>
            <ac:spMk id="2" creationId="{30578F9E-CA5C-03C5-7D2C-D97970771167}"/>
          </ac:spMkLst>
        </pc:spChg>
        <pc:spChg chg="add mod">
          <ac:chgData name="Bart van Eijkelenburg" userId="32564be6-3772-4f77-8099-aa7e4c72ca61" providerId="ADAL" clId="{C80536F4-D333-4C14-BAF3-9F42411759C1}" dt="2025-06-21T23:16:50.295" v="8929" actId="20577"/>
          <ac:spMkLst>
            <pc:docMk/>
            <pc:sldMk cId="3774726007" sldId="351"/>
            <ac:spMk id="5" creationId="{E300AB7F-A714-C0E7-57B4-91722D3363AA}"/>
          </ac:spMkLst>
        </pc:spChg>
        <pc:spChg chg="mod">
          <ac:chgData name="Bart van Eijkelenburg" userId="32564be6-3772-4f77-8099-aa7e4c72ca61" providerId="ADAL" clId="{C80536F4-D333-4C14-BAF3-9F42411759C1}" dt="2025-06-20T08:57:14.693" v="4134" actId="20577"/>
          <ac:spMkLst>
            <pc:docMk/>
            <pc:sldMk cId="3774726007" sldId="351"/>
            <ac:spMk id="45" creationId="{97492330-6221-2F15-7A5D-52A1187A1B71}"/>
          </ac:spMkLst>
        </pc:spChg>
      </pc:sldChg>
      <pc:sldChg chg="addSp delSp modSp add mod">
        <pc:chgData name="Bart van Eijkelenburg" userId="32564be6-3772-4f77-8099-aa7e4c72ca61" providerId="ADAL" clId="{C80536F4-D333-4C14-BAF3-9F42411759C1}" dt="2025-06-20T09:20:54.606" v="5137" actId="20577"/>
        <pc:sldMkLst>
          <pc:docMk/>
          <pc:sldMk cId="3331813711" sldId="352"/>
        </pc:sldMkLst>
        <pc:spChg chg="add del mod">
          <ac:chgData name="Bart van Eijkelenburg" userId="32564be6-3772-4f77-8099-aa7e4c72ca61" providerId="ADAL" clId="{C80536F4-D333-4C14-BAF3-9F42411759C1}" dt="2025-06-20T09:19:52.534" v="5129" actId="20577"/>
          <ac:spMkLst>
            <pc:docMk/>
            <pc:sldMk cId="3331813711" sldId="352"/>
            <ac:spMk id="2" creationId="{5CAB0E9E-B89A-558C-5912-04E2B8ED582B}"/>
          </ac:spMkLst>
        </pc:spChg>
        <pc:spChg chg="add mod">
          <ac:chgData name="Bart van Eijkelenburg" userId="32564be6-3772-4f77-8099-aa7e4c72ca61" providerId="ADAL" clId="{C80536F4-D333-4C14-BAF3-9F42411759C1}" dt="2025-06-20T09:14:10.039" v="4687" actId="313"/>
          <ac:spMkLst>
            <pc:docMk/>
            <pc:sldMk cId="3331813711" sldId="352"/>
            <ac:spMk id="3" creationId="{77609446-B22A-6352-5153-4AE5E464AEA0}"/>
          </ac:spMkLst>
        </pc:spChg>
        <pc:spChg chg="mod">
          <ac:chgData name="Bart van Eijkelenburg" userId="32564be6-3772-4f77-8099-aa7e4c72ca61" providerId="ADAL" clId="{C80536F4-D333-4C14-BAF3-9F42411759C1}" dt="2025-06-20T09:20:54.606" v="5137" actId="20577"/>
          <ac:spMkLst>
            <pc:docMk/>
            <pc:sldMk cId="3331813711" sldId="352"/>
            <ac:spMk id="45" creationId="{6B083729-E001-632E-2601-7640F3E607AC}"/>
          </ac:spMkLst>
        </pc:spChg>
      </pc:sldChg>
      <pc:sldChg chg="addSp delSp modSp add mod modAnim">
        <pc:chgData name="Bart van Eijkelenburg" userId="32564be6-3772-4f77-8099-aa7e4c72ca61" providerId="ADAL" clId="{C80536F4-D333-4C14-BAF3-9F42411759C1}" dt="2025-06-21T21:20:04.226" v="6111" actId="20577"/>
        <pc:sldMkLst>
          <pc:docMk/>
          <pc:sldMk cId="1968552266" sldId="353"/>
        </pc:sldMkLst>
        <pc:spChg chg="mod">
          <ac:chgData name="Bart van Eijkelenburg" userId="32564be6-3772-4f77-8099-aa7e4c72ca61" providerId="ADAL" clId="{C80536F4-D333-4C14-BAF3-9F42411759C1}" dt="2025-06-21T21:17:14.757" v="6109" actId="20577"/>
          <ac:spMkLst>
            <pc:docMk/>
            <pc:sldMk cId="1968552266" sldId="353"/>
            <ac:spMk id="2" creationId="{F3C062BB-2207-CE7A-08D6-4DA692BEA84C}"/>
          </ac:spMkLst>
        </pc:spChg>
        <pc:spChg chg="add mod">
          <ac:chgData name="Bart van Eijkelenburg" userId="32564be6-3772-4f77-8099-aa7e4c72ca61" providerId="ADAL" clId="{C80536F4-D333-4C14-BAF3-9F42411759C1}" dt="2025-06-21T21:11:07.396" v="5995" actId="207"/>
          <ac:spMkLst>
            <pc:docMk/>
            <pc:sldMk cId="1968552266" sldId="353"/>
            <ac:spMk id="6" creationId="{AB58BE55-4FE6-0BCD-4F67-4A73459D8C0D}"/>
          </ac:spMkLst>
        </pc:spChg>
        <pc:spChg chg="add mod">
          <ac:chgData name="Bart van Eijkelenburg" userId="32564be6-3772-4f77-8099-aa7e4c72ca61" providerId="ADAL" clId="{C80536F4-D333-4C14-BAF3-9F42411759C1}" dt="2025-06-21T21:11:17.584" v="5999" actId="207"/>
          <ac:spMkLst>
            <pc:docMk/>
            <pc:sldMk cId="1968552266" sldId="353"/>
            <ac:spMk id="7" creationId="{5651D70B-DBC7-70CC-30B3-6E5728AC6067}"/>
          </ac:spMkLst>
        </pc:spChg>
        <pc:spChg chg="add mod">
          <ac:chgData name="Bart van Eijkelenburg" userId="32564be6-3772-4f77-8099-aa7e4c72ca61" providerId="ADAL" clId="{C80536F4-D333-4C14-BAF3-9F42411759C1}" dt="2025-06-21T21:14:31.241" v="6015" actId="1076"/>
          <ac:spMkLst>
            <pc:docMk/>
            <pc:sldMk cId="1968552266" sldId="353"/>
            <ac:spMk id="8" creationId="{8DBCE95B-72C7-2AC4-E47D-2DE2659FA1C8}"/>
          </ac:spMkLst>
        </pc:spChg>
        <pc:spChg chg="add mod">
          <ac:chgData name="Bart van Eijkelenburg" userId="32564be6-3772-4f77-8099-aa7e4c72ca61" providerId="ADAL" clId="{C80536F4-D333-4C14-BAF3-9F42411759C1}" dt="2025-06-21T21:20:04.226" v="6111" actId="20577"/>
          <ac:spMkLst>
            <pc:docMk/>
            <pc:sldMk cId="1968552266" sldId="353"/>
            <ac:spMk id="9" creationId="{F54D2461-E0DD-6A20-885F-BC3E7224F8F3}"/>
          </ac:spMkLst>
        </pc:spChg>
        <pc:spChg chg="mod">
          <ac:chgData name="Bart van Eijkelenburg" userId="32564be6-3772-4f77-8099-aa7e4c72ca61" providerId="ADAL" clId="{C80536F4-D333-4C14-BAF3-9F42411759C1}" dt="2025-06-20T09:23:36.006" v="5217" actId="20577"/>
          <ac:spMkLst>
            <pc:docMk/>
            <pc:sldMk cId="1968552266" sldId="353"/>
            <ac:spMk id="45" creationId="{2D633290-9582-1006-A8C0-F48DD98D0E79}"/>
          </ac:spMkLst>
        </pc:spChg>
      </pc:sldChg>
      <pc:sldChg chg="addSp delSp modSp add mod">
        <pc:chgData name="Bart van Eijkelenburg" userId="32564be6-3772-4f77-8099-aa7e4c72ca61" providerId="ADAL" clId="{C80536F4-D333-4C14-BAF3-9F42411759C1}" dt="2025-06-21T21:43:00.667" v="6428" actId="1076"/>
        <pc:sldMkLst>
          <pc:docMk/>
          <pc:sldMk cId="535797409" sldId="354"/>
        </pc:sldMkLst>
        <pc:spChg chg="mod">
          <ac:chgData name="Bart van Eijkelenburg" userId="32564be6-3772-4f77-8099-aa7e4c72ca61" providerId="ADAL" clId="{C80536F4-D333-4C14-BAF3-9F42411759C1}" dt="2025-06-21T21:43:00.667" v="6428" actId="1076"/>
          <ac:spMkLst>
            <pc:docMk/>
            <pc:sldMk cId="535797409" sldId="354"/>
            <ac:spMk id="2" creationId="{76964D32-FF5F-4423-F26F-484638DB3E16}"/>
          </ac:spMkLst>
        </pc:spChg>
        <pc:spChg chg="add mod">
          <ac:chgData name="Bart van Eijkelenburg" userId="32564be6-3772-4f77-8099-aa7e4c72ca61" providerId="ADAL" clId="{C80536F4-D333-4C14-BAF3-9F42411759C1}" dt="2025-06-21T21:40:09.111" v="6256"/>
          <ac:spMkLst>
            <pc:docMk/>
            <pc:sldMk cId="535797409" sldId="354"/>
            <ac:spMk id="4" creationId="{7C0ECB61-E845-A9E9-5E99-6385BF30CF19}"/>
          </ac:spMkLst>
        </pc:spChg>
        <pc:spChg chg="mod">
          <ac:chgData name="Bart van Eijkelenburg" userId="32564be6-3772-4f77-8099-aa7e4c72ca61" providerId="ADAL" clId="{C80536F4-D333-4C14-BAF3-9F42411759C1}" dt="2025-06-20T09:24:02.901" v="5260" actId="20577"/>
          <ac:spMkLst>
            <pc:docMk/>
            <pc:sldMk cId="535797409" sldId="354"/>
            <ac:spMk id="45" creationId="{E0D0FAEE-F615-E320-DB07-75093620579B}"/>
          </ac:spMkLst>
        </pc:spChg>
      </pc:sldChg>
      <pc:sldChg chg="addSp delSp modSp add del mod ord modAnim">
        <pc:chgData name="Bart van Eijkelenburg" userId="32564be6-3772-4f77-8099-aa7e4c72ca61" providerId="ADAL" clId="{C80536F4-D333-4C14-BAF3-9F42411759C1}" dt="2025-07-14T11:57:00.588" v="10077" actId="2696"/>
        <pc:sldMkLst>
          <pc:docMk/>
          <pc:sldMk cId="3059285353" sldId="355"/>
        </pc:sldMkLst>
        <pc:spChg chg="mod">
          <ac:chgData name="Bart van Eijkelenburg" userId="32564be6-3772-4f77-8099-aa7e4c72ca61" providerId="ADAL" clId="{C80536F4-D333-4C14-BAF3-9F42411759C1}" dt="2025-06-21T22:33:51.679" v="7293" actId="21"/>
          <ac:spMkLst>
            <pc:docMk/>
            <pc:sldMk cId="3059285353" sldId="355"/>
            <ac:spMk id="2" creationId="{BB03D2A5-0575-AE47-A4FF-7494C46ED086}"/>
          </ac:spMkLst>
        </pc:spChg>
        <pc:spChg chg="add mod">
          <ac:chgData name="Bart van Eijkelenburg" userId="32564be6-3772-4f77-8099-aa7e4c72ca61" providerId="ADAL" clId="{C80536F4-D333-4C14-BAF3-9F42411759C1}" dt="2025-06-21T22:49:50.614" v="8107" actId="207"/>
          <ac:spMkLst>
            <pc:docMk/>
            <pc:sldMk cId="3059285353" sldId="355"/>
            <ac:spMk id="3" creationId="{29ED8384-C4DB-76F3-A7FF-FE9D421BA024}"/>
          </ac:spMkLst>
        </pc:spChg>
        <pc:spChg chg="mod topLvl">
          <ac:chgData name="Bart van Eijkelenburg" userId="32564be6-3772-4f77-8099-aa7e4c72ca61" providerId="ADAL" clId="{C80536F4-D333-4C14-BAF3-9F42411759C1}" dt="2025-06-21T22:10:42.815" v="7006" actId="165"/>
          <ac:spMkLst>
            <pc:docMk/>
            <pc:sldMk cId="3059285353" sldId="355"/>
            <ac:spMk id="6" creationId="{1E292B05-BD6A-9696-30E7-1388EACBCBF6}"/>
          </ac:spMkLst>
        </pc:spChg>
        <pc:spChg chg="mod topLvl">
          <ac:chgData name="Bart van Eijkelenburg" userId="32564be6-3772-4f77-8099-aa7e4c72ca61" providerId="ADAL" clId="{C80536F4-D333-4C14-BAF3-9F42411759C1}" dt="2025-06-21T22:10:42.815" v="7006" actId="165"/>
          <ac:spMkLst>
            <pc:docMk/>
            <pc:sldMk cId="3059285353" sldId="355"/>
            <ac:spMk id="7" creationId="{594455F7-AF94-DE73-B827-976195DFA0BC}"/>
          </ac:spMkLst>
        </pc:spChg>
        <pc:spChg chg="add mod">
          <ac:chgData name="Bart van Eijkelenburg" userId="32564be6-3772-4f77-8099-aa7e4c72ca61" providerId="ADAL" clId="{C80536F4-D333-4C14-BAF3-9F42411759C1}" dt="2025-06-21T22:34:05.258" v="7298" actId="1076"/>
          <ac:spMkLst>
            <pc:docMk/>
            <pc:sldMk cId="3059285353" sldId="355"/>
            <ac:spMk id="8" creationId="{E4692A65-B5C0-276D-A748-6DAF29E1342D}"/>
          </ac:spMkLst>
        </pc:spChg>
        <pc:spChg chg="add mod">
          <ac:chgData name="Bart van Eijkelenburg" userId="32564be6-3772-4f77-8099-aa7e4c72ca61" providerId="ADAL" clId="{C80536F4-D333-4C14-BAF3-9F42411759C1}" dt="2025-06-21T22:34:05.258" v="7298" actId="1076"/>
          <ac:spMkLst>
            <pc:docMk/>
            <pc:sldMk cId="3059285353" sldId="355"/>
            <ac:spMk id="9" creationId="{A88CE6D8-D7E1-2A6D-40A1-83A2F28B18F7}"/>
          </ac:spMkLst>
        </pc:spChg>
        <pc:spChg chg="add mod ord">
          <ac:chgData name="Bart van Eijkelenburg" userId="32564be6-3772-4f77-8099-aa7e4c72ca61" providerId="ADAL" clId="{C80536F4-D333-4C14-BAF3-9F42411759C1}" dt="2025-06-21T22:34:05.258" v="7298" actId="1076"/>
          <ac:spMkLst>
            <pc:docMk/>
            <pc:sldMk cId="3059285353" sldId="355"/>
            <ac:spMk id="10" creationId="{9570E889-0393-1412-2A20-86B912CA4CDF}"/>
          </ac:spMkLst>
        </pc:spChg>
        <pc:spChg chg="add mod ord">
          <ac:chgData name="Bart van Eijkelenburg" userId="32564be6-3772-4f77-8099-aa7e4c72ca61" providerId="ADAL" clId="{C80536F4-D333-4C14-BAF3-9F42411759C1}" dt="2025-06-21T22:34:05.258" v="7298" actId="1076"/>
          <ac:spMkLst>
            <pc:docMk/>
            <pc:sldMk cId="3059285353" sldId="355"/>
            <ac:spMk id="11" creationId="{EF2BD0ED-639D-EA07-334B-02B285E2BA97}"/>
          </ac:spMkLst>
        </pc:spChg>
        <pc:spChg chg="add mod">
          <ac:chgData name="Bart van Eijkelenburg" userId="32564be6-3772-4f77-8099-aa7e4c72ca61" providerId="ADAL" clId="{C80536F4-D333-4C14-BAF3-9F42411759C1}" dt="2025-06-21T22:34:05.258" v="7298" actId="1076"/>
          <ac:spMkLst>
            <pc:docMk/>
            <pc:sldMk cId="3059285353" sldId="355"/>
            <ac:spMk id="12" creationId="{94A49080-B2DC-E8FF-26D0-186CF8916184}"/>
          </ac:spMkLst>
        </pc:spChg>
        <pc:spChg chg="add mod">
          <ac:chgData name="Bart van Eijkelenburg" userId="32564be6-3772-4f77-8099-aa7e4c72ca61" providerId="ADAL" clId="{C80536F4-D333-4C14-BAF3-9F42411759C1}" dt="2025-06-21T22:34:05.258" v="7298" actId="1076"/>
          <ac:spMkLst>
            <pc:docMk/>
            <pc:sldMk cId="3059285353" sldId="355"/>
            <ac:spMk id="33" creationId="{A4F3B848-2AE0-245E-1560-26F51B8D642C}"/>
          </ac:spMkLst>
        </pc:spChg>
        <pc:spChg chg="add mod">
          <ac:chgData name="Bart van Eijkelenburg" userId="32564be6-3772-4f77-8099-aa7e4c72ca61" providerId="ADAL" clId="{C80536F4-D333-4C14-BAF3-9F42411759C1}" dt="2025-06-21T23:10:18.263" v="8683" actId="20577"/>
          <ac:spMkLst>
            <pc:docMk/>
            <pc:sldMk cId="3059285353" sldId="355"/>
            <ac:spMk id="39" creationId="{D580117C-E51D-291E-1AAB-89F29BB76E8F}"/>
          </ac:spMkLst>
        </pc:spChg>
        <pc:spChg chg="add mod">
          <ac:chgData name="Bart van Eijkelenburg" userId="32564be6-3772-4f77-8099-aa7e4c72ca61" providerId="ADAL" clId="{C80536F4-D333-4C14-BAF3-9F42411759C1}" dt="2025-06-21T22:35:33.012" v="7400" actId="20577"/>
          <ac:spMkLst>
            <pc:docMk/>
            <pc:sldMk cId="3059285353" sldId="355"/>
            <ac:spMk id="40" creationId="{7D2C50BC-54B9-33F7-AEE5-0B5D2BBD5DDC}"/>
          </ac:spMkLst>
        </pc:spChg>
        <pc:spChg chg="add mod">
          <ac:chgData name="Bart van Eijkelenburg" userId="32564be6-3772-4f77-8099-aa7e4c72ca61" providerId="ADAL" clId="{C80536F4-D333-4C14-BAF3-9F42411759C1}" dt="2025-06-21T22:35:47.837" v="7414" actId="20577"/>
          <ac:spMkLst>
            <pc:docMk/>
            <pc:sldMk cId="3059285353" sldId="355"/>
            <ac:spMk id="41" creationId="{EAADE8F0-1940-4729-30B6-0B044DBB6F31}"/>
          </ac:spMkLst>
        </pc:spChg>
        <pc:spChg chg="mod">
          <ac:chgData name="Bart van Eijkelenburg" userId="32564be6-3772-4f77-8099-aa7e4c72ca61" providerId="ADAL" clId="{C80536F4-D333-4C14-BAF3-9F42411759C1}" dt="2025-06-21T22:01:44.135" v="6577" actId="1076"/>
          <ac:spMkLst>
            <pc:docMk/>
            <pc:sldMk cId="3059285353" sldId="355"/>
            <ac:spMk id="45" creationId="{85174EA0-88B8-FEA3-68B9-81F84E9DA3A5}"/>
          </ac:spMkLst>
        </pc:spChg>
        <pc:cxnChg chg="add mod">
          <ac:chgData name="Bart van Eijkelenburg" userId="32564be6-3772-4f77-8099-aa7e4c72ca61" providerId="ADAL" clId="{C80536F4-D333-4C14-BAF3-9F42411759C1}" dt="2025-06-21T22:39:27.741" v="7434" actId="1582"/>
          <ac:cxnSpMkLst>
            <pc:docMk/>
            <pc:sldMk cId="3059285353" sldId="355"/>
            <ac:cxnSpMk id="14" creationId="{B02BA479-8A1C-8805-992B-49530F5C42F6}"/>
          </ac:cxnSpMkLst>
        </pc:cxnChg>
        <pc:cxnChg chg="add mod">
          <ac:chgData name="Bart van Eijkelenburg" userId="32564be6-3772-4f77-8099-aa7e4c72ca61" providerId="ADAL" clId="{C80536F4-D333-4C14-BAF3-9F42411759C1}" dt="2025-06-21T22:34:05.258" v="7298" actId="1076"/>
          <ac:cxnSpMkLst>
            <pc:docMk/>
            <pc:sldMk cId="3059285353" sldId="355"/>
            <ac:cxnSpMk id="16" creationId="{E2BE6C8D-4831-B58F-724E-538C6CC2C349}"/>
          </ac:cxnSpMkLst>
        </pc:cxnChg>
        <pc:cxnChg chg="add mod ord">
          <ac:chgData name="Bart van Eijkelenburg" userId="32564be6-3772-4f77-8099-aa7e4c72ca61" providerId="ADAL" clId="{C80536F4-D333-4C14-BAF3-9F42411759C1}" dt="2025-06-21T22:39:28.814" v="7435" actId="1582"/>
          <ac:cxnSpMkLst>
            <pc:docMk/>
            <pc:sldMk cId="3059285353" sldId="355"/>
            <ac:cxnSpMk id="24" creationId="{A757E928-A5F1-EA37-1902-8FA306A8476F}"/>
          </ac:cxnSpMkLst>
        </pc:cxnChg>
        <pc:cxnChg chg="add mod">
          <ac:chgData name="Bart van Eijkelenburg" userId="32564be6-3772-4f77-8099-aa7e4c72ca61" providerId="ADAL" clId="{C80536F4-D333-4C14-BAF3-9F42411759C1}" dt="2025-06-21T22:39:29.755" v="7436" actId="1582"/>
          <ac:cxnSpMkLst>
            <pc:docMk/>
            <pc:sldMk cId="3059285353" sldId="355"/>
            <ac:cxnSpMk id="25" creationId="{B3DAA00D-6DC9-6EC3-5431-81F59026A1FB}"/>
          </ac:cxnSpMkLst>
        </pc:cxnChg>
        <pc:cxnChg chg="add mod ord">
          <ac:chgData name="Bart van Eijkelenburg" userId="32564be6-3772-4f77-8099-aa7e4c72ca61" providerId="ADAL" clId="{C80536F4-D333-4C14-BAF3-9F42411759C1}" dt="2025-06-21T22:39:21.300" v="7432" actId="1582"/>
          <ac:cxnSpMkLst>
            <pc:docMk/>
            <pc:sldMk cId="3059285353" sldId="355"/>
            <ac:cxnSpMk id="26" creationId="{0149CEEC-F505-F6BB-ECF9-DE367A918029}"/>
          </ac:cxnSpMkLst>
        </pc:cxnChg>
        <pc:cxnChg chg="add mod ord">
          <ac:chgData name="Bart van Eijkelenburg" userId="32564be6-3772-4f77-8099-aa7e4c72ca61" providerId="ADAL" clId="{C80536F4-D333-4C14-BAF3-9F42411759C1}" dt="2025-06-21T22:39:26.323" v="7433" actId="1582"/>
          <ac:cxnSpMkLst>
            <pc:docMk/>
            <pc:sldMk cId="3059285353" sldId="355"/>
            <ac:cxnSpMk id="27" creationId="{AB755D16-8BDF-7BAF-A60A-15119D2B7F2F}"/>
          </ac:cxnSpMkLst>
        </pc:cxnChg>
        <pc:cxnChg chg="add mod">
          <ac:chgData name="Bart van Eijkelenburg" userId="32564be6-3772-4f77-8099-aa7e4c72ca61" providerId="ADAL" clId="{C80536F4-D333-4C14-BAF3-9F42411759C1}" dt="2025-06-21T22:39:30.575" v="7437" actId="1582"/>
          <ac:cxnSpMkLst>
            <pc:docMk/>
            <pc:sldMk cId="3059285353" sldId="355"/>
            <ac:cxnSpMk id="28" creationId="{848A253F-76AA-7A42-B298-7B3C62B91E95}"/>
          </ac:cxnSpMkLst>
        </pc:cxnChg>
        <pc:cxnChg chg="add mod">
          <ac:chgData name="Bart van Eijkelenburg" userId="32564be6-3772-4f77-8099-aa7e4c72ca61" providerId="ADAL" clId="{C80536F4-D333-4C14-BAF3-9F42411759C1}" dt="2025-06-21T22:34:05.258" v="7298" actId="1076"/>
          <ac:cxnSpMkLst>
            <pc:docMk/>
            <pc:sldMk cId="3059285353" sldId="355"/>
            <ac:cxnSpMk id="29" creationId="{38B3D0E4-881E-C9A8-277F-06F2276FA2C3}"/>
          </ac:cxnSpMkLst>
        </pc:cxnChg>
        <pc:cxnChg chg="add mod">
          <ac:chgData name="Bart van Eijkelenburg" userId="32564be6-3772-4f77-8099-aa7e4c72ca61" providerId="ADAL" clId="{C80536F4-D333-4C14-BAF3-9F42411759C1}" dt="2025-06-21T22:34:05.258" v="7298" actId="1076"/>
          <ac:cxnSpMkLst>
            <pc:docMk/>
            <pc:sldMk cId="3059285353" sldId="355"/>
            <ac:cxnSpMk id="34" creationId="{33F93370-E947-EE37-3EBC-316D5829D2C9}"/>
          </ac:cxnSpMkLst>
        </pc:cxnChg>
      </pc:sldChg>
      <pc:sldChg chg="add">
        <pc:chgData name="Bart van Eijkelenburg" userId="32564be6-3772-4f77-8099-aa7e4c72ca61" providerId="ADAL" clId="{C80536F4-D333-4C14-BAF3-9F42411759C1}" dt="2025-06-21T22:42:31.683" v="7549" actId="2890"/>
        <pc:sldMkLst>
          <pc:docMk/>
          <pc:sldMk cId="2943772853" sldId="356"/>
        </pc:sldMkLst>
      </pc:sldChg>
      <pc:sldChg chg="addSp modSp add mod ord">
        <pc:chgData name="Bart van Eijkelenburg" userId="32564be6-3772-4f77-8099-aa7e4c72ca61" providerId="ADAL" clId="{C80536F4-D333-4C14-BAF3-9F42411759C1}" dt="2025-06-23T22:42:58.739" v="9422" actId="20577"/>
        <pc:sldMkLst>
          <pc:docMk/>
          <pc:sldMk cId="3321443703" sldId="357"/>
        </pc:sldMkLst>
        <pc:spChg chg="mod">
          <ac:chgData name="Bart van Eijkelenburg" userId="32564be6-3772-4f77-8099-aa7e4c72ca61" providerId="ADAL" clId="{C80536F4-D333-4C14-BAF3-9F42411759C1}" dt="2025-06-23T22:42:58.739" v="9422" actId="20577"/>
          <ac:spMkLst>
            <pc:docMk/>
            <pc:sldMk cId="3321443703" sldId="357"/>
            <ac:spMk id="7" creationId="{AFD2BEB7-7199-9679-6623-0FDB1438573B}"/>
          </ac:spMkLst>
        </pc:spChg>
        <pc:spChg chg="mod">
          <ac:chgData name="Bart van Eijkelenburg" userId="32564be6-3772-4f77-8099-aa7e4c72ca61" providerId="ADAL" clId="{C80536F4-D333-4C14-BAF3-9F42411759C1}" dt="2025-06-21T22:55:49.472" v="8420" actId="21"/>
          <ac:spMkLst>
            <pc:docMk/>
            <pc:sldMk cId="3321443703" sldId="357"/>
            <ac:spMk id="17" creationId="{F6138D1F-6395-C754-3745-71802D0437C4}"/>
          </ac:spMkLst>
        </pc:spChg>
      </pc:sldChg>
      <pc:sldChg chg="modSp add">
        <pc:chgData name="Bart van Eijkelenburg" userId="32564be6-3772-4f77-8099-aa7e4c72ca61" providerId="ADAL" clId="{C80536F4-D333-4C14-BAF3-9F42411759C1}" dt="2025-07-14T11:56:57.123" v="10076"/>
        <pc:sldMkLst>
          <pc:docMk/>
          <pc:sldMk cId="2065499436" sldId="358"/>
        </pc:sldMkLst>
        <pc:spChg chg="mod">
          <ac:chgData name="Bart van Eijkelenburg" userId="32564be6-3772-4f77-8099-aa7e4c72ca61" providerId="ADAL" clId="{C80536F4-D333-4C14-BAF3-9F42411759C1}" dt="2025-07-14T11:56:57.123" v="10076"/>
          <ac:spMkLst>
            <pc:docMk/>
            <pc:sldMk cId="2065499436" sldId="358"/>
            <ac:spMk id="45" creationId="{85174EA0-88B8-FEA3-68B9-81F84E9DA3A5}"/>
          </ac:spMkLst>
        </pc:spChg>
      </pc:sldChg>
      <pc:sldChg chg="add del">
        <pc:chgData name="Bart van Eijkelenburg" userId="32564be6-3772-4f77-8099-aa7e4c72ca61" providerId="ADAL" clId="{C80536F4-D333-4C14-BAF3-9F42411759C1}" dt="2025-06-30T19:57:00.490" v="10072" actId="2890"/>
        <pc:sldMkLst>
          <pc:docMk/>
          <pc:sldMk cId="2935341263" sldId="358"/>
        </pc:sldMkLst>
      </pc:sldChg>
    </pc:docChg>
  </pc:docChgLst>
  <pc:docChgLst>
    <pc:chgData name="Bart" userId="32564be6-3772-4f77-8099-aa7e4c72ca61" providerId="ADAL" clId="{04BC9C48-A78C-4CA2-A941-8B83843AF988}"/>
    <pc:docChg chg="delSld modSld modMainMaster">
      <pc:chgData name="Bart" userId="32564be6-3772-4f77-8099-aa7e4c72ca61" providerId="ADAL" clId="{04BC9C48-A78C-4CA2-A941-8B83843AF988}" dt="2021-06-24T08:58:19.148" v="7"/>
      <pc:docMkLst>
        <pc:docMk/>
      </pc:docMkLst>
      <pc:sldChg chg="del">
        <pc:chgData name="Bart" userId="32564be6-3772-4f77-8099-aa7e4c72ca61" providerId="ADAL" clId="{04BC9C48-A78C-4CA2-A941-8B83843AF988}" dt="2021-06-24T08:58:07.088" v="0" actId="2696"/>
        <pc:sldMkLst>
          <pc:docMk/>
          <pc:sldMk cId="1019746299" sldId="256"/>
        </pc:sldMkLst>
      </pc:sldChg>
      <pc:sldChg chg="setBg">
        <pc:chgData name="Bart" userId="32564be6-3772-4f77-8099-aa7e4c72ca61" providerId="ADAL" clId="{04BC9C48-A78C-4CA2-A941-8B83843AF988}" dt="2021-06-24T08:58:19.148" v="7"/>
        <pc:sldMkLst>
          <pc:docMk/>
          <pc:sldMk cId="288339041" sldId="257"/>
        </pc:sldMkLst>
      </pc:sldChg>
      <pc:sldMasterChg chg="setBg modSldLayout">
        <pc:chgData name="Bart" userId="32564be6-3772-4f77-8099-aa7e4c72ca61" providerId="ADAL" clId="{04BC9C48-A78C-4CA2-A941-8B83843AF988}" dt="2021-06-24T08:58:19.148" v="7"/>
        <pc:sldMasterMkLst>
          <pc:docMk/>
          <pc:sldMasterMk cId="3302259629" sldId="2147483648"/>
        </pc:sldMasterMkLst>
        <pc:sldLayoutChg chg="setBg">
          <pc:chgData name="Bart" userId="32564be6-3772-4f77-8099-aa7e4c72ca61" providerId="ADAL" clId="{04BC9C48-A78C-4CA2-A941-8B83843AF988}" dt="2021-06-24T08:58:19.148" v="7"/>
          <pc:sldLayoutMkLst>
            <pc:docMk/>
            <pc:sldMasterMk cId="3302259629" sldId="2147483648"/>
            <pc:sldLayoutMk cId="4165269352" sldId="2147483649"/>
          </pc:sldLayoutMkLst>
        </pc:sldLayoutChg>
        <pc:sldLayoutChg chg="setBg">
          <pc:chgData name="Bart" userId="32564be6-3772-4f77-8099-aa7e4c72ca61" providerId="ADAL" clId="{04BC9C48-A78C-4CA2-A941-8B83843AF988}" dt="2021-06-24T08:58:19.148" v="7"/>
          <pc:sldLayoutMkLst>
            <pc:docMk/>
            <pc:sldMasterMk cId="3302259629" sldId="2147483648"/>
            <pc:sldLayoutMk cId="3093850552" sldId="2147483650"/>
          </pc:sldLayoutMkLst>
        </pc:sldLayoutChg>
        <pc:sldLayoutChg chg="setBg">
          <pc:chgData name="Bart" userId="32564be6-3772-4f77-8099-aa7e4c72ca61" providerId="ADAL" clId="{04BC9C48-A78C-4CA2-A941-8B83843AF988}" dt="2021-06-24T08:58:19.148" v="7"/>
          <pc:sldLayoutMkLst>
            <pc:docMk/>
            <pc:sldMasterMk cId="3302259629" sldId="2147483648"/>
            <pc:sldLayoutMk cId="1788405935" sldId="2147483651"/>
          </pc:sldLayoutMkLst>
        </pc:sldLayoutChg>
        <pc:sldLayoutChg chg="setBg">
          <pc:chgData name="Bart" userId="32564be6-3772-4f77-8099-aa7e4c72ca61" providerId="ADAL" clId="{04BC9C48-A78C-4CA2-A941-8B83843AF988}" dt="2021-06-24T08:58:19.148" v="7"/>
          <pc:sldLayoutMkLst>
            <pc:docMk/>
            <pc:sldMasterMk cId="3302259629" sldId="2147483648"/>
            <pc:sldLayoutMk cId="1774313074" sldId="2147483652"/>
          </pc:sldLayoutMkLst>
        </pc:sldLayoutChg>
        <pc:sldLayoutChg chg="setBg">
          <pc:chgData name="Bart" userId="32564be6-3772-4f77-8099-aa7e4c72ca61" providerId="ADAL" clId="{04BC9C48-A78C-4CA2-A941-8B83843AF988}" dt="2021-06-24T08:58:19.148" v="7"/>
          <pc:sldLayoutMkLst>
            <pc:docMk/>
            <pc:sldMasterMk cId="3302259629" sldId="2147483648"/>
            <pc:sldLayoutMk cId="3470892329" sldId="2147483653"/>
          </pc:sldLayoutMkLst>
        </pc:sldLayoutChg>
        <pc:sldLayoutChg chg="setBg">
          <pc:chgData name="Bart" userId="32564be6-3772-4f77-8099-aa7e4c72ca61" providerId="ADAL" clId="{04BC9C48-A78C-4CA2-A941-8B83843AF988}" dt="2021-06-24T08:58:19.148" v="7"/>
          <pc:sldLayoutMkLst>
            <pc:docMk/>
            <pc:sldMasterMk cId="3302259629" sldId="2147483648"/>
            <pc:sldLayoutMk cId="3995840684" sldId="2147483654"/>
          </pc:sldLayoutMkLst>
        </pc:sldLayoutChg>
        <pc:sldLayoutChg chg="setBg">
          <pc:chgData name="Bart" userId="32564be6-3772-4f77-8099-aa7e4c72ca61" providerId="ADAL" clId="{04BC9C48-A78C-4CA2-A941-8B83843AF988}" dt="2021-06-24T08:58:19.148" v="7"/>
          <pc:sldLayoutMkLst>
            <pc:docMk/>
            <pc:sldMasterMk cId="3302259629" sldId="2147483648"/>
            <pc:sldLayoutMk cId="3104626620" sldId="2147483655"/>
          </pc:sldLayoutMkLst>
        </pc:sldLayoutChg>
        <pc:sldLayoutChg chg="setBg">
          <pc:chgData name="Bart" userId="32564be6-3772-4f77-8099-aa7e4c72ca61" providerId="ADAL" clId="{04BC9C48-A78C-4CA2-A941-8B83843AF988}" dt="2021-06-24T08:58:19.148" v="7"/>
          <pc:sldLayoutMkLst>
            <pc:docMk/>
            <pc:sldMasterMk cId="3302259629" sldId="2147483648"/>
            <pc:sldLayoutMk cId="3434144744" sldId="2147483656"/>
          </pc:sldLayoutMkLst>
        </pc:sldLayoutChg>
        <pc:sldLayoutChg chg="setBg">
          <pc:chgData name="Bart" userId="32564be6-3772-4f77-8099-aa7e4c72ca61" providerId="ADAL" clId="{04BC9C48-A78C-4CA2-A941-8B83843AF988}" dt="2021-06-24T08:58:19.148" v="7"/>
          <pc:sldLayoutMkLst>
            <pc:docMk/>
            <pc:sldMasterMk cId="3302259629" sldId="2147483648"/>
            <pc:sldLayoutMk cId="2823669942" sldId="2147483657"/>
          </pc:sldLayoutMkLst>
        </pc:sldLayoutChg>
        <pc:sldLayoutChg chg="setBg">
          <pc:chgData name="Bart" userId="32564be6-3772-4f77-8099-aa7e4c72ca61" providerId="ADAL" clId="{04BC9C48-A78C-4CA2-A941-8B83843AF988}" dt="2021-06-24T08:58:19.148" v="7"/>
          <pc:sldLayoutMkLst>
            <pc:docMk/>
            <pc:sldMasterMk cId="3302259629" sldId="2147483648"/>
            <pc:sldLayoutMk cId="2241749005" sldId="2147483658"/>
          </pc:sldLayoutMkLst>
        </pc:sldLayoutChg>
        <pc:sldLayoutChg chg="setBg">
          <pc:chgData name="Bart" userId="32564be6-3772-4f77-8099-aa7e4c72ca61" providerId="ADAL" clId="{04BC9C48-A78C-4CA2-A941-8B83843AF988}" dt="2021-06-24T08:58:19.148" v="7"/>
          <pc:sldLayoutMkLst>
            <pc:docMk/>
            <pc:sldMasterMk cId="3302259629" sldId="2147483648"/>
            <pc:sldLayoutMk cId="913217511"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D5CE9D-4050-423A-98E5-10A9EC3FEE4F}"/>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F4696A2F-48CF-4885-9F9B-2267E4A6D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26B4853E-9F44-4A61-9C26-CD8A69EA0650}"/>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3FB0EAC4-8F69-40B3-95E6-D82CAE03C0D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3460B1D-9B39-48FB-AF34-1E5DE94592B1}"/>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416526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00762E-76BC-4D43-8F6B-46A5F857338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387D5E3-8EB6-4E0F-912E-87A35CBF8B3E}"/>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4F19BDA-7F97-4288-94AC-52E037E6E8A9}"/>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1B06697D-ED10-4889-9D0B-30048883B7E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9722C81-81A1-4675-8229-033E2AD7D992}"/>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093850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134079-0CA6-486F-B22E-E7C806A324BD}"/>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CFCCCB21-4E84-47D2-AF5A-616F4A1969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92362E3-40F5-477B-A0AE-DA70F8908AD7}"/>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FFD262FA-ADD3-454F-8DE1-29AD2A8EEA0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E7276B4-B267-42D6-B13C-6CF4465F4E1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1788405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29CED4-7512-4C2E-8C35-4128ADA0B476}"/>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63922D83-D01C-45D2-A741-48004D64558D}"/>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CA106C45-2A93-4F21-86F5-0F3BF1AAEC9D}"/>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03CAAD4-45D9-4F0F-A314-71674B0BCB7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5693EC56-9C5E-4357-A7BB-3C6FBCAE947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388828B-FDA9-45C2-9C3E-285032457249}"/>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1774313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C36B79-32F3-4C8A-B375-01BBBD47BE81}"/>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6F842707-C72C-4C90-B148-DE8E0CDB7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1E849F3C-67BA-4D5C-843C-8DE0C8C052E0}"/>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117E2C9F-C5C2-40F3-B475-E7BC9506A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61BB13F6-112C-476E-A1A7-FBB96EC767B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916C0BBB-89BD-4771-A824-30C0D8AD3DC9}"/>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8" name="Tijdelijke aanduiding voor voettekst 7">
            <a:extLst>
              <a:ext uri="{FF2B5EF4-FFF2-40B4-BE49-F238E27FC236}">
                <a16:creationId xmlns:a16="http://schemas.microsoft.com/office/drawing/2014/main" id="{540CF236-F141-4F0B-8CC7-9FF7DC4946CE}"/>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E7A9C86D-6DC2-4E18-9718-B3A6D58C1A6B}"/>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470892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33EDB9-5087-4D54-B70B-2BD43DC6470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7D41F71-96FD-4699-ABC0-23A5E878F677}"/>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4" name="Tijdelijke aanduiding voor voettekst 3">
            <a:extLst>
              <a:ext uri="{FF2B5EF4-FFF2-40B4-BE49-F238E27FC236}">
                <a16:creationId xmlns:a16="http://schemas.microsoft.com/office/drawing/2014/main" id="{7194D54D-EDB6-42B1-A84B-2F9134F866E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62D379CE-9AC6-4A22-9BEC-83A7A8AE82B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995840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C93564AC-6D35-4B88-93DD-756472E74A88}"/>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3" name="Tijdelijke aanduiding voor voettekst 2">
            <a:extLst>
              <a:ext uri="{FF2B5EF4-FFF2-40B4-BE49-F238E27FC236}">
                <a16:creationId xmlns:a16="http://schemas.microsoft.com/office/drawing/2014/main" id="{07271FBE-900E-4F49-82E8-6DFB518D954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D4011CC3-18AC-4CE8-AA61-BF68EC620370}"/>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104626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8453E5-7075-45D2-916D-9E69A7B9499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553950A4-329F-4483-BD17-6AFCE5BB1D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8DD6E32E-B0B6-4426-84A3-C56B7233A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84B00175-8635-45A6-9E64-162C4FB7C748}"/>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8F2E64C3-DF0D-4C80-B1F8-1EA1B395A01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851CF97-7EA6-4663-946D-1C1811C56568}"/>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434144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E63BA9-3123-4BA0-B4D7-DDEDD79C5EAD}"/>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E20004D9-F3D5-4401-9053-53C66CF43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63190378-57C6-4745-9C5C-22D79EA57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ADD3A3A-4542-446A-B145-B56295BFF11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53FE5005-ED99-4AA2-B062-1623C7CDC6D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9C24A11-2C4C-415D-894D-7FCDFAE3EA2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2823669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969FF0-2778-4556-899D-B87EAE8D2C19}"/>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D52E0629-C48F-4C27-B8C6-41A5A2F84618}"/>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39A586F-082A-4501-8782-445665FF581E}"/>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730FDC77-7D9D-42C0-BDDD-15A9991F4D1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56E7AE0-E89C-4EBB-AFA7-ED2935CC2715}"/>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2241749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AF6C3705-D14F-47F8-B948-714C1152C9CB}"/>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197EC752-316A-48E8-9B80-8557F89EE06F}"/>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AA20280-0849-4CEE-B2F0-14F7BF34F6B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BBB8D04D-AD06-405D-8A84-2C809DA2F2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8551506-4CCE-4F50-92DF-23793EE44517}"/>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9132175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D5CE9D-4050-423A-98E5-10A9EC3FEE4F}"/>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F4696A2F-48CF-4885-9F9B-2267E4A6D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26B4853E-9F44-4A61-9C26-CD8A69EA0650}"/>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3FB0EAC4-8F69-40B3-95E6-D82CAE03C0D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3460B1D-9B39-48FB-AF34-1E5DE94592B1}"/>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110712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00762E-76BC-4D43-8F6B-46A5F857338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387D5E3-8EB6-4E0F-912E-87A35CBF8B3E}"/>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4F19BDA-7F97-4288-94AC-52E037E6E8A9}"/>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1B06697D-ED10-4889-9D0B-30048883B7E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9722C81-81A1-4675-8229-033E2AD7D992}"/>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5857290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134079-0CA6-486F-B22E-E7C806A324BD}"/>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CFCCCB21-4E84-47D2-AF5A-616F4A1969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92362E3-40F5-477B-A0AE-DA70F8908AD7}"/>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FFD262FA-ADD3-454F-8DE1-29AD2A8EEA0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E7276B4-B267-42D6-B13C-6CF4465F4E1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1857167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29CED4-7512-4C2E-8C35-4128ADA0B476}"/>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63922D83-D01C-45D2-A741-48004D64558D}"/>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CA106C45-2A93-4F21-86F5-0F3BF1AAEC9D}"/>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F03CAAD4-45D9-4F0F-A314-71674B0BCB7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5693EC56-9C5E-4357-A7BB-3C6FBCAE947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388828B-FDA9-45C2-9C3E-285032457249}"/>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540723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C36B79-32F3-4C8A-B375-01BBBD47BE81}"/>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6F842707-C72C-4C90-B148-DE8E0CDB7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1E849F3C-67BA-4D5C-843C-8DE0C8C052E0}"/>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117E2C9F-C5C2-40F3-B475-E7BC9506A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61BB13F6-112C-476E-A1A7-FBB96EC767B2}"/>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916C0BBB-89BD-4771-A824-30C0D8AD3DC9}"/>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8" name="Tijdelijke aanduiding voor voettekst 7">
            <a:extLst>
              <a:ext uri="{FF2B5EF4-FFF2-40B4-BE49-F238E27FC236}">
                <a16:creationId xmlns:a16="http://schemas.microsoft.com/office/drawing/2014/main" id="{540CF236-F141-4F0B-8CC7-9FF7DC4946CE}"/>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E7A9C86D-6DC2-4E18-9718-B3A6D58C1A6B}"/>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938560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33EDB9-5087-4D54-B70B-2BD43DC64708}"/>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07D41F71-96FD-4699-ABC0-23A5E878F677}"/>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4" name="Tijdelijke aanduiding voor voettekst 3">
            <a:extLst>
              <a:ext uri="{FF2B5EF4-FFF2-40B4-BE49-F238E27FC236}">
                <a16:creationId xmlns:a16="http://schemas.microsoft.com/office/drawing/2014/main" id="{7194D54D-EDB6-42B1-A84B-2F9134F866E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62D379CE-9AC6-4A22-9BEC-83A7A8AE82B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26072341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C93564AC-6D35-4B88-93DD-756472E74A88}"/>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3" name="Tijdelijke aanduiding voor voettekst 2">
            <a:extLst>
              <a:ext uri="{FF2B5EF4-FFF2-40B4-BE49-F238E27FC236}">
                <a16:creationId xmlns:a16="http://schemas.microsoft.com/office/drawing/2014/main" id="{07271FBE-900E-4F49-82E8-6DFB518D954C}"/>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D4011CC3-18AC-4CE8-AA61-BF68EC620370}"/>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2032196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8453E5-7075-45D2-916D-9E69A7B9499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553950A4-329F-4483-BD17-6AFCE5BB1D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8DD6E32E-B0B6-4426-84A3-C56B7233A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84B00175-8635-45A6-9E64-162C4FB7C748}"/>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8F2E64C3-DF0D-4C80-B1F8-1EA1B395A01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851CF97-7EA6-4663-946D-1C1811C56568}"/>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2891022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E63BA9-3123-4BA0-B4D7-DDEDD79C5EAD}"/>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E20004D9-F3D5-4401-9053-53C66CF43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63190378-57C6-4745-9C5C-22D79EA57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ADD3A3A-4542-446A-B145-B56295BFF11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6" name="Tijdelijke aanduiding voor voettekst 5">
            <a:extLst>
              <a:ext uri="{FF2B5EF4-FFF2-40B4-BE49-F238E27FC236}">
                <a16:creationId xmlns:a16="http://schemas.microsoft.com/office/drawing/2014/main" id="{53FE5005-ED99-4AA2-B062-1623C7CDC6D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39C24A11-2C4C-415D-894D-7FCDFAE3EA24}"/>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261786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969FF0-2778-4556-899D-B87EAE8D2C19}"/>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D52E0629-C48F-4C27-B8C6-41A5A2F84618}"/>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39A586F-082A-4501-8782-445665FF581E}"/>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730FDC77-7D9D-42C0-BDDD-15A9991F4D1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56E7AE0-E89C-4EBB-AFA7-ED2935CC2715}"/>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2647082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AF6C3705-D14F-47F8-B948-714C1152C9CB}"/>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197EC752-316A-48E8-9B80-8557F89EE06F}"/>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AA20280-0849-4CEE-B2F0-14F7BF34F6B5}"/>
              </a:ext>
            </a:extLst>
          </p:cNvPr>
          <p:cNvSpPr>
            <a:spLocks noGrp="1"/>
          </p:cNvSpPr>
          <p:nvPr>
            <p:ph type="dt" sz="half" idx="10"/>
          </p:nvPr>
        </p:nvSpPr>
        <p:spPr/>
        <p:txBody>
          <a:body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BBB8D04D-AD06-405D-8A84-2C809DA2F2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8551506-4CCE-4F50-92DF-23793EE44517}"/>
              </a:ext>
            </a:extLst>
          </p:cNvPr>
          <p:cNvSpPr>
            <a:spLocks noGrp="1"/>
          </p:cNvSpPr>
          <p:nvPr>
            <p:ph type="sldNum" sz="quarter" idx="12"/>
          </p:nvPr>
        </p:nvSpPr>
        <p:spPr/>
        <p:txBody>
          <a:bodyPr/>
          <a:lstStyle/>
          <a:p>
            <a:fld id="{A1DAC951-5A1A-4A8D-A348-3FC318B98A4B}" type="slidenum">
              <a:rPr lang="nl-NL" smtClean="0"/>
              <a:t>‹nr.›</a:t>
            </a:fld>
            <a:endParaRPr lang="nl-NL"/>
          </a:p>
        </p:txBody>
      </p:sp>
    </p:spTree>
    <p:extLst>
      <p:ext uri="{BB962C8B-B14F-4D97-AF65-F5344CB8AC3E}">
        <p14:creationId xmlns:p14="http://schemas.microsoft.com/office/powerpoint/2010/main" val="3678085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t="-3000" r="-2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7EC4B9B5-97A3-4D0A-A162-EB6EE59BF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BEBAEEBE-F46A-42B9-B0EB-212CC6EAE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418745E-CD0B-463F-B10D-68EA9E4E41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61752DD7-EC1F-487D-9651-2BA8AD9AAD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B15550A2-310F-4DB7-BEB2-3D4624E88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AC951-5A1A-4A8D-A348-3FC318B98A4B}" type="slidenum">
              <a:rPr lang="nl-NL" smtClean="0"/>
              <a:t>‹nr.›</a:t>
            </a:fld>
            <a:endParaRPr lang="nl-NL"/>
          </a:p>
        </p:txBody>
      </p:sp>
    </p:spTree>
    <p:extLst>
      <p:ext uri="{BB962C8B-B14F-4D97-AF65-F5344CB8AC3E}">
        <p14:creationId xmlns:p14="http://schemas.microsoft.com/office/powerpoint/2010/main" val="3302259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4000" r="24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7EC4B9B5-97A3-4D0A-A162-EB6EE59BF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BEBAEEBE-F46A-42B9-B0EB-212CC6EAEF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418745E-CD0B-463F-B10D-68EA9E4E41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F682E-0CE1-464B-85DB-D9CD2E53FDC1}" type="datetimeFigureOut">
              <a:rPr lang="nl-NL" smtClean="0"/>
              <a:t>14-7-2025</a:t>
            </a:fld>
            <a:endParaRPr lang="nl-NL"/>
          </a:p>
        </p:txBody>
      </p:sp>
      <p:sp>
        <p:nvSpPr>
          <p:cNvPr id="5" name="Tijdelijke aanduiding voor voettekst 4">
            <a:extLst>
              <a:ext uri="{FF2B5EF4-FFF2-40B4-BE49-F238E27FC236}">
                <a16:creationId xmlns:a16="http://schemas.microsoft.com/office/drawing/2014/main" id="{61752DD7-EC1F-487D-9651-2BA8AD9AAD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B15550A2-310F-4DB7-BEB2-3D4624E88F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AC951-5A1A-4A8D-A348-3FC318B98A4B}" type="slidenum">
              <a:rPr lang="nl-NL" smtClean="0"/>
              <a:t>‹nr.›</a:t>
            </a:fld>
            <a:endParaRPr lang="nl-NL"/>
          </a:p>
        </p:txBody>
      </p:sp>
    </p:spTree>
    <p:extLst>
      <p:ext uri="{BB962C8B-B14F-4D97-AF65-F5344CB8AC3E}">
        <p14:creationId xmlns:p14="http://schemas.microsoft.com/office/powerpoint/2010/main" val="2209975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reativecommons.org/licenses/by-nd/2.0/"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s://www.flickr.com/photos/hikingartist/" TargetMode="External"/><Relationship Id="rId5" Type="http://schemas.openxmlformats.org/officeDocument/2006/relationships/hyperlink" Target="https://www.flickr.com/photos/hikingartist/5727278512/in/photolist-9J6Nnf-6v4Xhz-9rESs-87NA7G-8GJvbJ-qBne5u-8SRJFm-87KfnD-paxfD8-9h2Dio-nxbANX-paxh9n-87KoSM-8w3jZT-651mrd-8GFm3n-4yj7N1-nZZvut-pMSq4Q-ab1Z5h-8BY6Ub-7v2CGM-8KVkvz-bV1L4r-n35vqE-bV1L5v-98HAv9-a"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forms.gle/hHCoeoivveMdKdBL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20000"/>
          </a:stretch>
        </a:blipFill>
        <a:effectLst/>
      </p:bgPr>
    </p:bg>
    <p:spTree>
      <p:nvGrpSpPr>
        <p:cNvPr id="1" name=""/>
        <p:cNvGrpSpPr/>
        <p:nvPr/>
      </p:nvGrpSpPr>
      <p:grpSpPr>
        <a:xfrm>
          <a:off x="0" y="0"/>
          <a:ext cx="0" cy="0"/>
          <a:chOff x="0" y="0"/>
          <a:chExt cx="0" cy="0"/>
        </a:xfrm>
      </p:grpSpPr>
      <p:grpSp>
        <p:nvGrpSpPr>
          <p:cNvPr id="13" name="Shape 171">
            <a:extLst>
              <a:ext uri="{FF2B5EF4-FFF2-40B4-BE49-F238E27FC236}">
                <a16:creationId xmlns:a16="http://schemas.microsoft.com/office/drawing/2014/main" id="{685ED0DF-79AD-4263-89FF-401F0F812926}"/>
              </a:ext>
            </a:extLst>
          </p:cNvPr>
          <p:cNvGrpSpPr/>
          <p:nvPr/>
        </p:nvGrpSpPr>
        <p:grpSpPr>
          <a:xfrm>
            <a:off x="71593" y="4244662"/>
            <a:ext cx="8964612" cy="2189518"/>
            <a:chOff x="179388" y="4668482"/>
            <a:chExt cx="8713786" cy="2029179"/>
          </a:xfrm>
        </p:grpSpPr>
        <p:sp>
          <p:nvSpPr>
            <p:cNvPr id="14" name="Shape 172">
              <a:extLst>
                <a:ext uri="{FF2B5EF4-FFF2-40B4-BE49-F238E27FC236}">
                  <a16:creationId xmlns:a16="http://schemas.microsoft.com/office/drawing/2014/main" id="{98FE8667-34AF-43CC-810D-113EDB9459DF}"/>
                </a:ext>
              </a:extLst>
            </p:cNvPr>
            <p:cNvSpPr/>
            <p:nvPr/>
          </p:nvSpPr>
          <p:spPr>
            <a:xfrm>
              <a:off x="179388" y="4668482"/>
              <a:ext cx="8713786" cy="2029179"/>
            </a:xfrm>
            <a:prstGeom prst="rect">
              <a:avLst/>
            </a:prstGeom>
            <a:solidFill>
              <a:sysClr val="window" lastClr="FFFFFF"/>
            </a:solidFill>
            <a:ln w="9525" cap="flat">
              <a:solidFill>
                <a:srgbClr val="3399FF"/>
              </a:solidFill>
              <a:prstDash val="solid"/>
              <a:miter/>
              <a:headEnd type="none" w="med" len="med"/>
              <a:tailEnd type="none" w="med" len="med"/>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15" name="Shape 173">
              <a:extLst>
                <a:ext uri="{FF2B5EF4-FFF2-40B4-BE49-F238E27FC236}">
                  <a16:creationId xmlns:a16="http://schemas.microsoft.com/office/drawing/2014/main" id="{389BB0F1-F6E4-4841-BAF9-B266C90C54AE}"/>
                </a:ext>
              </a:extLst>
            </p:cNvPr>
            <p:cNvSpPr/>
            <p:nvPr/>
          </p:nvSpPr>
          <p:spPr>
            <a:xfrm>
              <a:off x="323850" y="4780525"/>
              <a:ext cx="8424862" cy="869011"/>
            </a:xfrm>
            <a:prstGeom prst="rect">
              <a:avLst/>
            </a:prstGeom>
            <a:solidFill>
              <a:srgbClr val="FF3300"/>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16" name="Shape 174">
              <a:extLst>
                <a:ext uri="{FF2B5EF4-FFF2-40B4-BE49-F238E27FC236}">
                  <a16:creationId xmlns:a16="http://schemas.microsoft.com/office/drawing/2014/main" id="{4EC9DF34-3260-4665-A255-C2C6C2324471}"/>
                </a:ext>
              </a:extLst>
            </p:cNvPr>
            <p:cNvSpPr txBox="1"/>
            <p:nvPr/>
          </p:nvSpPr>
          <p:spPr>
            <a:xfrm>
              <a:off x="509587" y="4889500"/>
              <a:ext cx="8043745" cy="584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nl-NL" sz="3200" b="1" i="0" u="none" strike="noStrike" kern="0" cap="none" spc="0" normalizeH="0" baseline="0" noProof="0" dirty="0">
                  <a:ln>
                    <a:noFill/>
                  </a:ln>
                  <a:solidFill>
                    <a:prstClr val="white"/>
                  </a:solidFill>
                  <a:effectLst/>
                  <a:uLnTx/>
                  <a:uFillTx/>
                  <a:latin typeface="Arial"/>
                  <a:cs typeface="Arial"/>
                  <a:sym typeface="Arial"/>
                  <a:rtl val="0"/>
                </a:rPr>
                <a:t>Les 4: Functies</a:t>
              </a:r>
            </a:p>
          </p:txBody>
        </p:sp>
        <p:pic>
          <p:nvPicPr>
            <p:cNvPr id="17" name="Shape 175">
              <a:extLst>
                <a:ext uri="{FF2B5EF4-FFF2-40B4-BE49-F238E27FC236}">
                  <a16:creationId xmlns:a16="http://schemas.microsoft.com/office/drawing/2014/main" id="{D3D3ED5E-A37C-47D8-8E25-72D04204962D}"/>
                </a:ext>
              </a:extLst>
            </p:cNvPr>
            <p:cNvPicPr preferRelativeResize="0"/>
            <p:nvPr/>
          </p:nvPicPr>
          <p:blipFill rotWithShape="1">
            <a:blip r:embed="rId3">
              <a:alphaModFix/>
            </a:blip>
            <a:srcRect b="14706"/>
            <a:stretch/>
          </p:blipFill>
          <p:spPr>
            <a:xfrm>
              <a:off x="5867398" y="5667342"/>
              <a:ext cx="2881312" cy="905882"/>
            </a:xfrm>
            <a:prstGeom prst="rect">
              <a:avLst/>
            </a:prstGeom>
            <a:noFill/>
            <a:ln>
              <a:noFill/>
            </a:ln>
          </p:spPr>
        </p:pic>
        <p:sp>
          <p:nvSpPr>
            <p:cNvPr id="18" name="Shape 176">
              <a:extLst>
                <a:ext uri="{FF2B5EF4-FFF2-40B4-BE49-F238E27FC236}">
                  <a16:creationId xmlns:a16="http://schemas.microsoft.com/office/drawing/2014/main" id="{FBA62B13-9E6B-4661-8556-6400D3C39649}"/>
                </a:ext>
              </a:extLst>
            </p:cNvPr>
            <p:cNvSpPr/>
            <p:nvPr/>
          </p:nvSpPr>
          <p:spPr>
            <a:xfrm>
              <a:off x="323850" y="5733673"/>
              <a:ext cx="5441949" cy="839788"/>
            </a:xfrm>
            <a:prstGeom prst="rect">
              <a:avLst/>
            </a:prstGeom>
            <a:solidFill>
              <a:srgbClr val="3399FF"/>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19" name="Shape 177">
              <a:extLst>
                <a:ext uri="{FF2B5EF4-FFF2-40B4-BE49-F238E27FC236}">
                  <a16:creationId xmlns:a16="http://schemas.microsoft.com/office/drawing/2014/main" id="{9A99957F-1244-4420-84E8-7C1046870A3F}"/>
                </a:ext>
              </a:extLst>
            </p:cNvPr>
            <p:cNvSpPr txBox="1"/>
            <p:nvPr/>
          </p:nvSpPr>
          <p:spPr>
            <a:xfrm>
              <a:off x="323850" y="5797173"/>
              <a:ext cx="5213349" cy="646331"/>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schemeClr val="bg1"/>
                  </a:solidFill>
                  <a:effectLst/>
                  <a:uLnTx/>
                  <a:uFillTx/>
                  <a:latin typeface="Arial"/>
                  <a:cs typeface="Arial"/>
                  <a:sym typeface="Arial"/>
                </a:rPr>
                <a:t>Programming (onderdeel van </a:t>
              </a:r>
              <a:r>
                <a:rPr lang="nl-NL" sz="1800" b="1" kern="0" dirty="0">
                  <a:solidFill>
                    <a:schemeClr val="bg1"/>
                  </a:solidFill>
                </a:rPr>
                <a:t>TICT-V1SE1-24</a:t>
              </a:r>
              <a:r>
                <a:rPr kumimoji="0" lang="nl-NL" sz="1800" b="1" i="0" u="none" strike="noStrike" kern="0" cap="none" spc="0" normalizeH="0" baseline="0" noProof="0" dirty="0">
                  <a:ln>
                    <a:noFill/>
                  </a:ln>
                  <a:solidFill>
                    <a:schemeClr val="bg1"/>
                  </a:solidFill>
                  <a:effectLst/>
                  <a:uLnTx/>
                  <a:uFillTx/>
                  <a:latin typeface="Arial"/>
                  <a:cs typeface="Arial"/>
                  <a:sym typeface="Arial"/>
                </a:rPr>
                <a:t>)</a:t>
              </a:r>
            </a:p>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prstClr val="white"/>
                  </a:solidFill>
                  <a:effectLst/>
                  <a:uLnTx/>
                  <a:uFillTx/>
                  <a:latin typeface="Arial"/>
                  <a:cs typeface="Arial"/>
                  <a:sym typeface="Arial"/>
                  <a:rtl val="0"/>
                </a:rPr>
                <a:t>HBO-ICT propedeuse blok 1</a:t>
              </a:r>
            </a:p>
          </p:txBody>
        </p:sp>
      </p:grpSp>
      <p:pic>
        <p:nvPicPr>
          <p:cNvPr id="20" name="Afbeelding 19" descr="evolution_man_pc.jpg">
            <a:extLst>
              <a:ext uri="{FF2B5EF4-FFF2-40B4-BE49-F238E27FC236}">
                <a16:creationId xmlns:a16="http://schemas.microsoft.com/office/drawing/2014/main" id="{0DF55F5F-C859-428B-A3B4-1ED6D6AEC3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261" y="1632778"/>
            <a:ext cx="5855624" cy="2213426"/>
          </a:xfrm>
          <a:prstGeom prst="rect">
            <a:avLst/>
          </a:prstGeom>
        </p:spPr>
      </p:pic>
      <p:sp>
        <p:nvSpPr>
          <p:cNvPr id="21" name="Rechthoek 20">
            <a:extLst>
              <a:ext uri="{FF2B5EF4-FFF2-40B4-BE49-F238E27FC236}">
                <a16:creationId xmlns:a16="http://schemas.microsoft.com/office/drawing/2014/main" id="{3633AB42-896F-4789-903E-036C623FE7B8}"/>
              </a:ext>
            </a:extLst>
          </p:cNvPr>
          <p:cNvSpPr/>
          <p:nvPr/>
        </p:nvSpPr>
        <p:spPr>
          <a:xfrm>
            <a:off x="4001717" y="3809133"/>
            <a:ext cx="3596182" cy="246221"/>
          </a:xfrm>
          <a:prstGeom prst="rect">
            <a:avLst/>
          </a:prstGeom>
        </p:spPr>
        <p:txBody>
          <a:bodyPr wrap="none">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rgbClr val="000000"/>
                </a:solidFill>
                <a:effectLst/>
                <a:uLnTx/>
                <a:uFillTx/>
                <a:latin typeface="Arial"/>
                <a:cs typeface="Arial"/>
                <a:sym typeface="Arial"/>
                <a:hlinkClick r:id="rId5"/>
                <a:rtl val="0"/>
              </a:rPr>
              <a:t>Man Chain </a:t>
            </a:r>
            <a:r>
              <a:rPr kumimoji="0" lang="nl-NL" sz="1000" b="0" i="0" u="none" strike="noStrike" kern="0" cap="none" spc="0" normalizeH="0" baseline="0" noProof="0" err="1">
                <a:ln>
                  <a:noFill/>
                </a:ln>
                <a:solidFill>
                  <a:srgbClr val="000000"/>
                </a:solidFill>
                <a:effectLst/>
                <a:uLnTx/>
                <a:uFillTx/>
                <a:latin typeface="Arial"/>
                <a:cs typeface="Arial"/>
                <a:sym typeface="Arial"/>
                <a:hlinkClick r:id="rId5"/>
                <a:rtl val="0"/>
              </a:rPr>
              <a:t>illustration</a:t>
            </a:r>
            <a:r>
              <a:rPr kumimoji="0" lang="nl-NL" sz="1000" b="0" i="0" u="none" strike="noStrike" kern="0" cap="none" spc="0" normalizeH="0" baseline="0" noProof="0">
                <a:ln>
                  <a:noFill/>
                </a:ln>
                <a:solidFill>
                  <a:srgbClr val="000000"/>
                </a:solidFill>
                <a:effectLst/>
                <a:uLnTx/>
                <a:uFillTx/>
                <a:latin typeface="Arial"/>
                <a:cs typeface="Arial"/>
                <a:sym typeface="Arial"/>
                <a:rtl val="0"/>
              </a:rPr>
              <a:t> </a:t>
            </a:r>
            <a:r>
              <a:rPr kumimoji="0" lang="nl-NL" sz="1000" b="0" i="0" u="none" strike="noStrike" kern="0" cap="none" spc="0" normalizeH="0" baseline="0" noProof="0" err="1">
                <a:ln>
                  <a:noFill/>
                </a:ln>
                <a:solidFill>
                  <a:srgbClr val="000000"/>
                </a:solidFill>
                <a:effectLst/>
                <a:uLnTx/>
                <a:uFillTx/>
                <a:latin typeface="Arial"/>
                <a:cs typeface="Arial"/>
                <a:sym typeface="Arial"/>
                <a:rtl val="0"/>
              </a:rPr>
              <a:t>by</a:t>
            </a:r>
            <a:r>
              <a:rPr kumimoji="0" lang="nl-NL" sz="1000" b="0" i="0" u="none" strike="noStrike" kern="0" cap="none" spc="0" normalizeH="0" baseline="0" noProof="0">
                <a:ln>
                  <a:noFill/>
                </a:ln>
                <a:solidFill>
                  <a:srgbClr val="000000"/>
                </a:solidFill>
                <a:effectLst/>
                <a:uLnTx/>
                <a:uFillTx/>
                <a:latin typeface="Arial"/>
                <a:cs typeface="Arial"/>
                <a:sym typeface="Arial"/>
                <a:rtl val="0"/>
              </a:rPr>
              <a:t> </a:t>
            </a:r>
            <a:r>
              <a:rPr kumimoji="0" lang="nl-NL" sz="1000" b="0" i="0" u="none" strike="noStrike" kern="0" cap="none" spc="0" normalizeH="0" baseline="0" noProof="0">
                <a:ln>
                  <a:noFill/>
                </a:ln>
                <a:solidFill>
                  <a:srgbClr val="000000"/>
                </a:solidFill>
                <a:effectLst/>
                <a:uLnTx/>
                <a:uFillTx/>
                <a:latin typeface="Arial"/>
                <a:cs typeface="Arial"/>
                <a:sym typeface="Arial"/>
                <a:hlinkClick r:id="rId6"/>
                <a:rtl val="0"/>
              </a:rPr>
              <a:t>Frits </a:t>
            </a:r>
            <a:r>
              <a:rPr kumimoji="0" lang="nl-NL" sz="1000" b="0" i="0" u="none" strike="noStrike" kern="0" cap="none" spc="0" normalizeH="0" baseline="0" noProof="0" err="1">
                <a:ln>
                  <a:noFill/>
                </a:ln>
                <a:solidFill>
                  <a:srgbClr val="000000"/>
                </a:solidFill>
                <a:effectLst/>
                <a:uLnTx/>
                <a:uFillTx/>
                <a:latin typeface="Arial"/>
                <a:cs typeface="Arial"/>
                <a:sym typeface="Arial"/>
                <a:hlinkClick r:id="rId6"/>
                <a:rtl val="0"/>
              </a:rPr>
              <a:t>Ahlefeldt-Laurvig</a:t>
            </a:r>
            <a:r>
              <a:rPr kumimoji="0" lang="nl-NL" sz="1000" b="0" i="0" u="none" strike="noStrike" kern="0" cap="none" spc="0" normalizeH="0" baseline="0" noProof="0">
                <a:ln>
                  <a:noFill/>
                </a:ln>
                <a:solidFill>
                  <a:srgbClr val="000000"/>
                </a:solidFill>
                <a:effectLst/>
                <a:uLnTx/>
                <a:uFillTx/>
                <a:latin typeface="Arial"/>
                <a:cs typeface="Arial"/>
                <a:sym typeface="Arial"/>
                <a:rtl val="0"/>
              </a:rPr>
              <a:t> | </a:t>
            </a:r>
            <a:r>
              <a:rPr kumimoji="0" lang="nl-NL" sz="1000" b="0" i="0" u="none" strike="noStrike" kern="0" cap="none" spc="0" normalizeH="0" baseline="0" noProof="0">
                <a:ln>
                  <a:noFill/>
                </a:ln>
                <a:solidFill>
                  <a:srgbClr val="000000"/>
                </a:solidFill>
                <a:effectLst/>
                <a:uLnTx/>
                <a:uFillTx/>
                <a:latin typeface="Arial"/>
                <a:cs typeface="Arial"/>
                <a:sym typeface="Arial"/>
                <a:hlinkClick r:id="rId7"/>
                <a:rtl val="0"/>
              </a:rPr>
              <a:t>CC BY-ND</a:t>
            </a:r>
            <a:endParaRPr kumimoji="0" lang="nl-NL" sz="1000" b="0" i="0" u="none" strike="noStrike" kern="0" cap="none" spc="0" normalizeH="0" baseline="0" noProof="0">
              <a:ln>
                <a:noFill/>
              </a:ln>
              <a:solidFill>
                <a:srgbClr val="000000"/>
              </a:solidFill>
              <a:effectLst/>
              <a:uLnTx/>
              <a:uFillTx/>
              <a:latin typeface="Arial"/>
              <a:cs typeface="Arial"/>
              <a:sym typeface="Arial"/>
              <a:rtl val="0"/>
            </a:endParaRPr>
          </a:p>
        </p:txBody>
      </p:sp>
    </p:spTree>
    <p:extLst>
      <p:ext uri="{BB962C8B-B14F-4D97-AF65-F5344CB8AC3E}">
        <p14:creationId xmlns:p14="http://schemas.microsoft.com/office/powerpoint/2010/main" val="229393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27163E0-A849-43F1-A6B2-0F7ECE885C92}"/>
              </a:ext>
            </a:extLst>
          </p:cNvPr>
          <p:cNvSpPr txBox="1">
            <a:spLocks/>
          </p:cNvSpPr>
          <p:nvPr/>
        </p:nvSpPr>
        <p:spPr bwMode="auto">
          <a:xfrm>
            <a:off x="685800" y="1216526"/>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Functies</a:t>
            </a:r>
            <a:endParaRPr kumimoji="0" lang="en-US" sz="2000" b="0" i="0" u="none" strike="noStrike" kern="0" cap="none" spc="0" normalizeH="0" baseline="0" noProof="0" dirty="0">
              <a:ln>
                <a:noFill/>
              </a:ln>
              <a:solidFill>
                <a:prstClr val="black"/>
              </a:solidFill>
              <a:effectLst/>
              <a:uLnTx/>
              <a:uFillTx/>
            </a:endParaRPr>
          </a:p>
        </p:txBody>
      </p:sp>
      <p:sp>
        <p:nvSpPr>
          <p:cNvPr id="7" name="TextBox 6">
            <a:extLst>
              <a:ext uri="{FF2B5EF4-FFF2-40B4-BE49-F238E27FC236}">
                <a16:creationId xmlns:a16="http://schemas.microsoft.com/office/drawing/2014/main" id="{6B3CDAFD-C748-470C-B7E0-28EAF70189FF}"/>
              </a:ext>
            </a:extLst>
          </p:cNvPr>
          <p:cNvSpPr txBox="1"/>
          <p:nvPr/>
        </p:nvSpPr>
        <p:spPr>
          <a:xfrm>
            <a:off x="685799" y="3323652"/>
            <a:ext cx="9372601" cy="1800493"/>
          </a:xfrm>
          <a:prstGeom prst="rect">
            <a:avLst/>
          </a:prstGeom>
          <a:noFill/>
        </p:spPr>
        <p:txBody>
          <a:bodyPr wrap="square" rtlCol="0">
            <a:spAutoFit/>
          </a:bodyPr>
          <a:lstStyle/>
          <a:p>
            <a:pPr marL="344488" marR="0" lvl="0" indent="-344488" defTabSz="457200" eaLnBrk="1" fontAlgn="auto" latinLnBrk="0" hangingPunct="1">
              <a:lnSpc>
                <a:spcPct val="100000"/>
              </a:lnSpc>
              <a:spcBef>
                <a:spcPts val="0"/>
              </a:spcBef>
              <a:spcAft>
                <a:spcPts val="600"/>
              </a:spcAft>
              <a:buClr>
                <a:srgbClr val="80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Functies</a:t>
            </a:r>
            <a:r>
              <a:rPr kumimoji="0" lang="en-US" sz="2400" b="0" i="0" u="none" strike="noStrike" kern="0" cap="none" spc="0" normalizeH="0" baseline="0" noProof="0" dirty="0">
                <a:ln>
                  <a:noFill/>
                </a:ln>
                <a:solidFill>
                  <a:srgbClr val="294171"/>
                </a:solidFill>
                <a:effectLst/>
                <a:uLnTx/>
                <a:uFillTx/>
              </a:rPr>
              <a:t> </a:t>
            </a:r>
            <a:r>
              <a:rPr kumimoji="0" lang="en-US" sz="2400" b="0" i="0" u="none" strike="noStrike" kern="0" cap="none" spc="0" normalizeH="0" baseline="0" noProof="0" dirty="0" err="1">
                <a:ln>
                  <a:noFill/>
                </a:ln>
                <a:solidFill>
                  <a:srgbClr val="294171"/>
                </a:solidFill>
                <a:effectLst/>
                <a:uLnTx/>
                <a:uFillTx/>
              </a:rPr>
              <a:t>en</a:t>
            </a:r>
            <a:r>
              <a:rPr kumimoji="0" lang="en-US" sz="2400" b="0" i="0" u="none" strike="noStrike" kern="0" cap="none" spc="0" normalizeH="0" baseline="0" noProof="0" dirty="0">
                <a:ln>
                  <a:noFill/>
                </a:ln>
                <a:solidFill>
                  <a:srgbClr val="294171"/>
                </a:solidFill>
                <a:effectLst/>
                <a:uLnTx/>
                <a:uFillTx/>
              </a:rPr>
              <a:t> parameters								§8</a:t>
            </a:r>
            <a:r>
              <a:rPr lang="en-US" sz="2400" kern="0" dirty="0">
                <a:solidFill>
                  <a:srgbClr val="294171"/>
                </a:solidFill>
              </a:rPr>
              <a:t>.1 t/m 8.2.2 </a:t>
            </a:r>
            <a:endParaRPr kumimoji="0" lang="en-US" sz="2400" b="0" i="0" u="none" strike="noStrike" kern="0" cap="none" spc="0" normalizeH="0" baseline="0" noProof="0" dirty="0">
              <a:ln>
                <a:noFill/>
              </a:ln>
              <a:solidFill>
                <a:srgbClr val="294171"/>
              </a:solidFill>
              <a:effectLst/>
              <a:uLnTx/>
              <a:uFillTx/>
            </a:endParaRP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a:ln>
                  <a:noFill/>
                </a:ln>
                <a:solidFill>
                  <a:srgbClr val="294171"/>
                </a:solidFill>
                <a:effectLst/>
                <a:uLnTx/>
                <a:uFillTx/>
              </a:rPr>
              <a:t>Return (</a:t>
            </a:r>
            <a:r>
              <a:rPr kumimoji="0" lang="en-US" sz="2400" b="0" i="0" u="none" strike="noStrike" kern="0" cap="none" spc="0" normalizeH="0" baseline="0" noProof="0" dirty="0" err="1">
                <a:ln>
                  <a:noFill/>
                </a:ln>
                <a:solidFill>
                  <a:srgbClr val="294171"/>
                </a:solidFill>
                <a:effectLst/>
                <a:uLnTx/>
                <a:uFillTx/>
              </a:rPr>
              <a:t>en</a:t>
            </a:r>
            <a:r>
              <a:rPr kumimoji="0" lang="en-US" sz="2400" b="0" i="0" u="none" strike="noStrike" kern="0" cap="none" spc="0" normalizeH="0" baseline="0" noProof="0" dirty="0">
                <a:ln>
                  <a:noFill/>
                </a:ln>
                <a:solidFill>
                  <a:srgbClr val="294171"/>
                </a:solidFill>
                <a:effectLst/>
                <a:uLnTx/>
                <a:uFillTx/>
              </a:rPr>
              <a:t> print)										§</a:t>
            </a:r>
            <a:r>
              <a:rPr lang="en-US" sz="2400" kern="0" dirty="0">
                <a:solidFill>
                  <a:srgbClr val="294171"/>
                </a:solidFill>
              </a:rPr>
              <a:t>8.2.5 t/m 8.2.7</a:t>
            </a:r>
            <a:endParaRPr kumimoji="0" lang="en-US" sz="2400" b="0" i="0" u="none" strike="noStrike" kern="0" cap="none" spc="0" normalizeH="0" baseline="0" noProof="0" dirty="0">
              <a:ln>
                <a:noFill/>
              </a:ln>
              <a:solidFill>
                <a:srgbClr val="294171"/>
              </a:solidFill>
              <a:effectLst/>
              <a:uLnTx/>
              <a:uFillTx/>
            </a:endParaRP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Functies</a:t>
            </a:r>
            <a:r>
              <a:rPr kumimoji="0" lang="en-US" sz="2400" b="0" i="0" u="none" strike="noStrike" kern="0" cap="none" spc="0" normalizeH="0" baseline="0" noProof="0" dirty="0">
                <a:ln>
                  <a:noFill/>
                </a:ln>
                <a:solidFill>
                  <a:srgbClr val="294171"/>
                </a:solidFill>
                <a:effectLst/>
                <a:uLnTx/>
                <a:uFillTx/>
              </a:rPr>
              <a:t> </a:t>
            </a:r>
            <a:r>
              <a:rPr kumimoji="0" lang="en-US" sz="2400" b="0" i="0" u="none" strike="noStrike" kern="0" cap="none" spc="0" normalizeH="0" baseline="0" noProof="0" dirty="0" err="1">
                <a:ln>
                  <a:noFill/>
                </a:ln>
                <a:solidFill>
                  <a:srgbClr val="294171"/>
                </a:solidFill>
                <a:effectLst/>
                <a:uLnTx/>
                <a:uFillTx/>
              </a:rPr>
              <a:t>aanroepen</a:t>
            </a:r>
            <a:r>
              <a:rPr kumimoji="0" lang="en-US" sz="2400" b="0" i="0" u="none" strike="noStrike" kern="0" cap="none" spc="0" normalizeH="0" baseline="0" noProof="0" dirty="0">
                <a:ln>
                  <a:noFill/>
                </a:ln>
                <a:solidFill>
                  <a:srgbClr val="294171"/>
                </a:solidFill>
                <a:effectLst/>
                <a:uLnTx/>
                <a:uFillTx/>
              </a:rPr>
              <a:t>									§8.2.9 t/m 8.2.10</a:t>
            </a:r>
          </a:p>
          <a:p>
            <a:pPr marL="344488" lvl="0" indent="-344488" defTabSz="457200">
              <a:spcAft>
                <a:spcPts val="600"/>
              </a:spcAft>
              <a:buClr>
                <a:srgbClr val="FF0000"/>
              </a:buClr>
              <a:buFont typeface="Wingdings" charset="2"/>
              <a:buChar char="§"/>
              <a:defRPr/>
            </a:pPr>
            <a:r>
              <a:rPr lang="en-US" sz="2400" kern="0" dirty="0" err="1">
                <a:solidFill>
                  <a:srgbClr val="294171"/>
                </a:solidFill>
              </a:rPr>
              <a:t>Commentaar</a:t>
            </a:r>
            <a:r>
              <a:rPr lang="en-US" sz="2400" kern="0" dirty="0">
                <a:solidFill>
                  <a:srgbClr val="294171"/>
                </a:solidFill>
              </a:rPr>
              <a:t>											§8.2.11</a:t>
            </a:r>
            <a:endParaRPr kumimoji="0" lang="en-US" sz="24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288339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933E89C2-E13C-0769-4678-6E1CBEA4C61C}"/>
              </a:ext>
            </a:extLst>
          </p:cNvPr>
          <p:cNvPicPr>
            <a:picLocks noChangeAspect="1"/>
          </p:cNvPicPr>
          <p:nvPr/>
        </p:nvPicPr>
        <p:blipFill>
          <a:blip r:embed="rId2"/>
          <a:stretch>
            <a:fillRect/>
          </a:stretch>
        </p:blipFill>
        <p:spPr>
          <a:xfrm>
            <a:off x="6766090" y="2424092"/>
            <a:ext cx="5425910" cy="4435224"/>
          </a:xfrm>
          <a:prstGeom prst="rect">
            <a:avLst/>
          </a:prstGeom>
        </p:spPr>
      </p:pic>
      <p:sp>
        <p:nvSpPr>
          <p:cNvPr id="45" name="Title 1">
            <a:extLst>
              <a:ext uri="{FF2B5EF4-FFF2-40B4-BE49-F238E27FC236}">
                <a16:creationId xmlns:a16="http://schemas.microsoft.com/office/drawing/2014/main" id="{8166DE27-BC18-42BE-950D-0F6249739010}"/>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Waarom</a:t>
            </a:r>
            <a:r>
              <a:rPr lang="en-US" sz="3600" b="1" kern="0" dirty="0">
                <a:solidFill>
                  <a:prstClr val="black"/>
                </a:solidFill>
              </a:rPr>
              <a:t> </a:t>
            </a:r>
            <a:r>
              <a:rPr lang="en-US" sz="3600" b="1" kern="0" dirty="0" err="1">
                <a:solidFill>
                  <a:prstClr val="black"/>
                </a:solidFill>
              </a:rPr>
              <a:t>functies</a:t>
            </a:r>
            <a:r>
              <a:rPr lang="en-US" sz="3600" b="1" kern="0" dirty="0">
                <a:solidFill>
                  <a:prstClr val="black"/>
                </a:solidFill>
              </a:rPr>
              <a:t>? </a:t>
            </a:r>
            <a:r>
              <a:rPr lang="en-US" sz="2000" b="1" kern="0" dirty="0">
                <a:solidFill>
                  <a:prstClr val="black"/>
                </a:solidFill>
              </a:rPr>
              <a:t>(§8.1)</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83474354-5EAF-B172-D237-CA0926041BC2}"/>
              </a:ext>
            </a:extLst>
          </p:cNvPr>
          <p:cNvSpPr txBox="1"/>
          <p:nvPr/>
        </p:nvSpPr>
        <p:spPr bwMode="auto">
          <a:xfrm>
            <a:off x="709358" y="1819725"/>
            <a:ext cx="10492038" cy="224676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Hergebruik (één keer schrijven, meerdere keren gebruiken)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Hogere leesbaarheid en </a:t>
            </a:r>
            <a:r>
              <a:rPr lang="nl-NL" sz="2000" kern="0" dirty="0" err="1">
                <a:solidFill>
                  <a:srgbClr val="294171"/>
                </a:solidFill>
              </a:rPr>
              <a:t>onderhoudbaarheid</a:t>
            </a:r>
            <a:r>
              <a:rPr lang="nl-NL" sz="2000" kern="0" dirty="0">
                <a:solidFill>
                  <a:srgbClr val="294171"/>
                </a:solidFill>
              </a:rPr>
              <a:t> van je code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Probleem opsplitsen in </a:t>
            </a:r>
            <a:r>
              <a:rPr lang="nl-NL" sz="2000" kern="0" dirty="0" err="1">
                <a:solidFill>
                  <a:srgbClr val="294171"/>
                </a:solidFill>
              </a:rPr>
              <a:t>subproblemen</a:t>
            </a: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Code hergebruiken door alleen parameters te wijzigen</a:t>
            </a:r>
          </a:p>
        </p:txBody>
      </p:sp>
    </p:spTree>
    <p:extLst>
      <p:ext uri="{BB962C8B-B14F-4D97-AF65-F5344CB8AC3E}">
        <p14:creationId xmlns:p14="http://schemas.microsoft.com/office/powerpoint/2010/main" val="2733120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D0125-BDED-FBB9-4F4C-0EEC41F1888C}"/>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E4E37A40-C06C-0A56-A40F-7A18AD56ED68}"/>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Functies</a:t>
            </a:r>
            <a:r>
              <a:rPr lang="en-US" sz="3600" b="1" kern="0" dirty="0">
                <a:solidFill>
                  <a:prstClr val="black"/>
                </a:solidFill>
              </a:rPr>
              <a:t> </a:t>
            </a:r>
            <a:r>
              <a:rPr lang="en-US" sz="3600" b="1" kern="0" dirty="0" err="1">
                <a:solidFill>
                  <a:prstClr val="black"/>
                </a:solidFill>
              </a:rPr>
              <a:t>creëren</a:t>
            </a:r>
            <a:r>
              <a:rPr lang="en-US" sz="3600" b="1" kern="0" dirty="0">
                <a:solidFill>
                  <a:prstClr val="black"/>
                </a:solidFill>
              </a:rPr>
              <a:t> </a:t>
            </a:r>
            <a:r>
              <a:rPr lang="en-US" sz="2000" b="1" kern="0" dirty="0">
                <a:solidFill>
                  <a:prstClr val="black"/>
                </a:solidFill>
              </a:rPr>
              <a:t>(§8.2)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BB7FE364-7A8F-7A88-83F9-0A6198AC5016}"/>
              </a:ext>
            </a:extLst>
          </p:cNvPr>
          <p:cNvSpPr txBox="1"/>
          <p:nvPr/>
        </p:nvSpPr>
        <p:spPr bwMode="auto">
          <a:xfrm>
            <a:off x="849981" y="1251059"/>
            <a:ext cx="10492038" cy="224676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Een functie heeft:</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een naam,</a:t>
            </a:r>
          </a:p>
          <a:p>
            <a:pPr marL="800100" lvl="1" indent="-342900" fontAlgn="base">
              <a:spcBef>
                <a:spcPct val="0"/>
              </a:spcBef>
              <a:spcAft>
                <a:spcPct val="0"/>
              </a:spcAft>
              <a:buFont typeface="Arial" panose="020B0604020202020204" pitchFamily="34" charset="0"/>
              <a:buChar char="•"/>
              <a:defRPr/>
            </a:pPr>
            <a:r>
              <a:rPr lang="nl-NL" sz="2000" kern="0" noProof="0" dirty="0">
                <a:solidFill>
                  <a:srgbClr val="294171"/>
                </a:solidFill>
              </a:rPr>
              <a:t>0 of meer </a:t>
            </a:r>
            <a:r>
              <a:rPr kumimoji="0" lang="nl-NL" sz="2000" b="0" i="0" u="none" strike="noStrike" kern="0" cap="none" spc="0" normalizeH="0" noProof="0" dirty="0">
                <a:ln>
                  <a:noFill/>
                </a:ln>
                <a:solidFill>
                  <a:srgbClr val="294171"/>
                </a:solidFill>
                <a:effectLst/>
                <a:uLnTx/>
                <a:uFillTx/>
              </a:rPr>
              <a:t>parameters,</a:t>
            </a:r>
          </a:p>
          <a:p>
            <a:pPr marL="800100" lvl="1" indent="-342900" fontAlgn="base">
              <a:spcBef>
                <a:spcPct val="0"/>
              </a:spcBef>
              <a:spcAft>
                <a:spcPct val="0"/>
              </a:spcAft>
              <a:buFont typeface="Arial" panose="020B0604020202020204" pitchFamily="34" charset="0"/>
              <a:buChar char="•"/>
              <a:defRPr/>
            </a:pPr>
            <a:r>
              <a:rPr kumimoji="0" lang="nl-NL" sz="2000" b="0" i="0" u="none" strike="noStrike" kern="0" cap="none" spc="0" normalizeH="0" baseline="0" noProof="0" dirty="0">
                <a:ln>
                  <a:noFill/>
                </a:ln>
                <a:solidFill>
                  <a:srgbClr val="294171"/>
                </a:solidFill>
                <a:effectLst/>
                <a:uLnTx/>
                <a:uFillTx/>
              </a:rPr>
              <a:t>mogelijk</a:t>
            </a:r>
            <a:r>
              <a:rPr kumimoji="0" lang="nl-NL" sz="2000" b="0" i="0" u="none" strike="noStrike" kern="0" cap="none" spc="0" normalizeH="0" noProof="0" dirty="0">
                <a:ln>
                  <a:noFill/>
                </a:ln>
                <a:solidFill>
                  <a:srgbClr val="294171"/>
                </a:solidFill>
                <a:effectLst/>
                <a:uLnTx/>
                <a:uFillTx/>
              </a:rPr>
              <a:t> een retourwaarde (return)!</a:t>
            </a:r>
            <a:endParaRPr kumimoji="0" lang="nl-NL" sz="2000" b="0" i="0" u="none" strike="noStrike" kern="0" cap="none" spc="0" normalizeH="0" baseline="0" noProof="0" dirty="0">
              <a:ln>
                <a:noFill/>
              </a:ln>
              <a:solidFill>
                <a:srgbClr val="294171"/>
              </a:solidFill>
              <a:effectLst/>
              <a:uLnTx/>
              <a:uFillTx/>
            </a:endParaRPr>
          </a:p>
          <a:p>
            <a:pPr marL="34290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indent="-342900" fontAlgn="base">
              <a:spcBef>
                <a:spcPct val="0"/>
              </a:spcBef>
              <a:spcAft>
                <a:spcPct val="0"/>
              </a:spcAft>
              <a:buFont typeface="Arial" panose="020B0604020202020204" pitchFamily="34" charset="0"/>
              <a:buChar char="•"/>
              <a:defRPr/>
            </a:pPr>
            <a:r>
              <a:rPr lang="nl-NL" sz="2000" kern="0" dirty="0">
                <a:solidFill>
                  <a:srgbClr val="294171"/>
                </a:solidFill>
              </a:rPr>
              <a:t>Als je een functie schrijft, definieer je dat zelf:</a:t>
            </a:r>
          </a:p>
        </p:txBody>
      </p:sp>
      <p:sp>
        <p:nvSpPr>
          <p:cNvPr id="6" name="Tekstvak 5">
            <a:extLst>
              <a:ext uri="{FF2B5EF4-FFF2-40B4-BE49-F238E27FC236}">
                <a16:creationId xmlns:a16="http://schemas.microsoft.com/office/drawing/2014/main" id="{0E9731EA-B7FE-A1F7-EE0F-BE0D2A765210}"/>
              </a:ext>
            </a:extLst>
          </p:cNvPr>
          <p:cNvSpPr txBox="1"/>
          <p:nvPr/>
        </p:nvSpPr>
        <p:spPr>
          <a:xfrm>
            <a:off x="3515641" y="3965221"/>
            <a:ext cx="5753864" cy="880049"/>
          </a:xfrm>
          <a:prstGeom prst="rect">
            <a:avLst/>
          </a:prstGeom>
          <a:noFill/>
        </p:spPr>
        <p:txBody>
          <a:bodyPr wrap="square">
            <a:spAutoFit/>
          </a:bodyPr>
          <a:lstStyle/>
          <a:p>
            <a:pPr>
              <a:lnSpc>
                <a:spcPct val="150000"/>
              </a:lnSpc>
            </a:pPr>
            <a:r>
              <a:rPr lang="nl-NL" dirty="0" err="1">
                <a:latin typeface="Consolas" panose="020B0609020204030204" pitchFamily="49" charset="0"/>
              </a:rPr>
              <a:t>def</a:t>
            </a:r>
            <a:r>
              <a:rPr lang="nl-NL" dirty="0">
                <a:latin typeface="Consolas" panose="020B0609020204030204" pitchFamily="49" charset="0"/>
              </a:rPr>
              <a:t> &lt;</a:t>
            </a:r>
            <a:r>
              <a:rPr lang="nl-NL" dirty="0" err="1">
                <a:latin typeface="Consolas" panose="020B0609020204030204" pitchFamily="49" charset="0"/>
              </a:rPr>
              <a:t>functie_naam</a:t>
            </a:r>
            <a:r>
              <a:rPr lang="nl-NL" dirty="0">
                <a:latin typeface="Consolas" panose="020B0609020204030204" pitchFamily="49" charset="0"/>
              </a:rPr>
              <a:t>&gt;( &lt;parameter-lijst&gt; ):</a:t>
            </a:r>
          </a:p>
          <a:p>
            <a:pPr>
              <a:lnSpc>
                <a:spcPct val="150000"/>
              </a:lnSpc>
            </a:pPr>
            <a:r>
              <a:rPr lang="nl-NL" dirty="0">
                <a:latin typeface="Consolas" panose="020B0609020204030204" pitchFamily="49" charset="0"/>
              </a:rPr>
              <a:t>    &lt;acties&gt;</a:t>
            </a:r>
            <a:r>
              <a:rPr lang="nl-NL" dirty="0"/>
              <a:t> </a:t>
            </a:r>
          </a:p>
        </p:txBody>
      </p:sp>
      <p:sp>
        <p:nvSpPr>
          <p:cNvPr id="4" name="Vierkante haak links 3">
            <a:extLst>
              <a:ext uri="{FF2B5EF4-FFF2-40B4-BE49-F238E27FC236}">
                <a16:creationId xmlns:a16="http://schemas.microsoft.com/office/drawing/2014/main" id="{FDB28A25-83C6-BB12-6972-E6F47A53361B}"/>
              </a:ext>
            </a:extLst>
          </p:cNvPr>
          <p:cNvSpPr/>
          <p:nvPr/>
        </p:nvSpPr>
        <p:spPr>
          <a:xfrm rot="16200000">
            <a:off x="3766211" y="4572570"/>
            <a:ext cx="76522" cy="487032"/>
          </a:xfrm>
          <a:prstGeom prst="leftBracket">
            <a:avLst>
              <a:gd name="adj"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5" name="Bijschrift: lijn 4">
            <a:extLst>
              <a:ext uri="{FF2B5EF4-FFF2-40B4-BE49-F238E27FC236}">
                <a16:creationId xmlns:a16="http://schemas.microsoft.com/office/drawing/2014/main" id="{C396DC46-E901-DAFE-50BF-B029D89E4C61}"/>
              </a:ext>
            </a:extLst>
          </p:cNvPr>
          <p:cNvSpPr/>
          <p:nvPr/>
        </p:nvSpPr>
        <p:spPr>
          <a:xfrm>
            <a:off x="2738672" y="5526858"/>
            <a:ext cx="3010386" cy="338554"/>
          </a:xfrm>
          <a:prstGeom prst="borderCallout1">
            <a:avLst>
              <a:gd name="adj1" fmla="val -3686"/>
              <a:gd name="adj2" fmla="val 41032"/>
              <a:gd name="adj3" fmla="val -165699"/>
              <a:gd name="adj4" fmla="val 36271"/>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Inspringen (</a:t>
            </a:r>
            <a:r>
              <a:rPr lang="nl-NL" sz="1600" b="1" kern="0" dirty="0" err="1">
                <a:solidFill>
                  <a:srgbClr val="294171"/>
                </a:solidFill>
              </a:rPr>
              <a:t>indentatie</a:t>
            </a:r>
            <a:r>
              <a:rPr lang="nl-NL" sz="1600" b="1" kern="0" dirty="0">
                <a:solidFill>
                  <a:srgbClr val="294171"/>
                </a:solidFill>
              </a:rPr>
              <a:t>) verplicht!</a:t>
            </a:r>
          </a:p>
        </p:txBody>
      </p:sp>
    </p:spTree>
    <p:extLst>
      <p:ext uri="{BB962C8B-B14F-4D97-AF65-F5344CB8AC3E}">
        <p14:creationId xmlns:p14="http://schemas.microsoft.com/office/powerpoint/2010/main" val="188665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CC5F7-4C38-D14C-1455-D1E254D668E0}"/>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401BD30B-E7AC-0495-77A4-F67B2A34E558}"/>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Functie</a:t>
            </a:r>
            <a:r>
              <a:rPr lang="en-US" sz="3600" b="1" kern="0" dirty="0">
                <a:solidFill>
                  <a:prstClr val="black"/>
                </a:solidFill>
              </a:rPr>
              <a:t> </a:t>
            </a:r>
            <a:r>
              <a:rPr lang="en-US" sz="3600" b="1" kern="0" dirty="0" err="1">
                <a:solidFill>
                  <a:prstClr val="black"/>
                </a:solidFill>
              </a:rPr>
              <a:t>totZiens</a:t>
            </a:r>
            <a:r>
              <a:rPr lang="en-US" sz="3600" b="1" kern="0" dirty="0">
                <a:solidFill>
                  <a:prstClr val="black"/>
                </a:solidFill>
              </a:rPr>
              <a:t>() </a:t>
            </a:r>
            <a:r>
              <a:rPr lang="en-US" sz="2000" b="1" kern="0" dirty="0">
                <a:solidFill>
                  <a:prstClr val="black"/>
                </a:solidFill>
              </a:rPr>
              <a:t>(§8.2.1)</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8C147A95-B0A7-EB0D-EFA5-0A5AAA52B742}"/>
              </a:ext>
            </a:extLst>
          </p:cNvPr>
          <p:cNvSpPr txBox="1"/>
          <p:nvPr/>
        </p:nvSpPr>
        <p:spPr bwMode="auto">
          <a:xfrm>
            <a:off x="849981" y="1533718"/>
            <a:ext cx="4572411"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De functie </a:t>
            </a:r>
            <a:r>
              <a:rPr kumimoji="0" lang="nl-NL" sz="2000" b="0" i="0" u="none" strike="noStrike" kern="0" cap="none" spc="0" normalizeH="0" baseline="0" noProof="0" dirty="0" err="1">
                <a:ln>
                  <a:noFill/>
                </a:ln>
                <a:solidFill>
                  <a:srgbClr val="294171"/>
                </a:solidFill>
                <a:effectLst/>
                <a:uLnTx/>
                <a:uFillTx/>
              </a:rPr>
              <a:t>totZiens</a:t>
            </a:r>
            <a:r>
              <a:rPr kumimoji="0" lang="nl-NL" sz="2000" b="0" i="0" u="none" strike="noStrike" kern="0" cap="none" spc="0" normalizeH="0" baseline="0" noProof="0" dirty="0">
                <a:ln>
                  <a:noFill/>
                </a:ln>
                <a:solidFill>
                  <a:srgbClr val="294171"/>
                </a:solidFill>
                <a:effectLst/>
                <a:uLnTx/>
                <a:uFillTx/>
              </a:rPr>
              <a:t>()…</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print alleen een tekst,</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heeft geen retourwaarde (return),</a:t>
            </a:r>
          </a:p>
        </p:txBody>
      </p:sp>
      <p:sp>
        <p:nvSpPr>
          <p:cNvPr id="5" name="Bijschrift: lijn 4">
            <a:extLst>
              <a:ext uri="{FF2B5EF4-FFF2-40B4-BE49-F238E27FC236}">
                <a16:creationId xmlns:a16="http://schemas.microsoft.com/office/drawing/2014/main" id="{9E356E15-B285-6E01-5A0D-99EA67229BD2}"/>
              </a:ext>
            </a:extLst>
          </p:cNvPr>
          <p:cNvSpPr/>
          <p:nvPr/>
        </p:nvSpPr>
        <p:spPr>
          <a:xfrm>
            <a:off x="7309420" y="673002"/>
            <a:ext cx="2482693" cy="338554"/>
          </a:xfrm>
          <a:prstGeom prst="borderCallout1">
            <a:avLst>
              <a:gd name="adj1" fmla="val 98948"/>
              <a:gd name="adj2" fmla="val 87809"/>
              <a:gd name="adj3" fmla="val 339369"/>
              <a:gd name="adj4" fmla="val 122535"/>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en heeft géén parameters!</a:t>
            </a:r>
          </a:p>
        </p:txBody>
      </p:sp>
      <p:sp>
        <p:nvSpPr>
          <p:cNvPr id="3" name="Rectangle 1">
            <a:extLst>
              <a:ext uri="{FF2B5EF4-FFF2-40B4-BE49-F238E27FC236}">
                <a16:creationId xmlns:a16="http://schemas.microsoft.com/office/drawing/2014/main" id="{613CC148-9CC3-98FD-AF01-09CF64D838BA}"/>
              </a:ext>
            </a:extLst>
          </p:cNvPr>
          <p:cNvSpPr>
            <a:spLocks noChangeArrowheads="1"/>
          </p:cNvSpPr>
          <p:nvPr/>
        </p:nvSpPr>
        <p:spPr bwMode="auto">
          <a:xfrm>
            <a:off x="8632431" y="1676841"/>
            <a:ext cx="3350597" cy="2031325"/>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totZiens</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6AAB73"/>
                </a:solidFill>
                <a:effectLst/>
                <a:latin typeface="Consolas" panose="020B0609020204030204" pitchFamily="49" charset="0"/>
              </a:rPr>
              <a:t>"Tot ziens!" </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endParaRPr kumimoji="0" lang="nl-NL" altLang="nl-NL" b="0" i="0" u="none" strike="noStrike" cap="none" normalizeH="0" baseline="0" dirty="0">
              <a:ln>
                <a:noFill/>
              </a:ln>
              <a:solidFill>
                <a:srgbClr val="BCBEC4"/>
              </a:solidFill>
              <a:effectLst/>
              <a:latin typeface="Consolas" panose="020B0609020204030204" pitchFamily="49" charset="0"/>
            </a:endParaRPr>
          </a:p>
          <a:p>
            <a:pPr lvl="0" eaLnBrk="0" fontAlgn="base" hangingPunct="0">
              <a:spcBef>
                <a:spcPct val="0"/>
              </a:spcBef>
              <a:spcAft>
                <a:spcPct val="0"/>
              </a:spcAft>
            </a:pPr>
            <a:endParaRPr kumimoji="0" lang="nl-NL" altLang="nl-NL" b="0" i="0" u="none" strike="noStrike" cap="none" normalizeH="0" baseline="0" dirty="0">
              <a:ln>
                <a:noFill/>
              </a:ln>
              <a:solidFill>
                <a:srgbClr val="8888C6"/>
              </a:solidFill>
              <a:effectLst/>
              <a:latin typeface="Consolas" panose="020B0609020204030204" pitchFamily="49" charset="0"/>
            </a:endParaRPr>
          </a:p>
          <a:p>
            <a:pPr lvl="0" eaLnBrk="0" fontAlgn="base" hangingPunct="0">
              <a:spcBef>
                <a:spcPct val="0"/>
              </a:spcBef>
              <a:spcAft>
                <a:spcPct val="0"/>
              </a:spcAft>
            </a:pP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6AAB73"/>
                </a:solidFill>
                <a:effectLst/>
                <a:latin typeface="Consolas" panose="020B0609020204030204" pitchFamily="49" charset="0"/>
              </a:rPr>
              <a:t>"Hallo!" </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BCBEC4"/>
                </a:solidFill>
                <a:effectLst/>
                <a:latin typeface="Consolas" panose="020B0609020204030204" pitchFamily="49" charset="0"/>
              </a:rPr>
              <a:t>totZiens</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lang="nl-NL" altLang="nl-NL" dirty="0">
                <a:solidFill>
                  <a:srgbClr val="8888C6"/>
                </a:solidFill>
                <a:latin typeface="Consolas" panose="020B0609020204030204" pitchFamily="49" charset="0"/>
              </a:rPr>
              <a:t>print</a:t>
            </a:r>
            <a:r>
              <a:rPr lang="nl-NL" altLang="nl-NL" dirty="0">
                <a:solidFill>
                  <a:srgbClr val="BCBEC4"/>
                </a:solidFill>
                <a:latin typeface="Consolas" panose="020B0609020204030204" pitchFamily="49" charset="0"/>
              </a:rPr>
              <a:t>( </a:t>
            </a:r>
            <a:r>
              <a:rPr lang="nl-NL" altLang="nl-NL" dirty="0">
                <a:solidFill>
                  <a:srgbClr val="6AAB73"/>
                </a:solidFill>
                <a:latin typeface="Consolas" panose="020B0609020204030204" pitchFamily="49" charset="0"/>
              </a:rPr>
              <a:t>"Einde!" </a:t>
            </a:r>
            <a:r>
              <a:rPr lang="nl-NL" altLang="nl-NL" dirty="0">
                <a:solidFill>
                  <a:srgbClr val="BCBEC4"/>
                </a:solidFill>
                <a:latin typeface="Consolas" panose="020B0609020204030204" pitchFamily="49" charset="0"/>
              </a:rPr>
              <a:t>)</a:t>
            </a:r>
            <a:endParaRPr kumimoji="0" lang="nl-NL" altLang="nl-NL" b="0" i="0" u="none" strike="noStrike" cap="none" normalizeH="0" baseline="0" dirty="0">
              <a:ln>
                <a:noFill/>
              </a:ln>
              <a:solidFill>
                <a:schemeClr val="tx1"/>
              </a:solidFill>
              <a:effectLst/>
              <a:latin typeface="Consolas" panose="020B0609020204030204" pitchFamily="49" charset="0"/>
            </a:endParaRPr>
          </a:p>
        </p:txBody>
      </p:sp>
      <p:sp>
        <p:nvSpPr>
          <p:cNvPr id="9" name="Rectangle 1">
            <a:extLst>
              <a:ext uri="{FF2B5EF4-FFF2-40B4-BE49-F238E27FC236}">
                <a16:creationId xmlns:a16="http://schemas.microsoft.com/office/drawing/2014/main" id="{6B66363A-268E-FE41-D991-A9DC2A4A46E8}"/>
              </a:ext>
            </a:extLst>
          </p:cNvPr>
          <p:cNvSpPr>
            <a:spLocks noChangeArrowheads="1"/>
          </p:cNvSpPr>
          <p:nvPr/>
        </p:nvSpPr>
        <p:spPr bwMode="auto">
          <a:xfrm>
            <a:off x="8391280" y="1676908"/>
            <a:ext cx="241151" cy="2031325"/>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3</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rPr>
              <a:t>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rPr>
              <a:t>1</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rPr>
              <a:t>2</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5</a:t>
            </a:r>
            <a:endParaRPr kumimoji="0" lang="nl-NL" altLang="nl-NL" b="0" i="0" u="none" strike="noStrike" cap="none" normalizeH="0" baseline="0" dirty="0">
              <a:ln>
                <a:noFill/>
              </a:ln>
              <a:solidFill>
                <a:schemeClr val="tx1"/>
              </a:solidFill>
              <a:effectLst/>
              <a:highlight>
                <a:srgbClr val="FFFF00"/>
              </a:highlight>
              <a:latin typeface="Consolas" panose="020B0609020204030204" pitchFamily="49" charset="0"/>
            </a:endParaRPr>
          </a:p>
        </p:txBody>
      </p:sp>
      <p:sp>
        <p:nvSpPr>
          <p:cNvPr id="10" name="TextBox 22">
            <a:extLst>
              <a:ext uri="{FF2B5EF4-FFF2-40B4-BE49-F238E27FC236}">
                <a16:creationId xmlns:a16="http://schemas.microsoft.com/office/drawing/2014/main" id="{01176260-B70F-9EF0-6305-CA718473C54C}"/>
              </a:ext>
            </a:extLst>
          </p:cNvPr>
          <p:cNvSpPr txBox="1"/>
          <p:nvPr/>
        </p:nvSpPr>
        <p:spPr bwMode="auto">
          <a:xfrm>
            <a:off x="849981" y="3383280"/>
            <a:ext cx="4270659" cy="132343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Het hoofdprogramma…</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print ‘Hallo’,</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roept methode </a:t>
            </a:r>
            <a:r>
              <a:rPr lang="nl-NL" sz="2000" kern="0" dirty="0" err="1">
                <a:solidFill>
                  <a:srgbClr val="294171"/>
                </a:solidFill>
              </a:rPr>
              <a:t>totZiens</a:t>
            </a:r>
            <a:r>
              <a:rPr lang="nl-NL" sz="2000" kern="0" dirty="0">
                <a:solidFill>
                  <a:srgbClr val="294171"/>
                </a:solidFill>
              </a:rPr>
              <a:t>() aan,</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print ‘Einde’</a:t>
            </a:r>
          </a:p>
        </p:txBody>
      </p:sp>
      <p:sp>
        <p:nvSpPr>
          <p:cNvPr id="11" name="Vierkante haak links 10">
            <a:extLst>
              <a:ext uri="{FF2B5EF4-FFF2-40B4-BE49-F238E27FC236}">
                <a16:creationId xmlns:a16="http://schemas.microsoft.com/office/drawing/2014/main" id="{8276FD8D-85CF-B68E-7A5A-0B8C78623E96}"/>
              </a:ext>
            </a:extLst>
          </p:cNvPr>
          <p:cNvSpPr/>
          <p:nvPr/>
        </p:nvSpPr>
        <p:spPr>
          <a:xfrm>
            <a:off x="8155922" y="1761044"/>
            <a:ext cx="76522" cy="487032"/>
          </a:xfrm>
          <a:prstGeom prst="leftBracket">
            <a:avLst>
              <a:gd name="adj"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2" name="Bijschrift: lijn 11">
            <a:extLst>
              <a:ext uri="{FF2B5EF4-FFF2-40B4-BE49-F238E27FC236}">
                <a16:creationId xmlns:a16="http://schemas.microsoft.com/office/drawing/2014/main" id="{C708214C-0EB7-A203-6C38-C4843CEA6222}"/>
              </a:ext>
            </a:extLst>
          </p:cNvPr>
          <p:cNvSpPr/>
          <p:nvPr/>
        </p:nvSpPr>
        <p:spPr>
          <a:xfrm>
            <a:off x="5349240" y="3538889"/>
            <a:ext cx="1709134" cy="338554"/>
          </a:xfrm>
          <a:prstGeom prst="borderCallout1">
            <a:avLst>
              <a:gd name="adj1" fmla="val 50332"/>
              <a:gd name="adj2" fmla="val 101488"/>
              <a:gd name="adj3" fmla="val -38757"/>
              <a:gd name="adj4" fmla="val 160928"/>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Hoofdprogramma</a:t>
            </a:r>
          </a:p>
        </p:txBody>
      </p:sp>
      <p:sp>
        <p:nvSpPr>
          <p:cNvPr id="13" name="Vierkante haak links 12">
            <a:extLst>
              <a:ext uri="{FF2B5EF4-FFF2-40B4-BE49-F238E27FC236}">
                <a16:creationId xmlns:a16="http://schemas.microsoft.com/office/drawing/2014/main" id="{9CB4AFEE-086E-8325-0F46-6BC4E7764782}"/>
              </a:ext>
            </a:extLst>
          </p:cNvPr>
          <p:cNvSpPr/>
          <p:nvPr/>
        </p:nvSpPr>
        <p:spPr>
          <a:xfrm>
            <a:off x="8155922" y="2894900"/>
            <a:ext cx="76522" cy="735268"/>
          </a:xfrm>
          <a:prstGeom prst="leftBracket">
            <a:avLst>
              <a:gd name="adj"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4" name="Bijschrift: lijn 13">
            <a:extLst>
              <a:ext uri="{FF2B5EF4-FFF2-40B4-BE49-F238E27FC236}">
                <a16:creationId xmlns:a16="http://schemas.microsoft.com/office/drawing/2014/main" id="{D0519039-D445-B28C-3890-7F861FC5ECEA}"/>
              </a:ext>
            </a:extLst>
          </p:cNvPr>
          <p:cNvSpPr/>
          <p:nvPr/>
        </p:nvSpPr>
        <p:spPr>
          <a:xfrm>
            <a:off x="5495544" y="1338287"/>
            <a:ext cx="1549418" cy="338554"/>
          </a:xfrm>
          <a:prstGeom prst="borderCallout1">
            <a:avLst>
              <a:gd name="adj1" fmla="val 50332"/>
              <a:gd name="adj2" fmla="val 100953"/>
              <a:gd name="adj3" fmla="val 190819"/>
              <a:gd name="adj4" fmla="val 159858"/>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Functiedefinitie</a:t>
            </a:r>
          </a:p>
        </p:txBody>
      </p:sp>
      <p:sp>
        <p:nvSpPr>
          <p:cNvPr id="15" name="Bijschrift: lijn 14">
            <a:extLst>
              <a:ext uri="{FF2B5EF4-FFF2-40B4-BE49-F238E27FC236}">
                <a16:creationId xmlns:a16="http://schemas.microsoft.com/office/drawing/2014/main" id="{BDBB8AE5-C33A-30A2-ED16-94FBC0F9DCD4}"/>
              </a:ext>
            </a:extLst>
          </p:cNvPr>
          <p:cNvSpPr/>
          <p:nvPr/>
        </p:nvSpPr>
        <p:spPr>
          <a:xfrm>
            <a:off x="9854714" y="4274052"/>
            <a:ext cx="1549418" cy="338554"/>
          </a:xfrm>
          <a:prstGeom prst="borderCallout1">
            <a:avLst>
              <a:gd name="adj1" fmla="val -11789"/>
              <a:gd name="adj2" fmla="val 16561"/>
              <a:gd name="adj3" fmla="val -279137"/>
              <a:gd name="adj4" fmla="val -24271"/>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Functieaanroep</a:t>
            </a:r>
          </a:p>
        </p:txBody>
      </p:sp>
      <p:sp>
        <p:nvSpPr>
          <p:cNvPr id="16" name="TextBox 22">
            <a:extLst>
              <a:ext uri="{FF2B5EF4-FFF2-40B4-BE49-F238E27FC236}">
                <a16:creationId xmlns:a16="http://schemas.microsoft.com/office/drawing/2014/main" id="{F4D60300-E38C-27F8-D231-AD43463D7F44}"/>
              </a:ext>
            </a:extLst>
          </p:cNvPr>
          <p:cNvSpPr txBox="1"/>
          <p:nvPr/>
        </p:nvSpPr>
        <p:spPr bwMode="auto">
          <a:xfrm>
            <a:off x="849981" y="5661391"/>
            <a:ext cx="10492038"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Let op: eerst de functiedefinitie, dan pas een functieaanroep!</a:t>
            </a:r>
          </a:p>
        </p:txBody>
      </p:sp>
      <p:grpSp>
        <p:nvGrpSpPr>
          <p:cNvPr id="17" name="Groep 16">
            <a:extLst>
              <a:ext uri="{FF2B5EF4-FFF2-40B4-BE49-F238E27FC236}">
                <a16:creationId xmlns:a16="http://schemas.microsoft.com/office/drawing/2014/main" id="{5DFD8804-E7FC-7BCF-8540-53C192776540}"/>
              </a:ext>
            </a:extLst>
          </p:cNvPr>
          <p:cNvGrpSpPr/>
          <p:nvPr/>
        </p:nvGrpSpPr>
        <p:grpSpPr>
          <a:xfrm>
            <a:off x="8391280" y="5167776"/>
            <a:ext cx="3256386" cy="1166296"/>
            <a:chOff x="6222079" y="5499300"/>
            <a:chExt cx="2933052" cy="1431985"/>
          </a:xfrm>
        </p:grpSpPr>
        <p:sp>
          <p:nvSpPr>
            <p:cNvPr id="18" name="Tekstvak 17">
              <a:extLst>
                <a:ext uri="{FF2B5EF4-FFF2-40B4-BE49-F238E27FC236}">
                  <a16:creationId xmlns:a16="http://schemas.microsoft.com/office/drawing/2014/main" id="{B78B6E46-52E9-2BFA-C503-B985D5D700FA}"/>
                </a:ext>
              </a:extLst>
            </p:cNvPr>
            <p:cNvSpPr txBox="1"/>
            <p:nvPr/>
          </p:nvSpPr>
          <p:spPr>
            <a:xfrm>
              <a:off x="6222079" y="5643187"/>
              <a:ext cx="2933052" cy="1288098"/>
            </a:xfrm>
            <a:prstGeom prst="rect">
              <a:avLst/>
            </a:prstGeom>
            <a:solidFill>
              <a:schemeClr val="bg1"/>
            </a:solidFill>
            <a:ln>
              <a:solidFill>
                <a:schemeClr val="accent1"/>
              </a:solidFill>
            </a:ln>
          </p:spPr>
          <p:txBody>
            <a:bodyPr wrap="square" lIns="108000" tIns="144000" rIns="108000" bIns="72000">
              <a:spAutoFit/>
            </a:bodyPr>
            <a:lstStyle/>
            <a:p>
              <a:r>
                <a:rPr lang="nl-NL" dirty="0"/>
                <a:t>Hallo!</a:t>
              </a:r>
            </a:p>
            <a:p>
              <a:r>
                <a:rPr lang="nl-NL" dirty="0"/>
                <a:t>Tot ziens!</a:t>
              </a:r>
            </a:p>
            <a:p>
              <a:r>
                <a:rPr lang="nl-NL" dirty="0"/>
                <a:t>Einde!</a:t>
              </a:r>
            </a:p>
          </p:txBody>
        </p:sp>
        <p:sp>
          <p:nvSpPr>
            <p:cNvPr id="19" name="Tekstvak 18">
              <a:extLst>
                <a:ext uri="{FF2B5EF4-FFF2-40B4-BE49-F238E27FC236}">
                  <a16:creationId xmlns:a16="http://schemas.microsoft.com/office/drawing/2014/main" id="{7C1F7DBE-13A6-2D74-D635-F0DA3FEC42FF}"/>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724979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500"/>
                                        <p:tgtEl>
                                          <p:spTgt spid="10">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Effect transition="in" filter="fade">
                                      <p:cBhvr>
                                        <p:cTn id="29" dur="500"/>
                                        <p:tgtEl>
                                          <p:spTgt spid="10">
                                            <p:txEl>
                                              <p:p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9">
                                            <p:txEl>
                                              <p:pRg st="4" end="4"/>
                                            </p:txEl>
                                          </p:spTgt>
                                        </p:tgtEl>
                                        <p:attrNameLst>
                                          <p:attrName>style.visibility</p:attrName>
                                        </p:attrNameLst>
                                      </p:cBhvr>
                                      <p:to>
                                        <p:strVal val="visible"/>
                                      </p:to>
                                    </p:set>
                                    <p:animEffect transition="in" filter="fade">
                                      <p:cBhvr>
                                        <p:cTn id="32" dur="500"/>
                                        <p:tgtEl>
                                          <p:spTgt spid="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animEffect transition="in" filter="fade">
                                      <p:cBhvr>
                                        <p:cTn id="37" dur="500"/>
                                        <p:tgtEl>
                                          <p:spTgt spid="10">
                                            <p:txEl>
                                              <p:pRg st="2" end="2"/>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animEffect transition="in" filter="fade">
                                      <p:cBhvr>
                                        <p:cTn id="43" dur="500"/>
                                        <p:tgtEl>
                                          <p:spTgt spid="9">
                                            <p:txEl>
                                              <p:pRg st="5" end="5"/>
                                            </p:txEl>
                                          </p:spTgt>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fade">
                                      <p:cBhvr>
                                        <p:cTn id="47" dur="500"/>
                                        <p:tgtEl>
                                          <p:spTgt spid="9">
                                            <p:txEl>
                                              <p:pRg st="0" end="0"/>
                                            </p:txEl>
                                          </p:spTgt>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9">
                                            <p:txEl>
                                              <p:pRg st="1" end="1"/>
                                            </p:txEl>
                                          </p:spTgt>
                                        </p:tgtEl>
                                        <p:attrNameLst>
                                          <p:attrName>style.visibility</p:attrName>
                                        </p:attrNameLst>
                                      </p:cBhvr>
                                      <p:to>
                                        <p:strVal val="visible"/>
                                      </p:to>
                                    </p:set>
                                    <p:animEffect transition="in" filter="fade">
                                      <p:cBhvr>
                                        <p:cTn id="51" dur="500"/>
                                        <p:tgtEl>
                                          <p:spTgt spid="9">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0">
                                            <p:txEl>
                                              <p:pRg st="3" end="3"/>
                                            </p:txEl>
                                          </p:spTgt>
                                        </p:tgtEl>
                                        <p:attrNameLst>
                                          <p:attrName>style.visibility</p:attrName>
                                        </p:attrNameLst>
                                      </p:cBhvr>
                                      <p:to>
                                        <p:strVal val="visible"/>
                                      </p:to>
                                    </p:set>
                                    <p:animEffect transition="in" filter="fade">
                                      <p:cBhvr>
                                        <p:cTn id="56" dur="500"/>
                                        <p:tgtEl>
                                          <p:spTgt spid="10">
                                            <p:txEl>
                                              <p:pRg st="3" end="3"/>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childTnLst>
                                </p:cTn>
                              </p:par>
                              <p:par>
                                <p:cTn id="60" presetID="10" presetClass="entr" presetSubtype="0" fill="hold" nodeType="withEffect">
                                  <p:stCondLst>
                                    <p:cond delay="0"/>
                                  </p:stCondLst>
                                  <p:childTnLst>
                                    <p:set>
                                      <p:cBhvr>
                                        <p:cTn id="61" dur="1" fill="hold">
                                          <p:stCondLst>
                                            <p:cond delay="0"/>
                                          </p:stCondLst>
                                        </p:cTn>
                                        <p:tgtEl>
                                          <p:spTgt spid="9">
                                            <p:txEl>
                                              <p:pRg st="6" end="6"/>
                                            </p:txEl>
                                          </p:spTgt>
                                        </p:tgtEl>
                                        <p:attrNameLst>
                                          <p:attrName>style.visibility</p:attrName>
                                        </p:attrNameLst>
                                      </p:cBhvr>
                                      <p:to>
                                        <p:strVal val="visible"/>
                                      </p:to>
                                    </p:set>
                                    <p:animEffect transition="in" filter="fade">
                                      <p:cBhvr>
                                        <p:cTn id="62" dur="500"/>
                                        <p:tgtEl>
                                          <p:spTgt spid="9">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ppt_x"/>
                                          </p:val>
                                        </p:tav>
                                        <p:tav tm="100000">
                                          <p:val>
                                            <p:strVal val="#ppt_x"/>
                                          </p:val>
                                        </p:tav>
                                      </p:tavLst>
                                    </p:anim>
                                    <p:anim calcmode="lin" valueType="num">
                                      <p:cBhvr additive="base">
                                        <p:cTn id="6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2" grpId="0" animBg="1"/>
      <p:bldP spid="13" grpId="0" animBg="1"/>
      <p:bldP spid="15"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79293-ED7F-A67A-8D5D-FDC95AAD344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39DF38F-F6FF-2E2D-4A5A-C5F5E82F9C4C}"/>
              </a:ext>
            </a:extLst>
          </p:cNvPr>
          <p:cNvSpPr>
            <a:spLocks noChangeArrowheads="1"/>
          </p:cNvSpPr>
          <p:nvPr/>
        </p:nvSpPr>
        <p:spPr bwMode="auto">
          <a:xfrm>
            <a:off x="8391280" y="1687555"/>
            <a:ext cx="3462587" cy="2308324"/>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hallo</a:t>
            </a:r>
            <a:r>
              <a:rPr kumimoji="0" lang="nl-NL" altLang="nl-NL" b="0" i="0" u="none" strike="noStrike" cap="none" normalizeH="0" baseline="0" dirty="0">
                <a:ln>
                  <a:noFill/>
                </a:ln>
                <a:solidFill>
                  <a:srgbClr val="BCBEC4"/>
                </a:solidFill>
                <a:effectLst/>
                <a:latin typeface="Consolas" panose="020B0609020204030204" pitchFamily="49" charset="0"/>
              </a:rPr>
              <a:t>(naam):</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6AAB73"/>
                </a:solidFill>
                <a:effectLst/>
                <a:latin typeface="Consolas" panose="020B0609020204030204" pitchFamily="49" charset="0"/>
              </a:rPr>
              <a:t>"Hallo, "</a:t>
            </a:r>
            <a:r>
              <a:rPr kumimoji="0" lang="nl-NL" altLang="nl-NL" b="0" i="0" u="none" strike="noStrike" cap="none" normalizeH="0" baseline="0" dirty="0">
                <a:ln>
                  <a:noFill/>
                </a:ln>
                <a:solidFill>
                  <a:srgbClr val="BCBEC4"/>
                </a:solidFill>
                <a:effectLst/>
                <a:latin typeface="Consolas" panose="020B0609020204030204" pitchFamily="49" charset="0"/>
              </a:rPr>
              <a:t>, naam)</a:t>
            </a:r>
            <a:br>
              <a:rPr kumimoji="0" lang="nl-NL" altLang="nl-NL" b="0" i="0" u="none" strike="noStrike" cap="none" normalizeH="0" baseline="0" dirty="0">
                <a:ln>
                  <a:noFill/>
                </a:ln>
                <a:solidFill>
                  <a:srgbClr val="BCBEC4"/>
                </a:solidFill>
                <a:effectLst/>
                <a:latin typeface="Consolas" panose="020B0609020204030204" pitchFamily="49" charset="0"/>
              </a:rPr>
            </a:b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nl-NL" altLang="nl-NL" dirty="0">
              <a:solidFill>
                <a:srgbClr val="BCBEC4"/>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BCBEC4"/>
                </a:solidFill>
                <a:effectLst/>
                <a:latin typeface="Consolas" panose="020B0609020204030204" pitchFamily="49" charset="0"/>
              </a:rPr>
              <a:t>hallo(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err="1">
                <a:ln>
                  <a:noFill/>
                </a:ln>
                <a:solidFill>
                  <a:srgbClr val="6AAB73"/>
                </a:solidFill>
                <a:effectLst/>
                <a:latin typeface="Consolas" panose="020B0609020204030204" pitchFamily="49" charset="0"/>
              </a:rPr>
              <a:t>Groucho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hallo(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err="1">
                <a:ln>
                  <a:noFill/>
                </a:ln>
                <a:solidFill>
                  <a:srgbClr val="6AAB73"/>
                </a:solidFill>
                <a:effectLst/>
                <a:latin typeface="Consolas" panose="020B0609020204030204" pitchFamily="49" charset="0"/>
              </a:rPr>
              <a:t>Chico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hallo(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err="1">
                <a:ln>
                  <a:noFill/>
                </a:ln>
                <a:solidFill>
                  <a:srgbClr val="6AAB73"/>
                </a:solidFill>
                <a:effectLst/>
                <a:latin typeface="Consolas" panose="020B0609020204030204" pitchFamily="49" charset="0"/>
              </a:rPr>
              <a:t>Harpo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hallo(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err="1">
                <a:ln>
                  <a:noFill/>
                </a:ln>
                <a:solidFill>
                  <a:srgbClr val="6AAB73"/>
                </a:solidFill>
                <a:effectLst/>
                <a:latin typeface="Consolas" panose="020B0609020204030204" pitchFamily="49" charset="0"/>
              </a:rPr>
              <a:t>Zeppo</a:t>
            </a:r>
            <a:r>
              <a:rPr kumimoji="0" lang="nl-NL" altLang="nl-NL" b="0" i="0" u="none" strike="noStrike" cap="none" normalizeH="0" baseline="0" dirty="0">
                <a:ln>
                  <a:noFill/>
                </a:ln>
                <a:solidFill>
                  <a:srgbClr val="6AAB73"/>
                </a:solidFill>
                <a:effectLst/>
                <a:latin typeface="Consolas" panose="020B0609020204030204" pitchFamily="49" charset="0"/>
              </a:rPr>
              <a:t>"</a:t>
            </a:r>
            <a:r>
              <a:rPr kumimoji="0" lang="nl-NL" altLang="nl-NL" b="0" i="0" u="none" strike="noStrike" cap="none" normalizeH="0" baseline="0" dirty="0">
                <a:ln>
                  <a:noFill/>
                </a:ln>
                <a:solidFill>
                  <a:srgbClr val="BCBEC4"/>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45" name="Title 1">
            <a:extLst>
              <a:ext uri="{FF2B5EF4-FFF2-40B4-BE49-F238E27FC236}">
                <a16:creationId xmlns:a16="http://schemas.microsoft.com/office/drawing/2014/main" id="{91199B8F-438F-6BFF-E844-05FC4193FE67}"/>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Parameters </a:t>
            </a:r>
            <a:r>
              <a:rPr lang="en-US" sz="3600" b="1" kern="0" dirty="0" err="1">
                <a:solidFill>
                  <a:prstClr val="black"/>
                </a:solidFill>
              </a:rPr>
              <a:t>en</a:t>
            </a:r>
            <a:r>
              <a:rPr lang="en-US" sz="3600" b="1" kern="0" dirty="0">
                <a:solidFill>
                  <a:prstClr val="black"/>
                </a:solidFill>
              </a:rPr>
              <a:t> </a:t>
            </a:r>
            <a:r>
              <a:rPr lang="en-US" sz="3600" b="1" kern="0" dirty="0" err="1">
                <a:solidFill>
                  <a:prstClr val="black"/>
                </a:solidFill>
              </a:rPr>
              <a:t>argumenten</a:t>
            </a:r>
            <a:r>
              <a:rPr lang="en-US" sz="3600" b="1" kern="0" dirty="0">
                <a:solidFill>
                  <a:prstClr val="black"/>
                </a:solidFill>
              </a:rPr>
              <a:t> </a:t>
            </a:r>
            <a:r>
              <a:rPr lang="en-US" sz="2000" b="1" kern="0" dirty="0">
                <a:solidFill>
                  <a:prstClr val="black"/>
                </a:solidFill>
              </a:rPr>
              <a:t>(§8.2.2)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0167556E-DB1D-B3BA-1657-90C11A348EED}"/>
              </a:ext>
            </a:extLst>
          </p:cNvPr>
          <p:cNvSpPr txBox="1"/>
          <p:nvPr/>
        </p:nvSpPr>
        <p:spPr bwMode="auto">
          <a:xfrm>
            <a:off x="849981" y="1533718"/>
            <a:ext cx="4927364"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De functie hallo()…</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print alleen vaste tekst en een naam,</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heeft geen retourwaarde (return),</a:t>
            </a:r>
          </a:p>
        </p:txBody>
      </p:sp>
      <p:sp>
        <p:nvSpPr>
          <p:cNvPr id="5" name="Bijschrift: lijn 4">
            <a:extLst>
              <a:ext uri="{FF2B5EF4-FFF2-40B4-BE49-F238E27FC236}">
                <a16:creationId xmlns:a16="http://schemas.microsoft.com/office/drawing/2014/main" id="{04FC9A57-24DD-EC7C-E510-2AB56362F63B}"/>
              </a:ext>
            </a:extLst>
          </p:cNvPr>
          <p:cNvSpPr/>
          <p:nvPr/>
        </p:nvSpPr>
        <p:spPr>
          <a:xfrm>
            <a:off x="7500025" y="673002"/>
            <a:ext cx="2292087" cy="338554"/>
          </a:xfrm>
          <a:prstGeom prst="borderCallout1">
            <a:avLst>
              <a:gd name="adj1" fmla="val 98948"/>
              <a:gd name="adj2" fmla="val 87809"/>
              <a:gd name="adj3" fmla="val 333231"/>
              <a:gd name="adj4" fmla="val 109724"/>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en heeft één parameter!</a:t>
            </a:r>
          </a:p>
        </p:txBody>
      </p:sp>
      <p:sp>
        <p:nvSpPr>
          <p:cNvPr id="10" name="TextBox 22">
            <a:extLst>
              <a:ext uri="{FF2B5EF4-FFF2-40B4-BE49-F238E27FC236}">
                <a16:creationId xmlns:a16="http://schemas.microsoft.com/office/drawing/2014/main" id="{83B06EC2-7426-91FE-D3CC-085FD6CF0B07}"/>
              </a:ext>
            </a:extLst>
          </p:cNvPr>
          <p:cNvSpPr txBox="1"/>
          <p:nvPr/>
        </p:nvSpPr>
        <p:spPr bwMode="auto">
          <a:xfrm>
            <a:off x="849981" y="3143165"/>
            <a:ext cx="4270659"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Het hoofdprogramma…</a:t>
            </a:r>
          </a:p>
          <a:p>
            <a:pPr marL="800100" lvl="1" indent="-342900" fontAlgn="base">
              <a:spcBef>
                <a:spcPct val="0"/>
              </a:spcBef>
              <a:spcAft>
                <a:spcPct val="0"/>
              </a:spcAft>
              <a:buFont typeface="Arial" panose="020B0604020202020204" pitchFamily="34" charset="0"/>
              <a:buChar char="•"/>
              <a:defRPr/>
            </a:pPr>
            <a:r>
              <a:rPr lang="nl-NL" sz="2000" kern="0" dirty="0">
                <a:solidFill>
                  <a:srgbClr val="294171"/>
                </a:solidFill>
              </a:rPr>
              <a:t>roept methode hallo() 4x aan</a:t>
            </a:r>
          </a:p>
        </p:txBody>
      </p:sp>
      <p:sp>
        <p:nvSpPr>
          <p:cNvPr id="11" name="Vierkante haak links 10">
            <a:extLst>
              <a:ext uri="{FF2B5EF4-FFF2-40B4-BE49-F238E27FC236}">
                <a16:creationId xmlns:a16="http://schemas.microsoft.com/office/drawing/2014/main" id="{C073C65F-9DAB-7B86-5B56-2216E2148BDF}"/>
              </a:ext>
            </a:extLst>
          </p:cNvPr>
          <p:cNvSpPr/>
          <p:nvPr/>
        </p:nvSpPr>
        <p:spPr>
          <a:xfrm>
            <a:off x="8155922" y="1761044"/>
            <a:ext cx="76522" cy="487032"/>
          </a:xfrm>
          <a:prstGeom prst="leftBracket">
            <a:avLst>
              <a:gd name="adj"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2" name="Bijschrift: lijn 11">
            <a:extLst>
              <a:ext uri="{FF2B5EF4-FFF2-40B4-BE49-F238E27FC236}">
                <a16:creationId xmlns:a16="http://schemas.microsoft.com/office/drawing/2014/main" id="{B90EE37B-D5B0-4D12-24D5-8E9E79ACD975}"/>
              </a:ext>
            </a:extLst>
          </p:cNvPr>
          <p:cNvSpPr/>
          <p:nvPr/>
        </p:nvSpPr>
        <p:spPr>
          <a:xfrm>
            <a:off x="5349240" y="3538889"/>
            <a:ext cx="1709134" cy="338554"/>
          </a:xfrm>
          <a:prstGeom prst="borderCallout1">
            <a:avLst>
              <a:gd name="adj1" fmla="val 50332"/>
              <a:gd name="adj2" fmla="val 101488"/>
              <a:gd name="adj3" fmla="val -38757"/>
              <a:gd name="adj4" fmla="val 160928"/>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Hoofdprogramma</a:t>
            </a:r>
          </a:p>
        </p:txBody>
      </p:sp>
      <p:sp>
        <p:nvSpPr>
          <p:cNvPr id="13" name="Vierkante haak links 12">
            <a:extLst>
              <a:ext uri="{FF2B5EF4-FFF2-40B4-BE49-F238E27FC236}">
                <a16:creationId xmlns:a16="http://schemas.microsoft.com/office/drawing/2014/main" id="{2554CF64-08DE-C1B7-BA50-E0D5535721E7}"/>
              </a:ext>
            </a:extLst>
          </p:cNvPr>
          <p:cNvSpPr/>
          <p:nvPr/>
        </p:nvSpPr>
        <p:spPr>
          <a:xfrm>
            <a:off x="8155922" y="2904628"/>
            <a:ext cx="76522" cy="982543"/>
          </a:xfrm>
          <a:prstGeom prst="leftBracket">
            <a:avLst>
              <a:gd name="adj"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4" name="Bijschrift: lijn 13">
            <a:extLst>
              <a:ext uri="{FF2B5EF4-FFF2-40B4-BE49-F238E27FC236}">
                <a16:creationId xmlns:a16="http://schemas.microsoft.com/office/drawing/2014/main" id="{0D945A0E-9294-F0C1-7E74-652D4E38D616}"/>
              </a:ext>
            </a:extLst>
          </p:cNvPr>
          <p:cNvSpPr/>
          <p:nvPr/>
        </p:nvSpPr>
        <p:spPr>
          <a:xfrm>
            <a:off x="5495544" y="1338287"/>
            <a:ext cx="1549418" cy="338554"/>
          </a:xfrm>
          <a:prstGeom prst="borderCallout1">
            <a:avLst>
              <a:gd name="adj1" fmla="val 50332"/>
              <a:gd name="adj2" fmla="val 100953"/>
              <a:gd name="adj3" fmla="val 190819"/>
              <a:gd name="adj4" fmla="val 159858"/>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Functiedefinitie</a:t>
            </a:r>
          </a:p>
        </p:txBody>
      </p:sp>
      <p:sp>
        <p:nvSpPr>
          <p:cNvPr id="15" name="Bijschrift: lijn 14">
            <a:extLst>
              <a:ext uri="{FF2B5EF4-FFF2-40B4-BE49-F238E27FC236}">
                <a16:creationId xmlns:a16="http://schemas.microsoft.com/office/drawing/2014/main" id="{6692595D-B6CA-2ACD-F6B2-4436DD548D20}"/>
              </a:ext>
            </a:extLst>
          </p:cNvPr>
          <p:cNvSpPr/>
          <p:nvPr/>
        </p:nvSpPr>
        <p:spPr>
          <a:xfrm>
            <a:off x="10162309" y="4132591"/>
            <a:ext cx="1844496" cy="338554"/>
          </a:xfrm>
          <a:prstGeom prst="borderCallout1">
            <a:avLst>
              <a:gd name="adj1" fmla="val -11789"/>
              <a:gd name="adj2" fmla="val 16561"/>
              <a:gd name="adj3" fmla="val -220821"/>
              <a:gd name="adj4" fmla="val 7705"/>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4x functieaanroep</a:t>
            </a:r>
          </a:p>
        </p:txBody>
      </p:sp>
      <p:sp>
        <p:nvSpPr>
          <p:cNvPr id="16" name="TextBox 22">
            <a:extLst>
              <a:ext uri="{FF2B5EF4-FFF2-40B4-BE49-F238E27FC236}">
                <a16:creationId xmlns:a16="http://schemas.microsoft.com/office/drawing/2014/main" id="{8F5BA388-6CF3-AC87-41AA-5E970A476684}"/>
              </a:ext>
            </a:extLst>
          </p:cNvPr>
          <p:cNvSpPr txBox="1"/>
          <p:nvPr/>
        </p:nvSpPr>
        <p:spPr bwMode="auto">
          <a:xfrm>
            <a:off x="849981" y="5078568"/>
            <a:ext cx="7464777" cy="132343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a:t>
            </a:r>
            <a:r>
              <a:rPr lang="nl-NL" sz="2000" kern="0" dirty="0" err="1">
                <a:solidFill>
                  <a:srgbClr val="294171"/>
                </a:solidFill>
              </a:rPr>
              <a:t>Groucho</a:t>
            </a:r>
            <a:r>
              <a:rPr lang="nl-NL" sz="2000" kern="0" dirty="0">
                <a:solidFill>
                  <a:srgbClr val="294171"/>
                </a:solidFill>
              </a:rPr>
              <a:t>", "</a:t>
            </a:r>
            <a:r>
              <a:rPr lang="nl-NL" sz="2000" kern="0" dirty="0" err="1">
                <a:solidFill>
                  <a:srgbClr val="294171"/>
                </a:solidFill>
              </a:rPr>
              <a:t>Chico</a:t>
            </a:r>
            <a:r>
              <a:rPr lang="nl-NL" sz="2000" kern="0" dirty="0">
                <a:solidFill>
                  <a:srgbClr val="294171"/>
                </a:solidFill>
              </a:rPr>
              <a:t>", "</a:t>
            </a:r>
            <a:r>
              <a:rPr lang="nl-NL" sz="2000" kern="0" dirty="0" err="1">
                <a:solidFill>
                  <a:srgbClr val="294171"/>
                </a:solidFill>
              </a:rPr>
              <a:t>Harpo</a:t>
            </a:r>
            <a:r>
              <a:rPr lang="nl-NL" sz="2000" kern="0" dirty="0">
                <a:solidFill>
                  <a:srgbClr val="294171"/>
                </a:solidFill>
              </a:rPr>
              <a:t>" &amp; "</a:t>
            </a:r>
            <a:r>
              <a:rPr lang="nl-NL" sz="2000" kern="0" dirty="0" err="1">
                <a:solidFill>
                  <a:srgbClr val="294171"/>
                </a:solidFill>
              </a:rPr>
              <a:t>Zeppo</a:t>
            </a:r>
            <a:r>
              <a:rPr lang="nl-NL" sz="2000" kern="0" dirty="0">
                <a:solidFill>
                  <a:srgbClr val="294171"/>
                </a:solidFill>
              </a:rPr>
              <a:t>" noemen we ‘argumenten’!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Parameter ‘naam’ is in feite een variabele, waaraan (‘vanzelf’) bij een functieaanroep het meegegeven argument toegekend wordt!</a:t>
            </a:r>
          </a:p>
        </p:txBody>
      </p:sp>
      <p:grpSp>
        <p:nvGrpSpPr>
          <p:cNvPr id="17" name="Groep 16">
            <a:extLst>
              <a:ext uri="{FF2B5EF4-FFF2-40B4-BE49-F238E27FC236}">
                <a16:creationId xmlns:a16="http://schemas.microsoft.com/office/drawing/2014/main" id="{35BACBBB-3040-32D4-1466-B55C7E84B3D3}"/>
              </a:ext>
            </a:extLst>
          </p:cNvPr>
          <p:cNvGrpSpPr/>
          <p:nvPr/>
        </p:nvGrpSpPr>
        <p:grpSpPr>
          <a:xfrm>
            <a:off x="8391280" y="4920774"/>
            <a:ext cx="3256386" cy="1481233"/>
            <a:chOff x="6222079" y="5499300"/>
            <a:chExt cx="2933052" cy="1373894"/>
          </a:xfrm>
        </p:grpSpPr>
        <p:sp>
          <p:nvSpPr>
            <p:cNvPr id="18" name="Tekstvak 17">
              <a:extLst>
                <a:ext uri="{FF2B5EF4-FFF2-40B4-BE49-F238E27FC236}">
                  <a16:creationId xmlns:a16="http://schemas.microsoft.com/office/drawing/2014/main" id="{F2ED4737-F759-4A99-F867-1A6ED97755C2}"/>
                </a:ext>
              </a:extLst>
            </p:cNvPr>
            <p:cNvSpPr txBox="1"/>
            <p:nvPr/>
          </p:nvSpPr>
          <p:spPr>
            <a:xfrm>
              <a:off x="6222079" y="5643187"/>
              <a:ext cx="2933052" cy="1230007"/>
            </a:xfrm>
            <a:prstGeom prst="rect">
              <a:avLst/>
            </a:prstGeom>
            <a:solidFill>
              <a:schemeClr val="bg1"/>
            </a:solidFill>
            <a:ln>
              <a:solidFill>
                <a:schemeClr val="accent1"/>
              </a:solidFill>
            </a:ln>
          </p:spPr>
          <p:txBody>
            <a:bodyPr wrap="square" lIns="108000" tIns="144000" rIns="108000" bIns="72000">
              <a:spAutoFit/>
            </a:bodyPr>
            <a:lstStyle/>
            <a:p>
              <a:r>
                <a:rPr lang="nl-NL" dirty="0"/>
                <a:t>Hallo, </a:t>
              </a:r>
              <a:r>
                <a:rPr lang="nl-NL" dirty="0" err="1"/>
                <a:t>Groucho</a:t>
              </a:r>
              <a:r>
                <a:rPr lang="nl-NL" dirty="0"/>
                <a:t>!</a:t>
              </a:r>
            </a:p>
            <a:p>
              <a:r>
                <a:rPr lang="nl-NL" dirty="0"/>
                <a:t>Hallo, </a:t>
              </a:r>
              <a:r>
                <a:rPr lang="nl-NL" dirty="0" err="1"/>
                <a:t>Chico</a:t>
              </a:r>
              <a:r>
                <a:rPr lang="nl-NL" dirty="0"/>
                <a:t>!</a:t>
              </a:r>
            </a:p>
            <a:p>
              <a:r>
                <a:rPr lang="nl-NL" dirty="0"/>
                <a:t>Hallo, </a:t>
              </a:r>
              <a:r>
                <a:rPr lang="nl-NL" dirty="0" err="1"/>
                <a:t>Harpo</a:t>
              </a:r>
              <a:r>
                <a:rPr lang="nl-NL" dirty="0"/>
                <a:t>!</a:t>
              </a:r>
            </a:p>
            <a:p>
              <a:r>
                <a:rPr lang="nl-NL" dirty="0"/>
                <a:t>Hallo, </a:t>
              </a:r>
              <a:r>
                <a:rPr lang="nl-NL" dirty="0" err="1"/>
                <a:t>Zeppo</a:t>
              </a:r>
              <a:r>
                <a:rPr lang="nl-NL" dirty="0"/>
                <a:t>!</a:t>
              </a:r>
            </a:p>
          </p:txBody>
        </p:sp>
        <p:sp>
          <p:nvSpPr>
            <p:cNvPr id="19" name="Tekstvak 18">
              <a:extLst>
                <a:ext uri="{FF2B5EF4-FFF2-40B4-BE49-F238E27FC236}">
                  <a16:creationId xmlns:a16="http://schemas.microsoft.com/office/drawing/2014/main" id="{9B6EAB7B-66B1-40BD-8B7D-0E9FF3CFD726}"/>
                </a:ext>
              </a:extLst>
            </p:cNvPr>
            <p:cNvSpPr txBox="1"/>
            <p:nvPr/>
          </p:nvSpPr>
          <p:spPr>
            <a:xfrm>
              <a:off x="6401395" y="5499300"/>
              <a:ext cx="584791" cy="264521"/>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185517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500"/>
                                        <p:tgtEl>
                                          <p:spTgt spid="10">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barn(inVertical)">
                                      <p:cBhvr>
                                        <p:cTn id="24" dur="500"/>
                                        <p:tgtEl>
                                          <p:spTgt spid="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animEffect transition="in" filter="fade">
                                      <p:cBhvr>
                                        <p:cTn id="29" dur="500"/>
                                        <p:tgtEl>
                                          <p:spTgt spid="10">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6">
                                            <p:txEl>
                                              <p:pRg st="0" end="0"/>
                                            </p:txEl>
                                          </p:spTgt>
                                        </p:tgtEl>
                                        <p:attrNameLst>
                                          <p:attrName>style.visibility</p:attrName>
                                        </p:attrNameLst>
                                      </p:cBhvr>
                                      <p:to>
                                        <p:strVal val="visible"/>
                                      </p:to>
                                    </p:set>
                                    <p:anim calcmode="lin" valueType="num">
                                      <p:cBhvr additive="base">
                                        <p:cTn id="40"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16">
                                            <p:txEl>
                                              <p:pRg st="2" end="2"/>
                                            </p:txEl>
                                          </p:spTgt>
                                        </p:tgtEl>
                                        <p:attrNameLst>
                                          <p:attrName>style.visibility</p:attrName>
                                        </p:attrNameLst>
                                      </p:cBhvr>
                                      <p:to>
                                        <p:strVal val="visible"/>
                                      </p:to>
                                    </p:set>
                                    <p:animEffect transition="in" filter="circle(in)">
                                      <p:cBhvr>
                                        <p:cTn id="46" dur="20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2" grpId="0" animBg="1"/>
      <p:bldP spid="13"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94C6-2E49-94B0-E260-E7FC945B6864}"/>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EBE262CF-8B4C-1A4A-8ED5-E0F0145BBE20}"/>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Meerdere</a:t>
            </a:r>
            <a:r>
              <a:rPr lang="en-US" sz="3600" b="1" kern="0" dirty="0">
                <a:solidFill>
                  <a:prstClr val="black"/>
                </a:solidFill>
              </a:rPr>
              <a:t> parameters </a:t>
            </a:r>
            <a:r>
              <a:rPr lang="en-US" sz="2000" b="1" kern="0" dirty="0">
                <a:solidFill>
                  <a:prstClr val="black"/>
                </a:solidFill>
              </a:rPr>
              <a:t>(§8.2.2)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FB54F66F-F27B-9582-AF11-3023C01DA3E6}"/>
              </a:ext>
            </a:extLst>
          </p:cNvPr>
          <p:cNvSpPr txBox="1"/>
          <p:nvPr/>
        </p:nvSpPr>
        <p:spPr bwMode="auto">
          <a:xfrm>
            <a:off x="709358" y="1783809"/>
            <a:ext cx="5879049" cy="40011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Een functie kan ook meerdere parameters hebben:</a:t>
            </a:r>
          </a:p>
        </p:txBody>
      </p:sp>
      <p:sp>
        <p:nvSpPr>
          <p:cNvPr id="3" name="Rectangle 1">
            <a:extLst>
              <a:ext uri="{FF2B5EF4-FFF2-40B4-BE49-F238E27FC236}">
                <a16:creationId xmlns:a16="http://schemas.microsoft.com/office/drawing/2014/main" id="{F88E4E35-96D2-2984-8CFC-34E0076C1AAD}"/>
              </a:ext>
            </a:extLst>
          </p:cNvPr>
          <p:cNvSpPr>
            <a:spLocks noChangeArrowheads="1"/>
          </p:cNvSpPr>
          <p:nvPr/>
        </p:nvSpPr>
        <p:spPr bwMode="auto">
          <a:xfrm>
            <a:off x="1720309" y="2874091"/>
            <a:ext cx="3857146" cy="2031325"/>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vermenigvuldig</a:t>
            </a:r>
            <a:r>
              <a:rPr kumimoji="0" lang="nl-NL" altLang="nl-NL" b="0" i="0" u="none" strike="noStrike" cap="none" normalizeH="0" baseline="0" dirty="0">
                <a:ln>
                  <a:noFill/>
                </a:ln>
                <a:solidFill>
                  <a:srgbClr val="BCBEC4"/>
                </a:solidFill>
                <a:effectLst/>
                <a:latin typeface="Consolas" panose="020B0609020204030204" pitchFamily="49" charset="0"/>
              </a:rPr>
              <a:t>(x, y):</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resultaat = x * y</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(resultaat)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vermenigvuldig(</a:t>
            </a:r>
            <a:r>
              <a:rPr kumimoji="0" lang="nl-NL" altLang="nl-NL" b="0" i="0" u="none" strike="noStrike" cap="none" normalizeH="0" baseline="0" dirty="0">
                <a:ln>
                  <a:noFill/>
                </a:ln>
                <a:solidFill>
                  <a:srgbClr val="2AACB8"/>
                </a:solidFill>
                <a:effectLst/>
                <a:latin typeface="Consolas" panose="020B0609020204030204" pitchFamily="49" charset="0"/>
              </a:rPr>
              <a:t>2020</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5278238</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vermenigvuldig(</a:t>
            </a:r>
            <a:r>
              <a:rPr kumimoji="0" lang="nl-NL" altLang="nl-NL" b="0" i="0" u="none" strike="noStrike" cap="none" normalizeH="0" baseline="0" dirty="0">
                <a:ln>
                  <a:noFill/>
                </a:ln>
                <a:solidFill>
                  <a:srgbClr val="2AACB8"/>
                </a:solidFill>
                <a:effectLst/>
                <a:latin typeface="Consolas" panose="020B0609020204030204" pitchFamily="49" charset="0"/>
              </a:rPr>
              <a:t>2</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3</a:t>
            </a:r>
            <a:r>
              <a:rPr kumimoji="0" lang="nl-NL" altLang="nl-NL" b="0" i="0" u="none" strike="noStrike" cap="none" normalizeH="0" baseline="0" dirty="0">
                <a:ln>
                  <a:noFill/>
                </a:ln>
                <a:solidFill>
                  <a:srgbClr val="BCBEC4"/>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7" name="Tekstvak 6">
            <a:extLst>
              <a:ext uri="{FF2B5EF4-FFF2-40B4-BE49-F238E27FC236}">
                <a16:creationId xmlns:a16="http://schemas.microsoft.com/office/drawing/2014/main" id="{038E7E02-1311-B7B7-194E-FCD15F2902DA}"/>
              </a:ext>
            </a:extLst>
          </p:cNvPr>
          <p:cNvSpPr txBox="1"/>
          <p:nvPr/>
        </p:nvSpPr>
        <p:spPr>
          <a:xfrm>
            <a:off x="7518444" y="2862966"/>
            <a:ext cx="3256386" cy="772107"/>
          </a:xfrm>
          <a:prstGeom prst="rect">
            <a:avLst/>
          </a:prstGeom>
          <a:solidFill>
            <a:schemeClr val="bg1"/>
          </a:solidFill>
          <a:ln>
            <a:solidFill>
              <a:schemeClr val="accent1"/>
            </a:solidFill>
          </a:ln>
        </p:spPr>
        <p:txBody>
          <a:bodyPr wrap="square" lIns="108000" tIns="144000" rIns="108000" bIns="72000">
            <a:spAutoFit/>
          </a:bodyPr>
          <a:lstStyle/>
          <a:p>
            <a:r>
              <a:rPr lang="nl-NL" dirty="0"/>
              <a:t>10662040760</a:t>
            </a:r>
          </a:p>
          <a:p>
            <a:r>
              <a:rPr lang="nl-NL" dirty="0"/>
              <a:t>6</a:t>
            </a:r>
          </a:p>
        </p:txBody>
      </p:sp>
      <p:sp>
        <p:nvSpPr>
          <p:cNvPr id="8" name="Tekstvak 7">
            <a:extLst>
              <a:ext uri="{FF2B5EF4-FFF2-40B4-BE49-F238E27FC236}">
                <a16:creationId xmlns:a16="http://schemas.microsoft.com/office/drawing/2014/main" id="{93108839-5ECF-57E7-6651-F033FF8723B2}"/>
              </a:ext>
            </a:extLst>
          </p:cNvPr>
          <p:cNvSpPr txBox="1"/>
          <p:nvPr/>
        </p:nvSpPr>
        <p:spPr>
          <a:xfrm>
            <a:off x="7717527" y="2707837"/>
            <a:ext cx="649257" cy="285187"/>
          </a:xfrm>
          <a:prstGeom prst="rect">
            <a:avLst/>
          </a:prstGeom>
          <a:solidFill>
            <a:schemeClr val="bg1"/>
          </a:solidFill>
        </p:spPr>
        <p:txBody>
          <a:bodyPr wrap="square" lIns="36000" tIns="0" rIns="0" bIns="0" rtlCol="0">
            <a:spAutoFit/>
          </a:bodyPr>
          <a:lstStyle/>
          <a:p>
            <a:pPr algn="ctr"/>
            <a:r>
              <a:rPr lang="nl-NL" sz="1400" dirty="0"/>
              <a:t>uitvoer</a:t>
            </a:r>
          </a:p>
        </p:txBody>
      </p:sp>
      <p:sp>
        <p:nvSpPr>
          <p:cNvPr id="9" name="Rectangle 1">
            <a:extLst>
              <a:ext uri="{FF2B5EF4-FFF2-40B4-BE49-F238E27FC236}">
                <a16:creationId xmlns:a16="http://schemas.microsoft.com/office/drawing/2014/main" id="{0DA9F779-9548-06BD-5387-415052971C2F}"/>
              </a:ext>
            </a:extLst>
          </p:cNvPr>
          <p:cNvSpPr>
            <a:spLocks noChangeArrowheads="1"/>
          </p:cNvSpPr>
          <p:nvPr/>
        </p:nvSpPr>
        <p:spPr bwMode="auto">
          <a:xfrm>
            <a:off x="1071053" y="2874091"/>
            <a:ext cx="346117" cy="2031325"/>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2</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3</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rPr>
              <a:t>1</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5</a:t>
            </a:r>
            <a:endPar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endParaRPr>
          </a:p>
        </p:txBody>
      </p:sp>
      <p:sp>
        <p:nvSpPr>
          <p:cNvPr id="20" name="Rectangle 1">
            <a:extLst>
              <a:ext uri="{FF2B5EF4-FFF2-40B4-BE49-F238E27FC236}">
                <a16:creationId xmlns:a16="http://schemas.microsoft.com/office/drawing/2014/main" id="{9E916F5A-D8DE-9A73-978A-16CB811A2441}"/>
              </a:ext>
            </a:extLst>
          </p:cNvPr>
          <p:cNvSpPr>
            <a:spLocks noChangeArrowheads="1"/>
          </p:cNvSpPr>
          <p:nvPr/>
        </p:nvSpPr>
        <p:spPr bwMode="auto">
          <a:xfrm>
            <a:off x="1417170" y="2874091"/>
            <a:ext cx="303139" cy="2031325"/>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6</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7</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dirty="0">
                <a:solidFill>
                  <a:srgbClr val="BCBEC4"/>
                </a:solidFill>
                <a:highlight>
                  <a:srgbClr val="FFFF00"/>
                </a:highlight>
                <a:latin typeface="Consolas" panose="020B0609020204030204" pitchFamily="49" charset="0"/>
              </a:rPr>
              <a:t>8</a:t>
            </a:r>
            <a:endPar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nl-NL" altLang="nl-NL" b="0" i="0" u="none" strike="noStrike" cap="none" normalizeH="0" baseline="0" dirty="0">
              <a:ln>
                <a:noFill/>
              </a:ln>
              <a:solidFill>
                <a:srgbClr val="BCBEC4"/>
              </a:solidFill>
              <a:effectLst/>
              <a:highlight>
                <a:srgbClr val="FFFF00"/>
              </a:highlight>
              <a:latin typeface="Consolas" panose="020B0609020204030204" pitchFamily="49" charset="0"/>
            </a:endParaRPr>
          </a:p>
        </p:txBody>
      </p:sp>
    </p:spTree>
    <p:extLst>
      <p:ext uri="{BB962C8B-B14F-4D97-AF65-F5344CB8AC3E}">
        <p14:creationId xmlns:p14="http://schemas.microsoft.com/office/powerpoint/2010/main" val="106382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fade">
                                      <p:cBhvr>
                                        <p:cTn id="7" dur="500"/>
                                        <p:tgtEl>
                                          <p:spTgt spid="9">
                                            <p:txEl>
                                              <p:pRg st="5" end="5"/>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fade">
                                      <p:cBhvr>
                                        <p:cTn id="11" dur="500"/>
                                        <p:tgtEl>
                                          <p:spTgt spid="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500"/>
                                        <p:tgtEl>
                                          <p:spTgt spid="9">
                                            <p:txEl>
                                              <p:p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500"/>
                                        <p:tgtEl>
                                          <p:spTgt spid="9">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xEl>
                                              <p:pRg st="6" end="6"/>
                                            </p:txEl>
                                          </p:spTgt>
                                        </p:tgtEl>
                                        <p:attrNameLst>
                                          <p:attrName>style.visibility</p:attrName>
                                        </p:attrNameLst>
                                      </p:cBhvr>
                                      <p:to>
                                        <p:strVal val="visible"/>
                                      </p:to>
                                    </p:set>
                                    <p:animEffect transition="in" filter="fade">
                                      <p:cBhvr>
                                        <p:cTn id="28" dur="500"/>
                                        <p:tgtEl>
                                          <p:spTgt spid="9">
                                            <p:txEl>
                                              <p:pRg st="6" end="6"/>
                                            </p:txEl>
                                          </p:spTgt>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0">
                                            <p:txEl>
                                              <p:pRg st="0" end="0"/>
                                            </p:txEl>
                                          </p:spTgt>
                                        </p:tgtEl>
                                        <p:attrNameLst>
                                          <p:attrName>style.visibility</p:attrName>
                                        </p:attrNameLst>
                                      </p:cBhvr>
                                      <p:to>
                                        <p:strVal val="visible"/>
                                      </p:to>
                                    </p:set>
                                    <p:animEffect transition="in" filter="fade">
                                      <p:cBhvr>
                                        <p:cTn id="32" dur="500"/>
                                        <p:tgtEl>
                                          <p:spTgt spid="20">
                                            <p:txEl>
                                              <p:pRg st="0" end="0"/>
                                            </p:txEl>
                                          </p:spTgt>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20">
                                            <p:txEl>
                                              <p:pRg st="1" end="1"/>
                                            </p:txEl>
                                          </p:spTgt>
                                        </p:tgtEl>
                                        <p:attrNameLst>
                                          <p:attrName>style.visibility</p:attrName>
                                        </p:attrNameLst>
                                      </p:cBhvr>
                                      <p:to>
                                        <p:strVal val="visible"/>
                                      </p:to>
                                    </p:set>
                                    <p:animEffect transition="in" filter="fade">
                                      <p:cBhvr>
                                        <p:cTn id="36" dur="500"/>
                                        <p:tgtEl>
                                          <p:spTgt spid="20">
                                            <p:txEl>
                                              <p:pRg st="1" end="1"/>
                                            </p:txEl>
                                          </p:spTgt>
                                        </p:tgtEl>
                                      </p:cBhvr>
                                    </p:animEffect>
                                  </p:childTnLst>
                                </p:cTn>
                              </p:par>
                            </p:childTnLst>
                          </p:cTn>
                        </p:par>
                        <p:par>
                          <p:cTn id="37" fill="hold">
                            <p:stCondLst>
                              <p:cond delay="1500"/>
                            </p:stCondLst>
                            <p:childTnLst>
                              <p:par>
                                <p:cTn id="38" presetID="10" presetClass="entr" presetSubtype="0" fill="hold" nodeType="afterEffect">
                                  <p:stCondLst>
                                    <p:cond delay="0"/>
                                  </p:stCondLst>
                                  <p:childTnLst>
                                    <p:set>
                                      <p:cBhvr>
                                        <p:cTn id="39" dur="1" fill="hold">
                                          <p:stCondLst>
                                            <p:cond delay="0"/>
                                          </p:stCondLst>
                                        </p:cTn>
                                        <p:tgtEl>
                                          <p:spTgt spid="20">
                                            <p:txEl>
                                              <p:pRg st="2" end="2"/>
                                            </p:txEl>
                                          </p:spTgt>
                                        </p:tgtEl>
                                        <p:attrNameLst>
                                          <p:attrName>style.visibility</p:attrName>
                                        </p:attrNameLst>
                                      </p:cBhvr>
                                      <p:to>
                                        <p:strVal val="visible"/>
                                      </p:to>
                                    </p:set>
                                    <p:animEffect transition="in" filter="fade">
                                      <p:cBhvr>
                                        <p:cTn id="40" dur="500"/>
                                        <p:tgtEl>
                                          <p:spTgt spid="20">
                                            <p:txEl>
                                              <p:pRg st="2" end="2"/>
                                            </p:txEl>
                                          </p:spTgt>
                                        </p:tgtEl>
                                      </p:cBhvr>
                                    </p:animEffect>
                                  </p:childTnLst>
                                </p:cTn>
                              </p:par>
                            </p:childTnLst>
                          </p:cTn>
                        </p:par>
                        <p:par>
                          <p:cTn id="41" fill="hold">
                            <p:stCondLst>
                              <p:cond delay="2000"/>
                            </p:stCondLst>
                            <p:childTnLst>
                              <p:par>
                                <p:cTn id="42" presetID="10" presetClass="entr" presetSubtype="0" fill="hold" nodeType="afterEffect">
                                  <p:stCondLst>
                                    <p:cond delay="0"/>
                                  </p:stCondLst>
                                  <p:childTnLst>
                                    <p:set>
                                      <p:cBhvr>
                                        <p:cTn id="43" dur="1" fill="hold">
                                          <p:stCondLst>
                                            <p:cond delay="0"/>
                                          </p:stCondLst>
                                        </p:cTn>
                                        <p:tgtEl>
                                          <p:spTgt spid="7">
                                            <p:txEl>
                                              <p:pRg st="1" end="1"/>
                                            </p:txEl>
                                          </p:spTgt>
                                        </p:tgtEl>
                                        <p:attrNameLst>
                                          <p:attrName>style.visibility</p:attrName>
                                        </p:attrNameLst>
                                      </p:cBhvr>
                                      <p:to>
                                        <p:strVal val="visible"/>
                                      </p:to>
                                    </p:set>
                                    <p:animEffect transition="in" filter="fade">
                                      <p:cBhvr>
                                        <p:cTn id="44"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BC7CB-455D-94C2-AB8A-046D3ACA921B}"/>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16DCA48A-07DA-E376-6530-662D87AA924A}"/>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Parameterlijst</a:t>
            </a:r>
            <a:r>
              <a:rPr lang="en-US" sz="3600" b="1" kern="0" dirty="0">
                <a:solidFill>
                  <a:prstClr val="black"/>
                </a:solidFill>
              </a:rPr>
              <a:t> </a:t>
            </a:r>
            <a:r>
              <a:rPr lang="en-US" sz="3600" b="1" kern="0" dirty="0" err="1">
                <a:solidFill>
                  <a:prstClr val="black"/>
                </a:solidFill>
              </a:rPr>
              <a:t>en</a:t>
            </a:r>
            <a:r>
              <a:rPr lang="en-US" sz="3600" b="1" kern="0" dirty="0">
                <a:solidFill>
                  <a:prstClr val="black"/>
                </a:solidFill>
              </a:rPr>
              <a:t> </a:t>
            </a:r>
            <a:r>
              <a:rPr lang="en-US" sz="3600" b="1" kern="0" dirty="0" err="1">
                <a:solidFill>
                  <a:prstClr val="black"/>
                </a:solidFill>
              </a:rPr>
              <a:t>argumenten</a:t>
            </a:r>
            <a:r>
              <a:rPr lang="en-US" sz="3600" b="1" kern="0" dirty="0">
                <a:solidFill>
                  <a:prstClr val="black"/>
                </a:solidFill>
              </a:rPr>
              <a:t> </a:t>
            </a:r>
            <a:r>
              <a:rPr lang="en-US" sz="2000" b="1" kern="0" dirty="0">
                <a:solidFill>
                  <a:prstClr val="black"/>
                </a:solidFill>
              </a:rPr>
              <a:t>(§8.2.2)</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FFCCDC3D-31A6-4D15-D6FF-D34C8454D7EA}"/>
              </a:ext>
            </a:extLst>
          </p:cNvPr>
          <p:cNvSpPr txBox="1"/>
          <p:nvPr/>
        </p:nvSpPr>
        <p:spPr bwMode="auto">
          <a:xfrm>
            <a:off x="709357" y="1629921"/>
            <a:ext cx="8522191"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Er moet voor elke parameter een waarde (argument) meegegeven worden!</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Niet meer, niet minder!</a:t>
            </a:r>
          </a:p>
        </p:txBody>
      </p:sp>
      <p:sp>
        <p:nvSpPr>
          <p:cNvPr id="3" name="Rectangle 1">
            <a:extLst>
              <a:ext uri="{FF2B5EF4-FFF2-40B4-BE49-F238E27FC236}">
                <a16:creationId xmlns:a16="http://schemas.microsoft.com/office/drawing/2014/main" id="{C0306607-6F6D-4DE9-D211-683AA20EEF86}"/>
              </a:ext>
            </a:extLst>
          </p:cNvPr>
          <p:cNvSpPr>
            <a:spLocks noChangeArrowheads="1"/>
          </p:cNvSpPr>
          <p:nvPr/>
        </p:nvSpPr>
        <p:spPr bwMode="auto">
          <a:xfrm>
            <a:off x="4167427" y="2919755"/>
            <a:ext cx="3857146" cy="2308324"/>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vermenigvuldig</a:t>
            </a:r>
            <a:r>
              <a:rPr kumimoji="0" lang="nl-NL" altLang="nl-NL" b="0" i="0" u="none" strike="noStrike" cap="none" normalizeH="0" baseline="0" dirty="0">
                <a:ln>
                  <a:noFill/>
                </a:ln>
                <a:solidFill>
                  <a:srgbClr val="BCBEC4"/>
                </a:solidFill>
                <a:effectLst/>
                <a:latin typeface="Consolas" panose="020B0609020204030204" pitchFamily="49" charset="0"/>
              </a:rPr>
              <a:t>(x, y):</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resultaat = x * y</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(resultaat)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vermenigvuldig(</a:t>
            </a:r>
            <a:r>
              <a:rPr kumimoji="0" lang="nl-NL" altLang="nl-NL" b="0" i="0" u="none" strike="noStrike" cap="none" normalizeH="0" baseline="0" dirty="0">
                <a:ln>
                  <a:noFill/>
                </a:ln>
                <a:solidFill>
                  <a:srgbClr val="2AACB8"/>
                </a:solidFill>
                <a:effectLst/>
                <a:latin typeface="Consolas" panose="020B0609020204030204" pitchFamily="49" charset="0"/>
              </a:rPr>
              <a:t>2020</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5278238</a:t>
            </a:r>
            <a:r>
              <a:rPr kumimoji="0" lang="nl-NL" altLang="nl-NL" b="0" i="0" u="none" strike="noStrike" cap="none" normalizeH="0" baseline="0" dirty="0">
                <a:ln>
                  <a:noFill/>
                </a:ln>
                <a:solidFill>
                  <a:srgbClr val="BCBEC4"/>
                </a:solidFill>
                <a:effectLst/>
                <a:latin typeface="Consolas" panose="020B0609020204030204" pitchFamily="49" charset="0"/>
              </a:rPr>
              <a:t>)</a:t>
            </a:r>
          </a:p>
          <a:p>
            <a:pPr lvl="0" eaLnBrk="0" fontAlgn="base" hangingPunct="0">
              <a:spcBef>
                <a:spcPct val="0"/>
              </a:spcBef>
              <a:spcAft>
                <a:spcPct val="0"/>
              </a:spcAft>
            </a:pPr>
            <a:r>
              <a:rPr lang="nl-NL" altLang="nl-NL" strike="sngStrike" dirty="0">
                <a:solidFill>
                  <a:srgbClr val="BCBEC4"/>
                </a:solidFill>
                <a:latin typeface="Consolas" panose="020B0609020204030204" pitchFamily="49" charset="0"/>
              </a:rPr>
              <a:t>vermenigvuldig(</a:t>
            </a:r>
            <a:r>
              <a:rPr lang="nl-NL" altLang="nl-NL" strike="sngStrike" dirty="0">
                <a:solidFill>
                  <a:srgbClr val="2AACB8"/>
                </a:solidFill>
                <a:latin typeface="Consolas" panose="020B0609020204030204" pitchFamily="49" charset="0"/>
              </a:rPr>
              <a:t>2020, 44, 14</a:t>
            </a:r>
            <a:r>
              <a:rPr lang="nl-NL" altLang="nl-NL" strike="sngStrike" dirty="0">
                <a:solidFill>
                  <a:srgbClr val="BCBEC4"/>
                </a:solidFill>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sngStrike" cap="none" normalizeH="0" dirty="0">
                <a:ln>
                  <a:noFill/>
                </a:ln>
                <a:solidFill>
                  <a:srgbClr val="BCBEC4"/>
                </a:solidFill>
                <a:effectLst/>
                <a:latin typeface="Consolas" panose="020B0609020204030204" pitchFamily="49" charset="0"/>
              </a:rPr>
              <a:t>vermenigvuldig(</a:t>
            </a:r>
            <a:r>
              <a:rPr kumimoji="0" lang="nl-NL" altLang="nl-NL" b="0" i="0" u="none" strike="sngStrike" cap="none" normalizeH="0" dirty="0">
                <a:ln>
                  <a:noFill/>
                </a:ln>
                <a:solidFill>
                  <a:srgbClr val="2AACB8"/>
                </a:solidFill>
                <a:effectLst/>
                <a:latin typeface="Consolas" panose="020B0609020204030204" pitchFamily="49" charset="0"/>
              </a:rPr>
              <a:t>2</a:t>
            </a:r>
            <a:r>
              <a:rPr kumimoji="0" lang="nl-NL" altLang="nl-NL" b="0" i="0" u="none" strike="sngStrike" cap="none" normalizeH="0" dirty="0">
                <a:ln>
                  <a:noFill/>
                </a:ln>
                <a:solidFill>
                  <a:srgbClr val="BCBEC4"/>
                </a:solidFill>
                <a:effectLst/>
                <a:latin typeface="Consolas" panose="020B0609020204030204" pitchFamily="49" charset="0"/>
              </a:rPr>
              <a:t>)</a:t>
            </a:r>
            <a:endParaRPr kumimoji="0" lang="nl-NL" altLang="nl-NL" sz="4000" b="0" i="0" u="none" strike="sngStrike" cap="none" normalizeH="0" dirty="0">
              <a:ln>
                <a:noFill/>
              </a:ln>
              <a:solidFill>
                <a:schemeClr val="tx1"/>
              </a:solidFill>
              <a:effectLst/>
              <a:latin typeface="Consolas" panose="020B0609020204030204" pitchFamily="49" charset="0"/>
            </a:endParaRPr>
          </a:p>
        </p:txBody>
      </p:sp>
      <p:sp>
        <p:nvSpPr>
          <p:cNvPr id="4" name="TextBox 22">
            <a:extLst>
              <a:ext uri="{FF2B5EF4-FFF2-40B4-BE49-F238E27FC236}">
                <a16:creationId xmlns:a16="http://schemas.microsoft.com/office/drawing/2014/main" id="{B18E24A8-B5A4-7EE1-68C4-F68221DDA06C}"/>
              </a:ext>
            </a:extLst>
          </p:cNvPr>
          <p:cNvSpPr txBox="1"/>
          <p:nvPr/>
        </p:nvSpPr>
        <p:spPr bwMode="auto">
          <a:xfrm>
            <a:off x="709357" y="5634474"/>
            <a:ext cx="10545545"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De volgorde van de argumenten bepaalt welke parameter welke waarde krijgt!		</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Dus: x krijgt (bij de 1</a:t>
            </a:r>
            <a:r>
              <a:rPr lang="nl-NL" sz="2000" kern="0" baseline="30000" dirty="0">
                <a:solidFill>
                  <a:srgbClr val="294171"/>
                </a:solidFill>
              </a:rPr>
              <a:t>e</a:t>
            </a:r>
            <a:r>
              <a:rPr lang="nl-NL" sz="2000" kern="0" dirty="0">
                <a:solidFill>
                  <a:srgbClr val="294171"/>
                </a:solidFill>
              </a:rPr>
              <a:t> aanroep) de waarde 2020, en y de waarde 5278238</a:t>
            </a:r>
          </a:p>
        </p:txBody>
      </p:sp>
    </p:spTree>
    <p:extLst>
      <p:ext uri="{BB962C8B-B14F-4D97-AF65-F5344CB8AC3E}">
        <p14:creationId xmlns:p14="http://schemas.microsoft.com/office/powerpoint/2010/main" val="398823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858CF-9526-37A6-C68A-AD1282CB1D04}"/>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F6138D1F-6395-C754-3745-71802D0437C4}"/>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AFD2BEB7-7199-9679-6623-0FDB1438573B}"/>
              </a:ext>
            </a:extLst>
          </p:cNvPr>
          <p:cNvSpPr txBox="1"/>
          <p:nvPr/>
        </p:nvSpPr>
        <p:spPr bwMode="auto">
          <a:xfrm>
            <a:off x="709358" y="1470029"/>
            <a:ext cx="10492038" cy="2554545"/>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457200" lvl="0" indent="-457200" fontAlgn="base">
              <a:spcBef>
                <a:spcPct val="0"/>
              </a:spcBef>
              <a:spcAft>
                <a:spcPct val="0"/>
              </a:spcAft>
              <a:buFont typeface="+mj-lt"/>
              <a:buAutoNum type="arabicPeriod"/>
              <a:defRPr/>
            </a:pPr>
            <a:r>
              <a:rPr lang="nl-NL" sz="2000" dirty="0"/>
              <a:t>Schrijf (en test) de functie gemiddelde() die 2 parameters heeft: getal1 en getal2. Print het gemiddelde van deze parameters!</a:t>
            </a:r>
          </a:p>
          <a:p>
            <a:pPr marL="457200" lvl="0" indent="-457200" fontAlgn="base">
              <a:spcBef>
                <a:spcPct val="0"/>
              </a:spcBef>
              <a:spcAft>
                <a:spcPct val="0"/>
              </a:spcAft>
              <a:buFont typeface="+mj-lt"/>
              <a:buAutoNum type="arabicPeriod"/>
              <a:defRPr/>
            </a:pPr>
            <a:endParaRPr lang="nl-NL" sz="2000" dirty="0"/>
          </a:p>
          <a:p>
            <a:pPr marL="457200" lvl="0" indent="-457200" fontAlgn="base">
              <a:spcBef>
                <a:spcPct val="0"/>
              </a:spcBef>
              <a:spcAft>
                <a:spcPct val="0"/>
              </a:spcAft>
              <a:buFont typeface="+mj-lt"/>
              <a:buAutoNum type="arabicPeriod"/>
              <a:defRPr/>
            </a:pPr>
            <a:r>
              <a:rPr lang="nl-NL" sz="2000" dirty="0"/>
              <a:t>Voeg een extra parameter toe (getal3), bepaal het gemiddelde van de 3 parameters, en print weer het resultaat.</a:t>
            </a:r>
          </a:p>
          <a:p>
            <a:pPr marL="457200" lvl="0" indent="-457200" fontAlgn="base">
              <a:spcBef>
                <a:spcPct val="0"/>
              </a:spcBef>
              <a:spcAft>
                <a:spcPct val="0"/>
              </a:spcAft>
              <a:buFont typeface="+mj-lt"/>
              <a:buAutoNum type="arabicPeriod"/>
              <a:defRPr/>
            </a:pPr>
            <a:endParaRPr lang="nl-NL" sz="2000" dirty="0"/>
          </a:p>
          <a:p>
            <a:pPr marL="457200" lvl="0" indent="-457200" fontAlgn="base">
              <a:spcBef>
                <a:spcPct val="0"/>
              </a:spcBef>
              <a:spcAft>
                <a:spcPct val="0"/>
              </a:spcAft>
              <a:buFont typeface="+mj-lt"/>
              <a:buAutoNum type="arabicPeriod"/>
              <a:defRPr/>
            </a:pPr>
            <a:r>
              <a:rPr lang="nl-NL" sz="2000" dirty="0"/>
              <a:t>Schrijf een functie </a:t>
            </a:r>
            <a:r>
              <a:rPr lang="nl-NL" sz="2000" dirty="0" err="1"/>
              <a:t>cirkel_oppervlakte</a:t>
            </a:r>
            <a:r>
              <a:rPr lang="nl-NL" sz="2000" dirty="0"/>
              <a:t>() met 1 parameter: straal. Bereken en print vervolgens de oppervlakte en omtrek van een cirkel met de gegeven straal. Gebruik </a:t>
            </a:r>
            <a:r>
              <a:rPr lang="el-GR" sz="2000" dirty="0"/>
              <a:t>π</a:t>
            </a:r>
            <a:r>
              <a:rPr lang="nl-NL" sz="2000" dirty="0"/>
              <a:t> uit de module ‘</a:t>
            </a:r>
            <a:r>
              <a:rPr lang="nl-NL" sz="2000" dirty="0" err="1"/>
              <a:t>math</a:t>
            </a:r>
            <a:r>
              <a:rPr lang="nl-NL" sz="2000" dirty="0"/>
              <a:t>’.</a:t>
            </a:r>
          </a:p>
        </p:txBody>
      </p:sp>
    </p:spTree>
    <p:extLst>
      <p:ext uri="{BB962C8B-B14F-4D97-AF65-F5344CB8AC3E}">
        <p14:creationId xmlns:p14="http://schemas.microsoft.com/office/powerpoint/2010/main" val="332144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5765D-1BBA-91ED-4108-2E00C0F7D1BF}"/>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8F808396-D768-A081-D788-B3E035F880AA}"/>
              </a:ext>
            </a:extLst>
          </p:cNvPr>
          <p:cNvSpPr>
            <a:spLocks noChangeArrowheads="1"/>
          </p:cNvSpPr>
          <p:nvPr/>
        </p:nvSpPr>
        <p:spPr bwMode="auto">
          <a:xfrm>
            <a:off x="7707600" y="2703600"/>
            <a:ext cx="2210862" cy="230832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0033B3"/>
                </a:solidFill>
                <a:effectLst/>
                <a:latin typeface="Consolas" panose="020B0609020204030204" pitchFamily="49" charset="0"/>
              </a:rPr>
              <a:t>def</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a:ln>
                  <a:noFill/>
                </a:ln>
                <a:solidFill>
                  <a:srgbClr val="00627A"/>
                </a:solidFill>
                <a:effectLst/>
                <a:latin typeface="Consolas" panose="020B0609020204030204" pitchFamily="49" charset="0"/>
              </a:rPr>
              <a:t>verander</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808080"/>
                </a:solidFill>
                <a:effectLst/>
                <a:latin typeface="Consolas" panose="020B0609020204030204" pitchFamily="49" charset="0"/>
              </a:rPr>
              <a:t>x</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808080"/>
                </a:solidFill>
                <a:effectLst/>
                <a:latin typeface="Consolas" panose="020B0609020204030204" pitchFamily="49" charset="0"/>
              </a:rPr>
              <a:t>x </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10</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x = </a:t>
            </a:r>
            <a:r>
              <a:rPr kumimoji="0" lang="nl-NL" altLang="nl-NL" b="0" i="0" u="none" strike="noStrike" cap="none" normalizeH="0" baseline="0" dirty="0">
                <a:ln>
                  <a:noFill/>
                </a:ln>
                <a:solidFill>
                  <a:srgbClr val="1750EB"/>
                </a:solidFill>
                <a:effectLst/>
                <a:latin typeface="Consolas" panose="020B0609020204030204" pitchFamily="49" charset="0"/>
              </a:rPr>
              <a:t>5</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(x)</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verander(x)</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(x)</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11" name="Ovaal 10">
            <a:extLst>
              <a:ext uri="{FF2B5EF4-FFF2-40B4-BE49-F238E27FC236}">
                <a16:creationId xmlns:a16="http://schemas.microsoft.com/office/drawing/2014/main" id="{EF2BD0ED-639D-EA07-334B-02B285E2BA97}"/>
              </a:ext>
            </a:extLst>
          </p:cNvPr>
          <p:cNvSpPr/>
          <p:nvPr/>
        </p:nvSpPr>
        <p:spPr>
          <a:xfrm>
            <a:off x="906687" y="2505122"/>
            <a:ext cx="4306783" cy="2678538"/>
          </a:xfrm>
          <a:prstGeom prst="ellipse">
            <a:avLst/>
          </a:prstGeom>
          <a:solidFill>
            <a:schemeClr val="accent1">
              <a:alpha val="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al 9">
            <a:extLst>
              <a:ext uri="{FF2B5EF4-FFF2-40B4-BE49-F238E27FC236}">
                <a16:creationId xmlns:a16="http://schemas.microsoft.com/office/drawing/2014/main" id="{9570E889-0393-1412-2A20-86B912CA4CDF}"/>
              </a:ext>
            </a:extLst>
          </p:cNvPr>
          <p:cNvSpPr/>
          <p:nvPr/>
        </p:nvSpPr>
        <p:spPr>
          <a:xfrm>
            <a:off x="2853604" y="2844552"/>
            <a:ext cx="2057400" cy="1762554"/>
          </a:xfrm>
          <a:prstGeom prst="ellipse">
            <a:avLst/>
          </a:prstGeom>
          <a:solidFill>
            <a:schemeClr val="accent1">
              <a:alpha val="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cxnSp>
        <p:nvCxnSpPr>
          <p:cNvPr id="26" name="Rechte verbindingslijn met pijl 25">
            <a:extLst>
              <a:ext uri="{FF2B5EF4-FFF2-40B4-BE49-F238E27FC236}">
                <a16:creationId xmlns:a16="http://schemas.microsoft.com/office/drawing/2014/main" id="{0149CEEC-F505-F6BB-ECF9-DE367A918029}"/>
              </a:ext>
            </a:extLst>
          </p:cNvPr>
          <p:cNvCxnSpPr/>
          <p:nvPr/>
        </p:nvCxnSpPr>
        <p:spPr>
          <a:xfrm>
            <a:off x="6867525" y="2908495"/>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Rechte verbindingslijn met pijl 26">
            <a:extLst>
              <a:ext uri="{FF2B5EF4-FFF2-40B4-BE49-F238E27FC236}">
                <a16:creationId xmlns:a16="http://schemas.microsoft.com/office/drawing/2014/main" id="{AB755D16-8BDF-7BAF-A60A-15119D2B7F2F}"/>
              </a:ext>
            </a:extLst>
          </p:cNvPr>
          <p:cNvCxnSpPr/>
          <p:nvPr/>
        </p:nvCxnSpPr>
        <p:spPr>
          <a:xfrm>
            <a:off x="6867525" y="3175195"/>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Rechte verbindingslijn met pijl 23">
            <a:extLst>
              <a:ext uri="{FF2B5EF4-FFF2-40B4-BE49-F238E27FC236}">
                <a16:creationId xmlns:a16="http://schemas.microsoft.com/office/drawing/2014/main" id="{A757E928-A5F1-EA37-1902-8FA306A8476F}"/>
              </a:ext>
            </a:extLst>
          </p:cNvPr>
          <p:cNvCxnSpPr/>
          <p:nvPr/>
        </p:nvCxnSpPr>
        <p:spPr>
          <a:xfrm>
            <a:off x="6867525" y="4280095"/>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Title 1">
            <a:extLst>
              <a:ext uri="{FF2B5EF4-FFF2-40B4-BE49-F238E27FC236}">
                <a16:creationId xmlns:a16="http://schemas.microsoft.com/office/drawing/2014/main" id="{85174EA0-88B8-FEA3-68B9-81F84E9DA3A5}"/>
              </a:ext>
            </a:extLst>
          </p:cNvPr>
          <p:cNvSpPr txBox="1">
            <a:spLocks/>
          </p:cNvSpPr>
          <p:nvPr/>
        </p:nvSpPr>
        <p:spPr bwMode="auto">
          <a:xfrm>
            <a:off x="709358" y="0"/>
            <a:ext cx="9080662"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Parameters </a:t>
            </a:r>
            <a:r>
              <a:rPr lang="en-US" sz="3600" b="1" kern="0" dirty="0" err="1">
                <a:solidFill>
                  <a:prstClr val="black"/>
                </a:solidFill>
              </a:rPr>
              <a:t>beter</a:t>
            </a:r>
            <a:r>
              <a:rPr lang="en-US" sz="3600" b="1" kern="0" dirty="0">
                <a:solidFill>
                  <a:prstClr val="black"/>
                </a:solidFill>
              </a:rPr>
              <a:t> </a:t>
            </a:r>
            <a:r>
              <a:rPr lang="en-US" sz="3600" b="1" kern="0" dirty="0" err="1">
                <a:solidFill>
                  <a:prstClr val="black"/>
                </a:solidFill>
              </a:rPr>
              <a:t>bekeken</a:t>
            </a:r>
            <a:endParaRPr lang="en-US" sz="2000" kern="0" dirty="0">
              <a:solidFill>
                <a:prstClr val="black"/>
              </a:solidFill>
            </a:endParaRPr>
          </a:p>
        </p:txBody>
      </p:sp>
      <p:sp>
        <p:nvSpPr>
          <p:cNvPr id="2" name="TextBox 22">
            <a:extLst>
              <a:ext uri="{FF2B5EF4-FFF2-40B4-BE49-F238E27FC236}">
                <a16:creationId xmlns:a16="http://schemas.microsoft.com/office/drawing/2014/main" id="{BB03D2A5-0575-AE47-A4FF-7494C46ED086}"/>
              </a:ext>
            </a:extLst>
          </p:cNvPr>
          <p:cNvSpPr txBox="1"/>
          <p:nvPr/>
        </p:nvSpPr>
        <p:spPr bwMode="auto">
          <a:xfrm>
            <a:off x="424808" y="1658738"/>
            <a:ext cx="6433192" cy="67710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kern="0" dirty="0">
                <a:solidFill>
                  <a:srgbClr val="294171"/>
                </a:solidFill>
              </a:rPr>
              <a:t>Parameters verwijzen naar de oorspronkelijke waarden:</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p:txBody>
      </p:sp>
      <p:sp>
        <p:nvSpPr>
          <p:cNvPr id="6" name="Tekstvak 5">
            <a:extLst>
              <a:ext uri="{FF2B5EF4-FFF2-40B4-BE49-F238E27FC236}">
                <a16:creationId xmlns:a16="http://schemas.microsoft.com/office/drawing/2014/main" id="{1E292B05-BD6A-9696-30E7-1388EACBCBF6}"/>
              </a:ext>
            </a:extLst>
          </p:cNvPr>
          <p:cNvSpPr txBox="1"/>
          <p:nvPr/>
        </p:nvSpPr>
        <p:spPr>
          <a:xfrm>
            <a:off x="10513920" y="2704517"/>
            <a:ext cx="1087530" cy="772108"/>
          </a:xfrm>
          <a:prstGeom prst="rect">
            <a:avLst/>
          </a:prstGeom>
          <a:solidFill>
            <a:schemeClr val="bg1"/>
          </a:solidFill>
          <a:ln>
            <a:solidFill>
              <a:schemeClr val="accent1"/>
            </a:solidFill>
          </a:ln>
        </p:spPr>
        <p:txBody>
          <a:bodyPr wrap="square" lIns="108000" tIns="144000" rIns="108000" bIns="72000">
            <a:spAutoFit/>
          </a:bodyPr>
          <a:lstStyle/>
          <a:p>
            <a:r>
              <a:rPr lang="nl-NL" dirty="0">
                <a:highlight>
                  <a:srgbClr val="FFFF00"/>
                </a:highlight>
              </a:rPr>
              <a:t>5</a:t>
            </a:r>
          </a:p>
          <a:p>
            <a:r>
              <a:rPr lang="nl-NL" dirty="0">
                <a:highlight>
                  <a:srgbClr val="FFFF00"/>
                </a:highlight>
              </a:rPr>
              <a:t>5</a:t>
            </a:r>
          </a:p>
        </p:txBody>
      </p:sp>
      <p:sp>
        <p:nvSpPr>
          <p:cNvPr id="7" name="Tekstvak 6">
            <a:extLst>
              <a:ext uri="{FF2B5EF4-FFF2-40B4-BE49-F238E27FC236}">
                <a16:creationId xmlns:a16="http://schemas.microsoft.com/office/drawing/2014/main" id="{594455F7-AF94-DE73-B827-976195DFA0BC}"/>
              </a:ext>
            </a:extLst>
          </p:cNvPr>
          <p:cNvSpPr txBox="1"/>
          <p:nvPr/>
        </p:nvSpPr>
        <p:spPr>
          <a:xfrm>
            <a:off x="10700358" y="2587489"/>
            <a:ext cx="608017" cy="285188"/>
          </a:xfrm>
          <a:prstGeom prst="rect">
            <a:avLst/>
          </a:prstGeom>
          <a:solidFill>
            <a:schemeClr val="bg1"/>
          </a:solidFill>
        </p:spPr>
        <p:txBody>
          <a:bodyPr wrap="square" lIns="36000" tIns="0" rIns="0" bIns="0" rtlCol="0">
            <a:spAutoFit/>
          </a:bodyPr>
          <a:lstStyle/>
          <a:p>
            <a:pPr algn="ctr"/>
            <a:r>
              <a:rPr lang="nl-NL" sz="1400" dirty="0"/>
              <a:t>uitvoer</a:t>
            </a:r>
          </a:p>
        </p:txBody>
      </p:sp>
      <p:sp>
        <p:nvSpPr>
          <p:cNvPr id="8" name="Rechthoek 7">
            <a:extLst>
              <a:ext uri="{FF2B5EF4-FFF2-40B4-BE49-F238E27FC236}">
                <a16:creationId xmlns:a16="http://schemas.microsoft.com/office/drawing/2014/main" id="{E4692A65-B5C0-276D-A748-6DAF29E1342D}"/>
              </a:ext>
            </a:extLst>
          </p:cNvPr>
          <p:cNvSpPr/>
          <p:nvPr/>
        </p:nvSpPr>
        <p:spPr>
          <a:xfrm>
            <a:off x="1424854" y="3097685"/>
            <a:ext cx="485775"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x</a:t>
            </a:r>
          </a:p>
        </p:txBody>
      </p:sp>
      <p:sp>
        <p:nvSpPr>
          <p:cNvPr id="9" name="Rechthoek 8">
            <a:extLst>
              <a:ext uri="{FF2B5EF4-FFF2-40B4-BE49-F238E27FC236}">
                <a16:creationId xmlns:a16="http://schemas.microsoft.com/office/drawing/2014/main" id="{A88CE6D8-D7E1-2A6D-40A1-83A2F28B18F7}"/>
              </a:ext>
            </a:extLst>
          </p:cNvPr>
          <p:cNvSpPr/>
          <p:nvPr/>
        </p:nvSpPr>
        <p:spPr>
          <a:xfrm>
            <a:off x="3232808" y="3097685"/>
            <a:ext cx="485775"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x</a:t>
            </a:r>
          </a:p>
        </p:txBody>
      </p:sp>
      <p:sp>
        <p:nvSpPr>
          <p:cNvPr id="12" name="Rechthoek 11">
            <a:extLst>
              <a:ext uri="{FF2B5EF4-FFF2-40B4-BE49-F238E27FC236}">
                <a16:creationId xmlns:a16="http://schemas.microsoft.com/office/drawing/2014/main" id="{94A49080-B2DC-E8FF-26D0-186CF8916184}"/>
              </a:ext>
            </a:extLst>
          </p:cNvPr>
          <p:cNvSpPr/>
          <p:nvPr/>
        </p:nvSpPr>
        <p:spPr>
          <a:xfrm>
            <a:off x="2120179" y="4402610"/>
            <a:ext cx="485775" cy="4286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5</a:t>
            </a:r>
          </a:p>
        </p:txBody>
      </p:sp>
      <p:cxnSp>
        <p:nvCxnSpPr>
          <p:cNvPr id="14" name="Rechte verbindingslijn met pijl 13">
            <a:extLst>
              <a:ext uri="{FF2B5EF4-FFF2-40B4-BE49-F238E27FC236}">
                <a16:creationId xmlns:a16="http://schemas.microsoft.com/office/drawing/2014/main" id="{B02BA479-8A1C-8805-992B-49530F5C42F6}"/>
              </a:ext>
            </a:extLst>
          </p:cNvPr>
          <p:cNvCxnSpPr/>
          <p:nvPr/>
        </p:nvCxnSpPr>
        <p:spPr>
          <a:xfrm>
            <a:off x="6867525" y="3995172"/>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Rechte verbindingslijn met pijl 15">
            <a:extLst>
              <a:ext uri="{FF2B5EF4-FFF2-40B4-BE49-F238E27FC236}">
                <a16:creationId xmlns:a16="http://schemas.microsoft.com/office/drawing/2014/main" id="{E2BE6C8D-4831-B58F-724E-538C6CC2C349}"/>
              </a:ext>
            </a:extLst>
          </p:cNvPr>
          <p:cNvCxnSpPr>
            <a:endCxn id="12" idx="0"/>
          </p:cNvCxnSpPr>
          <p:nvPr/>
        </p:nvCxnSpPr>
        <p:spPr>
          <a:xfrm>
            <a:off x="1805854" y="3554885"/>
            <a:ext cx="438150" cy="8477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Rechte verbindingslijn met pijl 24">
            <a:extLst>
              <a:ext uri="{FF2B5EF4-FFF2-40B4-BE49-F238E27FC236}">
                <a16:creationId xmlns:a16="http://schemas.microsoft.com/office/drawing/2014/main" id="{B3DAA00D-6DC9-6EC3-5431-81F59026A1FB}"/>
              </a:ext>
            </a:extLst>
          </p:cNvPr>
          <p:cNvCxnSpPr/>
          <p:nvPr/>
        </p:nvCxnSpPr>
        <p:spPr>
          <a:xfrm>
            <a:off x="6867525" y="4538097"/>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Rechte verbindingslijn met pijl 27">
            <a:extLst>
              <a:ext uri="{FF2B5EF4-FFF2-40B4-BE49-F238E27FC236}">
                <a16:creationId xmlns:a16="http://schemas.microsoft.com/office/drawing/2014/main" id="{848A253F-76AA-7A42-B298-7B3C62B91E95}"/>
              </a:ext>
            </a:extLst>
          </p:cNvPr>
          <p:cNvCxnSpPr/>
          <p:nvPr/>
        </p:nvCxnSpPr>
        <p:spPr>
          <a:xfrm>
            <a:off x="6867525" y="4813495"/>
            <a:ext cx="685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Rechte verbindingslijn met pijl 28">
            <a:extLst>
              <a:ext uri="{FF2B5EF4-FFF2-40B4-BE49-F238E27FC236}">
                <a16:creationId xmlns:a16="http://schemas.microsoft.com/office/drawing/2014/main" id="{38B3D0E4-881E-C9A8-277F-06F2276FA2C3}"/>
              </a:ext>
            </a:extLst>
          </p:cNvPr>
          <p:cNvCxnSpPr>
            <a:cxnSpLocks/>
          </p:cNvCxnSpPr>
          <p:nvPr/>
        </p:nvCxnSpPr>
        <p:spPr>
          <a:xfrm flipH="1">
            <a:off x="2474354" y="3553231"/>
            <a:ext cx="848309" cy="8493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3" name="Rechthoek 32">
            <a:extLst>
              <a:ext uri="{FF2B5EF4-FFF2-40B4-BE49-F238E27FC236}">
                <a16:creationId xmlns:a16="http://schemas.microsoft.com/office/drawing/2014/main" id="{A4F3B848-2AE0-245E-1560-26F51B8D642C}"/>
              </a:ext>
            </a:extLst>
          </p:cNvPr>
          <p:cNvSpPr/>
          <p:nvPr/>
        </p:nvSpPr>
        <p:spPr>
          <a:xfrm>
            <a:off x="3966233" y="3973985"/>
            <a:ext cx="485775" cy="4286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t>10</a:t>
            </a:r>
          </a:p>
        </p:txBody>
      </p:sp>
      <p:cxnSp>
        <p:nvCxnSpPr>
          <p:cNvPr id="34" name="Rechte verbindingslijn met pijl 33">
            <a:extLst>
              <a:ext uri="{FF2B5EF4-FFF2-40B4-BE49-F238E27FC236}">
                <a16:creationId xmlns:a16="http://schemas.microsoft.com/office/drawing/2014/main" id="{33F93370-E947-EE37-3EBC-316D5829D2C9}"/>
              </a:ext>
            </a:extLst>
          </p:cNvPr>
          <p:cNvCxnSpPr>
            <a:cxnSpLocks/>
            <a:endCxn id="33" idx="0"/>
          </p:cNvCxnSpPr>
          <p:nvPr/>
        </p:nvCxnSpPr>
        <p:spPr>
          <a:xfrm>
            <a:off x="3718583" y="3553231"/>
            <a:ext cx="490538" cy="42075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9" name="Tekstvak 38">
            <a:extLst>
              <a:ext uri="{FF2B5EF4-FFF2-40B4-BE49-F238E27FC236}">
                <a16:creationId xmlns:a16="http://schemas.microsoft.com/office/drawing/2014/main" id="{D580117C-E51D-291E-1AAB-89F29BB76E8F}"/>
              </a:ext>
            </a:extLst>
          </p:cNvPr>
          <p:cNvSpPr txBox="1"/>
          <p:nvPr/>
        </p:nvSpPr>
        <p:spPr>
          <a:xfrm>
            <a:off x="424808" y="5989651"/>
            <a:ext cx="8604892" cy="369332"/>
          </a:xfrm>
          <a:prstGeom prst="rect">
            <a:avLst/>
          </a:prstGeom>
          <a:noFill/>
        </p:spPr>
        <p:txBody>
          <a:bodyPr wrap="square">
            <a:spAutoFit/>
          </a:bodyPr>
          <a:lstStyle/>
          <a:p>
            <a:pPr marL="342900" lvl="0" indent="-342900" fontAlgn="base">
              <a:spcBef>
                <a:spcPct val="0"/>
              </a:spcBef>
              <a:spcAft>
                <a:spcPct val="0"/>
              </a:spcAft>
              <a:buFont typeface="Arial" panose="020B0604020202020204" pitchFamily="34" charset="0"/>
              <a:buChar char="•"/>
              <a:defRPr/>
            </a:pPr>
            <a:r>
              <a:rPr lang="nl-NL" sz="1800" kern="0" dirty="0">
                <a:solidFill>
                  <a:srgbClr val="294171"/>
                </a:solidFill>
              </a:rPr>
              <a:t>Overschrijven creëert enkel een nieuwe waarde in de functie </a:t>
            </a:r>
            <a:r>
              <a:rPr lang="nl-NL" sz="1800" kern="0" dirty="0" err="1">
                <a:solidFill>
                  <a:srgbClr val="294171"/>
                </a:solidFill>
              </a:rPr>
              <a:t>namespace</a:t>
            </a:r>
            <a:r>
              <a:rPr lang="nl-NL" sz="1800" kern="0" dirty="0">
                <a:solidFill>
                  <a:srgbClr val="294171"/>
                </a:solidFill>
              </a:rPr>
              <a:t>!</a:t>
            </a:r>
          </a:p>
        </p:txBody>
      </p:sp>
      <p:sp>
        <p:nvSpPr>
          <p:cNvPr id="40" name="Bijschrift: lijn 39">
            <a:extLst>
              <a:ext uri="{FF2B5EF4-FFF2-40B4-BE49-F238E27FC236}">
                <a16:creationId xmlns:a16="http://schemas.microsoft.com/office/drawing/2014/main" id="{7D2C50BC-54B9-33F7-AEE5-0B5D2BBD5DDC}"/>
              </a:ext>
            </a:extLst>
          </p:cNvPr>
          <p:cNvSpPr/>
          <p:nvPr/>
        </p:nvSpPr>
        <p:spPr>
          <a:xfrm>
            <a:off x="366736" y="5228695"/>
            <a:ext cx="1844496" cy="338554"/>
          </a:xfrm>
          <a:prstGeom prst="borderCallout1">
            <a:avLst>
              <a:gd name="adj1" fmla="val -11789"/>
              <a:gd name="adj2" fmla="val 16561"/>
              <a:gd name="adj3" fmla="val -192390"/>
              <a:gd name="adj4" fmla="val 55192"/>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Global </a:t>
            </a:r>
            <a:r>
              <a:rPr lang="nl-NL" sz="1600" b="1" kern="0" dirty="0" err="1">
                <a:solidFill>
                  <a:srgbClr val="294171"/>
                </a:solidFill>
              </a:rPr>
              <a:t>namespace</a:t>
            </a:r>
            <a:endParaRPr lang="nl-NL" sz="1600" b="1" kern="0" dirty="0">
              <a:solidFill>
                <a:srgbClr val="294171"/>
              </a:solidFill>
            </a:endParaRPr>
          </a:p>
        </p:txBody>
      </p:sp>
      <p:sp>
        <p:nvSpPr>
          <p:cNvPr id="13" name="Bijschrift: lijn 12">
            <a:extLst>
              <a:ext uri="{FF2B5EF4-FFF2-40B4-BE49-F238E27FC236}">
                <a16:creationId xmlns:a16="http://schemas.microsoft.com/office/drawing/2014/main" id="{FDCDA6A3-8149-91AE-7279-03CBB85B51A5}"/>
              </a:ext>
            </a:extLst>
          </p:cNvPr>
          <p:cNvSpPr/>
          <p:nvPr/>
        </p:nvSpPr>
        <p:spPr>
          <a:xfrm>
            <a:off x="4480347" y="2300237"/>
            <a:ext cx="1844496" cy="338554"/>
          </a:xfrm>
          <a:prstGeom prst="borderCallout1">
            <a:avLst>
              <a:gd name="adj1" fmla="val 114816"/>
              <a:gd name="adj2" fmla="val 31537"/>
              <a:gd name="adj3" fmla="val 243840"/>
              <a:gd name="adj4" fmla="val -933"/>
            </a:avLst>
          </a:pr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nl-NL" sz="1600" b="1" kern="0" dirty="0">
                <a:solidFill>
                  <a:srgbClr val="294171"/>
                </a:solidFill>
              </a:rPr>
              <a:t>Functie </a:t>
            </a:r>
            <a:r>
              <a:rPr lang="nl-NL" sz="1600" b="1" kern="0" dirty="0" err="1">
                <a:solidFill>
                  <a:srgbClr val="294171"/>
                </a:solidFill>
              </a:rPr>
              <a:t>namespace</a:t>
            </a:r>
            <a:endParaRPr lang="nl-NL" sz="1600" b="1" kern="0" dirty="0">
              <a:solidFill>
                <a:srgbClr val="294171"/>
              </a:solidFill>
            </a:endParaRPr>
          </a:p>
        </p:txBody>
      </p:sp>
    </p:spTree>
    <p:extLst>
      <p:ext uri="{BB962C8B-B14F-4D97-AF65-F5344CB8AC3E}">
        <p14:creationId xmlns:p14="http://schemas.microsoft.com/office/powerpoint/2010/main" val="206549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4"/>
                                        </p:tgtEl>
                                      </p:cBhvr>
                                    </p:animEffect>
                                    <p:set>
                                      <p:cBhvr>
                                        <p:cTn id="21" dur="1" fill="hold">
                                          <p:stCondLst>
                                            <p:cond delay="499"/>
                                          </p:stCondLst>
                                        </p:cTn>
                                        <p:tgtEl>
                                          <p:spTgt spid="14"/>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par>
                          <p:cTn id="26" fill="hold">
                            <p:stCondLst>
                              <p:cond delay="1000"/>
                            </p:stCondLst>
                            <p:childTnLst>
                              <p:par>
                                <p:cTn id="27" presetID="2" presetClass="entr" presetSubtype="4" fill="hold" nodeType="after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 calcmode="lin" valueType="num">
                                      <p:cBhvr additive="base">
                                        <p:cTn id="2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par>
                          <p:cTn id="40" fill="hold">
                            <p:stCondLst>
                              <p:cond delay="1000"/>
                            </p:stCondLst>
                            <p:childTnLst>
                              <p:par>
                                <p:cTn id="41" presetID="10" presetClass="exit" presetSubtype="0" fill="hold" nodeType="afterEffect">
                                  <p:stCondLst>
                                    <p:cond delay="0"/>
                                  </p:stCondLst>
                                  <p:childTnLst>
                                    <p:animEffect transition="out" filter="fade">
                                      <p:cBhvr>
                                        <p:cTn id="42" dur="500"/>
                                        <p:tgtEl>
                                          <p:spTgt spid="25"/>
                                        </p:tgtEl>
                                      </p:cBhvr>
                                    </p:animEffect>
                                    <p:set>
                                      <p:cBhvr>
                                        <p:cTn id="43" dur="1" fill="hold">
                                          <p:stCondLst>
                                            <p:cond delay="499"/>
                                          </p:stCondLst>
                                        </p:cTn>
                                        <p:tgtEl>
                                          <p:spTgt spid="25"/>
                                        </p:tgtEl>
                                        <p:attrNameLst>
                                          <p:attrName>style.visibility</p:attrName>
                                        </p:attrNameLst>
                                      </p:cBhvr>
                                      <p:to>
                                        <p:strVal val="hidden"/>
                                      </p:to>
                                    </p:set>
                                  </p:childTnLst>
                                </p:cTn>
                              </p:par>
                            </p:childTnLst>
                          </p:cTn>
                        </p:par>
                        <p:par>
                          <p:cTn id="44" fill="hold">
                            <p:stCondLst>
                              <p:cond delay="1500"/>
                            </p:stCondLst>
                            <p:childTnLst>
                              <p:par>
                                <p:cTn id="45" presetID="10" presetClass="entr" presetSubtype="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childTnLst>
                          </p:cTn>
                        </p:par>
                        <p:par>
                          <p:cTn id="48" fill="hold">
                            <p:stCondLst>
                              <p:cond delay="2000"/>
                            </p:stCondLst>
                            <p:childTnLst>
                              <p:par>
                                <p:cTn id="49" presetID="10"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down)">
                                      <p:cBhvr>
                                        <p:cTn id="54" dur="500"/>
                                        <p:tgtEl>
                                          <p:spTgt spid="13"/>
                                        </p:tgtEl>
                                      </p:cBhvr>
                                    </p:animEffect>
                                  </p:childTnLst>
                                </p:cTn>
                              </p:par>
                            </p:childTnLst>
                          </p:cTn>
                        </p:par>
                        <p:par>
                          <p:cTn id="55" fill="hold">
                            <p:stCondLst>
                              <p:cond delay="2500"/>
                            </p:stCondLst>
                            <p:childTnLst>
                              <p:par>
                                <p:cTn id="56" presetID="2" presetClass="entr" presetSubtype="4" fill="hold" nodeType="after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500" fill="hold"/>
                                        <p:tgtEl>
                                          <p:spTgt spid="29"/>
                                        </p:tgtEl>
                                        <p:attrNameLst>
                                          <p:attrName>ppt_x</p:attrName>
                                        </p:attrNameLst>
                                      </p:cBhvr>
                                      <p:tavLst>
                                        <p:tav tm="0">
                                          <p:val>
                                            <p:strVal val="#ppt_x"/>
                                          </p:val>
                                        </p:tav>
                                        <p:tav tm="100000">
                                          <p:val>
                                            <p:strVal val="#ppt_x"/>
                                          </p:val>
                                        </p:tav>
                                      </p:tavLst>
                                    </p:anim>
                                    <p:anim calcmode="lin" valueType="num">
                                      <p:cBhvr additive="base">
                                        <p:cTn id="59" dur="500" fill="hold"/>
                                        <p:tgtEl>
                                          <p:spTgt spid="29"/>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ppt_x"/>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0" presetClass="exit" presetSubtype="0" fill="hold" nodeType="clickEffect">
                                  <p:stCondLst>
                                    <p:cond delay="0"/>
                                  </p:stCondLst>
                                  <p:childTnLst>
                                    <p:animEffect transition="out" filter="fade">
                                      <p:cBhvr>
                                        <p:cTn id="67" dur="500"/>
                                        <p:tgtEl>
                                          <p:spTgt spid="26"/>
                                        </p:tgtEl>
                                      </p:cBhvr>
                                    </p:animEffect>
                                    <p:set>
                                      <p:cBhvr>
                                        <p:cTn id="68" dur="1" fill="hold">
                                          <p:stCondLst>
                                            <p:cond delay="499"/>
                                          </p:stCondLst>
                                        </p:cTn>
                                        <p:tgtEl>
                                          <p:spTgt spid="26"/>
                                        </p:tgtEl>
                                        <p:attrNameLst>
                                          <p:attrName>style.visibility</p:attrName>
                                        </p:attrNameLst>
                                      </p:cBhvr>
                                      <p:to>
                                        <p:strVal val="hidden"/>
                                      </p:to>
                                    </p:set>
                                  </p:childTnLst>
                                </p:cTn>
                              </p:par>
                            </p:childTnLst>
                          </p:cTn>
                        </p:par>
                        <p:par>
                          <p:cTn id="69" fill="hold">
                            <p:stCondLst>
                              <p:cond delay="500"/>
                            </p:stCondLst>
                            <p:childTnLst>
                              <p:par>
                                <p:cTn id="70" presetID="10" presetClass="entr" presetSubtype="0" fill="hold" nodeType="after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childTnLst>
                          </p:cTn>
                        </p:par>
                        <p:par>
                          <p:cTn id="73" fill="hold">
                            <p:stCondLst>
                              <p:cond delay="1000"/>
                            </p:stCondLst>
                            <p:childTnLst>
                              <p:par>
                                <p:cTn id="74" presetID="10" presetClass="exit" presetSubtype="0" fill="hold" nodeType="afterEffect">
                                  <p:stCondLst>
                                    <p:cond delay="0"/>
                                  </p:stCondLst>
                                  <p:childTnLst>
                                    <p:animEffect transition="out" filter="fade">
                                      <p:cBhvr>
                                        <p:cTn id="75" dur="500"/>
                                        <p:tgtEl>
                                          <p:spTgt spid="29"/>
                                        </p:tgtEl>
                                      </p:cBhvr>
                                    </p:animEffect>
                                    <p:set>
                                      <p:cBhvr>
                                        <p:cTn id="76" dur="1" fill="hold">
                                          <p:stCondLst>
                                            <p:cond delay="499"/>
                                          </p:stCondLst>
                                        </p:cTn>
                                        <p:tgtEl>
                                          <p:spTgt spid="29"/>
                                        </p:tgtEl>
                                        <p:attrNameLst>
                                          <p:attrName>style.visibility</p:attrName>
                                        </p:attrNameLst>
                                      </p:cBhvr>
                                      <p:to>
                                        <p:strVal val="hidden"/>
                                      </p:to>
                                    </p:set>
                                  </p:childTnLst>
                                </p:cTn>
                              </p:par>
                              <p:par>
                                <p:cTn id="77" presetID="10" presetClass="entr" presetSubtype="0" fill="hold"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0"/>
                                        <p:tgtEl>
                                          <p:spTgt spid="34"/>
                                        </p:tgtEl>
                                      </p:cBhvr>
                                    </p:animEffect>
                                  </p:childTnLst>
                                </p:cTn>
                              </p:par>
                              <p:par>
                                <p:cTn id="80" presetID="42" presetClass="entr" presetSubtype="0" fill="hold" grpId="1"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anim calcmode="lin" valueType="num">
                                      <p:cBhvr>
                                        <p:cTn id="83" dur="500" fill="hold"/>
                                        <p:tgtEl>
                                          <p:spTgt spid="33"/>
                                        </p:tgtEl>
                                        <p:attrNameLst>
                                          <p:attrName>ppt_x</p:attrName>
                                        </p:attrNameLst>
                                      </p:cBhvr>
                                      <p:tavLst>
                                        <p:tav tm="0">
                                          <p:val>
                                            <p:strVal val="#ppt_x"/>
                                          </p:val>
                                        </p:tav>
                                        <p:tav tm="100000">
                                          <p:val>
                                            <p:strVal val="#ppt_x"/>
                                          </p:val>
                                        </p:tav>
                                      </p:tavLst>
                                    </p:anim>
                                    <p:anim calcmode="lin" valueType="num">
                                      <p:cBhvr>
                                        <p:cTn id="84" dur="500" fill="hold"/>
                                        <p:tgtEl>
                                          <p:spTgt spid="33"/>
                                        </p:tgtEl>
                                        <p:attrNameLst>
                                          <p:attrName>ppt_y</p:attrName>
                                        </p:attrNameLst>
                                      </p:cBhvr>
                                      <p:tavLst>
                                        <p:tav tm="0">
                                          <p:val>
                                            <p:strVal val="#ppt_y+.1"/>
                                          </p:val>
                                        </p:tav>
                                        <p:tav tm="100000">
                                          <p:val>
                                            <p:strVal val="#ppt_y"/>
                                          </p:val>
                                        </p:tav>
                                      </p:tavLst>
                                    </p:anim>
                                  </p:childTnLst>
                                </p:cTn>
                              </p:par>
                            </p:childTnLst>
                          </p:cTn>
                        </p:par>
                        <p:par>
                          <p:cTn id="85" fill="hold">
                            <p:stCondLst>
                              <p:cond delay="1500"/>
                            </p:stCondLst>
                            <p:childTnLst>
                              <p:par>
                                <p:cTn id="86" presetID="42" presetClass="entr" presetSubtype="0" fill="hold" grpId="0" nodeType="after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anim calcmode="lin" valueType="num">
                                      <p:cBhvr>
                                        <p:cTn id="89" dur="500" fill="hold"/>
                                        <p:tgtEl>
                                          <p:spTgt spid="39"/>
                                        </p:tgtEl>
                                        <p:attrNameLst>
                                          <p:attrName>ppt_x</p:attrName>
                                        </p:attrNameLst>
                                      </p:cBhvr>
                                      <p:tavLst>
                                        <p:tav tm="0">
                                          <p:val>
                                            <p:strVal val="#ppt_x"/>
                                          </p:val>
                                        </p:tav>
                                        <p:tav tm="100000">
                                          <p:val>
                                            <p:strVal val="#ppt_x"/>
                                          </p:val>
                                        </p:tav>
                                      </p:tavLst>
                                    </p:anim>
                                    <p:anim calcmode="lin" valueType="num">
                                      <p:cBhvr>
                                        <p:cTn id="90"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500"/>
                                        <p:tgtEl>
                                          <p:spTgt spid="27"/>
                                        </p:tgtEl>
                                      </p:cBhvr>
                                    </p:animEffect>
                                    <p:set>
                                      <p:cBhvr>
                                        <p:cTn id="95" dur="1" fill="hold">
                                          <p:stCondLst>
                                            <p:cond delay="499"/>
                                          </p:stCondLst>
                                        </p:cTn>
                                        <p:tgtEl>
                                          <p:spTgt spid="27"/>
                                        </p:tgtEl>
                                        <p:attrNameLst>
                                          <p:attrName>style.visibility</p:attrName>
                                        </p:attrNameLst>
                                      </p:cBhvr>
                                      <p:to>
                                        <p:strVal val="hidden"/>
                                      </p:to>
                                    </p:set>
                                  </p:childTnLst>
                                </p:cTn>
                              </p:par>
                              <p:par>
                                <p:cTn id="96" presetID="2" presetClass="exit" presetSubtype="4" fill="hold" grpId="1" nodeType="withEffect">
                                  <p:stCondLst>
                                    <p:cond delay="0"/>
                                  </p:stCondLst>
                                  <p:childTnLst>
                                    <p:anim calcmode="lin" valueType="num">
                                      <p:cBhvr additive="base">
                                        <p:cTn id="97" dur="500"/>
                                        <p:tgtEl>
                                          <p:spTgt spid="9"/>
                                        </p:tgtEl>
                                        <p:attrNameLst>
                                          <p:attrName>ppt_x</p:attrName>
                                        </p:attrNameLst>
                                      </p:cBhvr>
                                      <p:tavLst>
                                        <p:tav tm="0">
                                          <p:val>
                                            <p:strVal val="ppt_x"/>
                                          </p:val>
                                        </p:tav>
                                        <p:tav tm="100000">
                                          <p:val>
                                            <p:strVal val="ppt_x"/>
                                          </p:val>
                                        </p:tav>
                                      </p:tavLst>
                                    </p:anim>
                                    <p:anim calcmode="lin" valueType="num">
                                      <p:cBhvr additive="base">
                                        <p:cTn id="98" dur="500"/>
                                        <p:tgtEl>
                                          <p:spTgt spid="9"/>
                                        </p:tgtEl>
                                        <p:attrNameLst>
                                          <p:attrName>ppt_y</p:attrName>
                                        </p:attrNameLst>
                                      </p:cBhvr>
                                      <p:tavLst>
                                        <p:tav tm="0">
                                          <p:val>
                                            <p:strVal val="ppt_y"/>
                                          </p:val>
                                        </p:tav>
                                        <p:tav tm="100000">
                                          <p:val>
                                            <p:strVal val="1+ppt_h/2"/>
                                          </p:val>
                                        </p:tav>
                                      </p:tavLst>
                                    </p:anim>
                                    <p:set>
                                      <p:cBhvr>
                                        <p:cTn id="99" dur="1" fill="hold">
                                          <p:stCondLst>
                                            <p:cond delay="499"/>
                                          </p:stCondLst>
                                        </p:cTn>
                                        <p:tgtEl>
                                          <p:spTgt spid="9"/>
                                        </p:tgtEl>
                                        <p:attrNameLst>
                                          <p:attrName>style.visibility</p:attrName>
                                        </p:attrNameLst>
                                      </p:cBhvr>
                                      <p:to>
                                        <p:strVal val="hidden"/>
                                      </p:to>
                                    </p:set>
                                  </p:childTnLst>
                                </p:cTn>
                              </p:par>
                              <p:par>
                                <p:cTn id="100" presetID="2" presetClass="exit" presetSubtype="4" fill="hold" nodeType="withEffect">
                                  <p:stCondLst>
                                    <p:cond delay="0"/>
                                  </p:stCondLst>
                                  <p:childTnLst>
                                    <p:anim calcmode="lin" valueType="num">
                                      <p:cBhvr additive="base">
                                        <p:cTn id="101" dur="500"/>
                                        <p:tgtEl>
                                          <p:spTgt spid="34"/>
                                        </p:tgtEl>
                                        <p:attrNameLst>
                                          <p:attrName>ppt_x</p:attrName>
                                        </p:attrNameLst>
                                      </p:cBhvr>
                                      <p:tavLst>
                                        <p:tav tm="0">
                                          <p:val>
                                            <p:strVal val="ppt_x"/>
                                          </p:val>
                                        </p:tav>
                                        <p:tav tm="100000">
                                          <p:val>
                                            <p:strVal val="ppt_x"/>
                                          </p:val>
                                        </p:tav>
                                      </p:tavLst>
                                    </p:anim>
                                    <p:anim calcmode="lin" valueType="num">
                                      <p:cBhvr additive="base">
                                        <p:cTn id="102" dur="500"/>
                                        <p:tgtEl>
                                          <p:spTgt spid="34"/>
                                        </p:tgtEl>
                                        <p:attrNameLst>
                                          <p:attrName>ppt_y</p:attrName>
                                        </p:attrNameLst>
                                      </p:cBhvr>
                                      <p:tavLst>
                                        <p:tav tm="0">
                                          <p:val>
                                            <p:strVal val="ppt_y"/>
                                          </p:val>
                                        </p:tav>
                                        <p:tav tm="100000">
                                          <p:val>
                                            <p:strVal val="1+ppt_h/2"/>
                                          </p:val>
                                        </p:tav>
                                      </p:tavLst>
                                    </p:anim>
                                    <p:set>
                                      <p:cBhvr>
                                        <p:cTn id="103" dur="1" fill="hold">
                                          <p:stCondLst>
                                            <p:cond delay="499"/>
                                          </p:stCondLst>
                                        </p:cTn>
                                        <p:tgtEl>
                                          <p:spTgt spid="34"/>
                                        </p:tgtEl>
                                        <p:attrNameLst>
                                          <p:attrName>style.visibility</p:attrName>
                                        </p:attrNameLst>
                                      </p:cBhvr>
                                      <p:to>
                                        <p:strVal val="hidden"/>
                                      </p:to>
                                    </p:set>
                                  </p:childTnLst>
                                </p:cTn>
                              </p:par>
                              <p:par>
                                <p:cTn id="104" presetID="2" presetClass="exit" presetSubtype="4" fill="hold" grpId="0" nodeType="withEffect">
                                  <p:stCondLst>
                                    <p:cond delay="0"/>
                                  </p:stCondLst>
                                  <p:childTnLst>
                                    <p:anim calcmode="lin" valueType="num">
                                      <p:cBhvr additive="base">
                                        <p:cTn id="105" dur="500"/>
                                        <p:tgtEl>
                                          <p:spTgt spid="33"/>
                                        </p:tgtEl>
                                        <p:attrNameLst>
                                          <p:attrName>ppt_x</p:attrName>
                                        </p:attrNameLst>
                                      </p:cBhvr>
                                      <p:tavLst>
                                        <p:tav tm="0">
                                          <p:val>
                                            <p:strVal val="ppt_x"/>
                                          </p:val>
                                        </p:tav>
                                        <p:tav tm="100000">
                                          <p:val>
                                            <p:strVal val="ppt_x"/>
                                          </p:val>
                                        </p:tav>
                                      </p:tavLst>
                                    </p:anim>
                                    <p:anim calcmode="lin" valueType="num">
                                      <p:cBhvr additive="base">
                                        <p:cTn id="106" dur="500"/>
                                        <p:tgtEl>
                                          <p:spTgt spid="33"/>
                                        </p:tgtEl>
                                        <p:attrNameLst>
                                          <p:attrName>ppt_y</p:attrName>
                                        </p:attrNameLst>
                                      </p:cBhvr>
                                      <p:tavLst>
                                        <p:tav tm="0">
                                          <p:val>
                                            <p:strVal val="ppt_y"/>
                                          </p:val>
                                        </p:tav>
                                        <p:tav tm="100000">
                                          <p:val>
                                            <p:strVal val="1+ppt_h/2"/>
                                          </p:val>
                                        </p:tav>
                                      </p:tavLst>
                                    </p:anim>
                                    <p:set>
                                      <p:cBhvr>
                                        <p:cTn id="107" dur="1" fill="hold">
                                          <p:stCondLst>
                                            <p:cond delay="499"/>
                                          </p:stCondLst>
                                        </p:cTn>
                                        <p:tgtEl>
                                          <p:spTgt spid="33"/>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500"/>
                                        <p:tgtEl>
                                          <p:spTgt spid="10"/>
                                        </p:tgtEl>
                                      </p:cBhvr>
                                    </p:animEffect>
                                    <p:set>
                                      <p:cBhvr>
                                        <p:cTn id="110" dur="1" fill="hold">
                                          <p:stCondLst>
                                            <p:cond delay="499"/>
                                          </p:stCondLst>
                                        </p:cTn>
                                        <p:tgtEl>
                                          <p:spTgt spid="10"/>
                                        </p:tgtEl>
                                        <p:attrNameLst>
                                          <p:attrName>style.visibility</p:attrName>
                                        </p:attrNameLst>
                                      </p:cBhvr>
                                      <p:to>
                                        <p:strVal val="hidden"/>
                                      </p:to>
                                    </p:set>
                                  </p:childTnLst>
                                </p:cTn>
                              </p:par>
                              <p:par>
                                <p:cTn id="111" presetID="6" presetClass="exit" presetSubtype="32" fill="hold" grpId="1" nodeType="withEffect">
                                  <p:stCondLst>
                                    <p:cond delay="0"/>
                                  </p:stCondLst>
                                  <p:childTnLst>
                                    <p:animEffect transition="out" filter="circle(out)">
                                      <p:cBhvr>
                                        <p:cTn id="112" dur="500"/>
                                        <p:tgtEl>
                                          <p:spTgt spid="13"/>
                                        </p:tgtEl>
                                      </p:cBhvr>
                                    </p:animEffect>
                                    <p:set>
                                      <p:cBhvr>
                                        <p:cTn id="113" dur="1" fill="hold">
                                          <p:stCondLst>
                                            <p:cond delay="499"/>
                                          </p:stCondLst>
                                        </p:cTn>
                                        <p:tgtEl>
                                          <p:spTgt spid="13"/>
                                        </p:tgtEl>
                                        <p:attrNameLst>
                                          <p:attrName>style.visibility</p:attrName>
                                        </p:attrNameLst>
                                      </p:cBhvr>
                                      <p:to>
                                        <p:strVal val="hidden"/>
                                      </p:to>
                                    </p:set>
                                  </p:childTnLst>
                                </p:cTn>
                              </p:par>
                            </p:childTnLst>
                          </p:cTn>
                        </p:par>
                        <p:par>
                          <p:cTn id="114" fill="hold">
                            <p:stCondLst>
                              <p:cond delay="500"/>
                            </p:stCondLst>
                            <p:childTnLst>
                              <p:par>
                                <p:cTn id="115" presetID="10" presetClass="entr" presetSubtype="0" fill="hold" nodeType="afterEffect">
                                  <p:stCondLst>
                                    <p:cond delay="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00"/>
                                        <p:tgtEl>
                                          <p:spTgt spid="28"/>
                                        </p:tgtEl>
                                      </p:cBhvr>
                                    </p:animEffect>
                                  </p:childTnLst>
                                </p:cTn>
                              </p:par>
                            </p:childTnLst>
                          </p:cTn>
                        </p:par>
                        <p:par>
                          <p:cTn id="118" fill="hold">
                            <p:stCondLst>
                              <p:cond delay="1000"/>
                            </p:stCondLst>
                            <p:childTnLst>
                              <p:par>
                                <p:cTn id="119" presetID="2" presetClass="entr" presetSubtype="4" fill="hold" nodeType="afterEffect">
                                  <p:stCondLst>
                                    <p:cond delay="0"/>
                                  </p:stCondLst>
                                  <p:childTnLst>
                                    <p:set>
                                      <p:cBhvr>
                                        <p:cTn id="120" dur="1" fill="hold">
                                          <p:stCondLst>
                                            <p:cond delay="0"/>
                                          </p:stCondLst>
                                        </p:cTn>
                                        <p:tgtEl>
                                          <p:spTgt spid="6">
                                            <p:txEl>
                                              <p:pRg st="1" end="1"/>
                                            </p:txEl>
                                          </p:spTgt>
                                        </p:tgtEl>
                                        <p:attrNameLst>
                                          <p:attrName>style.visibility</p:attrName>
                                        </p:attrNameLst>
                                      </p:cBhvr>
                                      <p:to>
                                        <p:strVal val="visible"/>
                                      </p:to>
                                    </p:set>
                                    <p:anim calcmode="lin" valueType="num">
                                      <p:cBhvr additive="base">
                                        <p:cTn id="12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8" grpId="0" animBg="1"/>
      <p:bldP spid="9" grpId="0" animBg="1"/>
      <p:bldP spid="9" grpId="1" animBg="1"/>
      <p:bldP spid="12" grpId="0" animBg="1"/>
      <p:bldP spid="33" grpId="0" animBg="1"/>
      <p:bldP spid="33" grpId="1" animBg="1"/>
      <p:bldP spid="39" grpId="0"/>
      <p:bldP spid="13" grpId="0" animBg="1"/>
      <p:bldP spid="13"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F267-4882-B7D3-5384-6AC8116C1B9E}"/>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5E12AA3-BCB0-7EC9-03D1-CF7118A7E79A}"/>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27E123B4-2802-DFDC-A070-734C36E7BC22}"/>
              </a:ext>
            </a:extLst>
          </p:cNvPr>
          <p:cNvSpPr txBox="1"/>
          <p:nvPr/>
        </p:nvSpPr>
        <p:spPr bwMode="auto">
          <a:xfrm>
            <a:off x="709358" y="1797785"/>
            <a:ext cx="10492038" cy="163121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457200" lvl="0" indent="-457200" fontAlgn="base">
              <a:spcBef>
                <a:spcPct val="0"/>
              </a:spcBef>
              <a:spcAft>
                <a:spcPct val="0"/>
              </a:spcAft>
              <a:buFont typeface="+mj-lt"/>
              <a:buAutoNum type="arabicPeriod"/>
              <a:defRPr/>
            </a:pPr>
            <a:r>
              <a:rPr lang="nl-NL" sz="2000" dirty="0"/>
              <a:t>Neem het programma van de vorige slide over. Pas het aan zodat er geen integer maar een list met twee getallen wordt gemaakt en doorgegeven aan de functie. Is er verschil in werking?</a:t>
            </a:r>
          </a:p>
          <a:p>
            <a:pPr marL="457200" lvl="0" indent="-457200" fontAlgn="base">
              <a:spcBef>
                <a:spcPct val="0"/>
              </a:spcBef>
              <a:spcAft>
                <a:spcPct val="0"/>
              </a:spcAft>
              <a:buFont typeface="+mj-lt"/>
              <a:buAutoNum type="arabicPeriod"/>
              <a:defRPr/>
            </a:pPr>
            <a:endParaRPr lang="nl-NL" sz="2000" dirty="0"/>
          </a:p>
          <a:p>
            <a:pPr marL="457200" lvl="0" indent="-457200" fontAlgn="base">
              <a:spcBef>
                <a:spcPct val="0"/>
              </a:spcBef>
              <a:spcAft>
                <a:spcPct val="0"/>
              </a:spcAft>
              <a:buFont typeface="+mj-lt"/>
              <a:buAutoNum type="arabicPeriod"/>
              <a:defRPr/>
            </a:pPr>
            <a:r>
              <a:rPr lang="nl-NL" sz="2000" dirty="0"/>
              <a:t>Probeer nu in de functie (in plaats van de parameter te overschrijven) een getal in de lijst te vervangen door een ander getal. Verandert dit de uitvoer? Kan je dat verklaren?</a:t>
            </a:r>
          </a:p>
        </p:txBody>
      </p:sp>
    </p:spTree>
    <p:extLst>
      <p:ext uri="{BB962C8B-B14F-4D97-AF65-F5344CB8AC3E}">
        <p14:creationId xmlns:p14="http://schemas.microsoft.com/office/powerpoint/2010/main" val="281940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B946B-3E6E-C386-8D3A-A3A980B1081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71217EB3-76E2-E3D6-DFAF-B92C12A1C515}"/>
              </a:ext>
            </a:extLst>
          </p:cNvPr>
          <p:cNvSpPr>
            <a:spLocks noChangeArrowheads="1"/>
          </p:cNvSpPr>
          <p:nvPr/>
        </p:nvSpPr>
        <p:spPr bwMode="auto">
          <a:xfrm>
            <a:off x="8073736" y="1687555"/>
            <a:ext cx="3780131" cy="2585323"/>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from</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BCBEC4"/>
                </a:solidFill>
                <a:effectLst/>
                <a:latin typeface="Consolas" panose="020B0609020204030204" pitchFamily="49" charset="0"/>
              </a:rPr>
              <a:t>math</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import </a:t>
            </a:r>
            <a:r>
              <a:rPr kumimoji="0" lang="nl-NL" altLang="nl-NL" b="0" i="0" u="none" strike="noStrike" cap="none" normalizeH="0" baseline="0" dirty="0" err="1">
                <a:ln>
                  <a:noFill/>
                </a:ln>
                <a:solidFill>
                  <a:srgbClr val="BCBEC4"/>
                </a:solidFill>
                <a:effectLst/>
                <a:latin typeface="Consolas" panose="020B0609020204030204" pitchFamily="49" charset="0"/>
              </a:rPr>
              <a:t>sqrt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BCBEC4"/>
                </a:solidFill>
                <a:effectLst/>
                <a:latin typeface="Consolas" panose="020B0609020204030204" pitchFamily="49" charset="0"/>
              </a:rPr>
              <a:t>zijde_c</a:t>
            </a:r>
            <a:r>
              <a:rPr kumimoji="0" lang="nl-NL" altLang="nl-NL" b="0" i="0" u="none" strike="noStrike" cap="none" normalizeH="0" baseline="0" dirty="0">
                <a:ln>
                  <a:noFill/>
                </a:ln>
                <a:solidFill>
                  <a:srgbClr val="BCBEC4"/>
                </a:solidFill>
                <a:effectLst/>
                <a:latin typeface="Consolas" panose="020B0609020204030204" pitchFamily="49" charset="0"/>
              </a:rPr>
              <a:t> = </a:t>
            </a:r>
            <a:r>
              <a:rPr kumimoji="0" lang="nl-NL" altLang="nl-NL" b="0" i="0" u="none" strike="noStrike" cap="none" normalizeH="0" baseline="0" dirty="0" err="1">
                <a:ln>
                  <a:noFill/>
                </a:ln>
                <a:solidFill>
                  <a:srgbClr val="BCBEC4"/>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3</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4</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err="1">
                <a:ln>
                  <a:noFill/>
                </a:ln>
                <a:solidFill>
                  <a:srgbClr val="BCBEC4"/>
                </a:solidFill>
                <a:effectLst/>
                <a:latin typeface="Consolas" panose="020B0609020204030204" pitchFamily="49" charset="0"/>
              </a:rPr>
              <a:t>zijde_c</a:t>
            </a:r>
            <a:r>
              <a:rPr kumimoji="0" lang="nl-NL" altLang="nl-NL" b="0" i="0" u="none" strike="noStrike" cap="none" normalizeH="0" baseline="0" dirty="0">
                <a:ln>
                  <a:noFill/>
                </a:ln>
                <a:solidFill>
                  <a:srgbClr val="BCBEC4"/>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45" name="Title 1">
            <a:extLst>
              <a:ext uri="{FF2B5EF4-FFF2-40B4-BE49-F238E27FC236}">
                <a16:creationId xmlns:a16="http://schemas.microsoft.com/office/drawing/2014/main" id="{234609BE-D5E4-1518-3419-9208538A01A4}"/>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Retourwaarden</a:t>
            </a:r>
            <a:r>
              <a:rPr lang="en-US" sz="3600" b="1" kern="0" dirty="0">
                <a:solidFill>
                  <a:prstClr val="black"/>
                </a:solidFill>
              </a:rPr>
              <a:t> (return) </a:t>
            </a:r>
            <a:r>
              <a:rPr lang="en-US" sz="2000" b="1" kern="0" dirty="0">
                <a:solidFill>
                  <a:prstClr val="black"/>
                </a:solidFill>
              </a:rPr>
              <a:t>(§8.2.5)</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C935807F-FABA-D0E3-7C98-307936B70986}"/>
              </a:ext>
            </a:extLst>
          </p:cNvPr>
          <p:cNvSpPr txBox="1"/>
          <p:nvPr/>
        </p:nvSpPr>
        <p:spPr bwMode="auto">
          <a:xfrm>
            <a:off x="709358" y="1687555"/>
            <a:ext cx="6486001" cy="193899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Parameter = invoer van de functie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nl-NL" sz="2000" b="0" i="0" u="none" strike="noStrike" kern="0" cap="none" spc="0" normalizeH="0" baseline="0" noProof="0" dirty="0">
                <a:ln>
                  <a:noFill/>
                </a:ln>
                <a:solidFill>
                  <a:srgbClr val="294171"/>
                </a:solidFill>
                <a:effectLst/>
                <a:uLnTx/>
                <a:uFillTx/>
              </a:rPr>
              <a:t>Gebruik ‘return’ voor </a:t>
            </a:r>
            <a:r>
              <a:rPr kumimoji="0" lang="nl-NL" sz="2000" b="0" i="0" u="sng" strike="noStrike" kern="0" cap="none" spc="0" normalizeH="0" baseline="0" noProof="0" dirty="0">
                <a:ln>
                  <a:noFill/>
                </a:ln>
                <a:solidFill>
                  <a:srgbClr val="294171"/>
                </a:solidFill>
                <a:effectLst/>
                <a:uLnTx/>
                <a:uFillTx/>
              </a:rPr>
              <a:t>uitvoer</a:t>
            </a:r>
            <a:r>
              <a:rPr kumimoji="0" lang="nl-NL" sz="2000" b="0" i="0" u="none" strike="noStrike" kern="0" cap="none" spc="0" normalizeH="0" baseline="0" noProof="0" dirty="0">
                <a:ln>
                  <a:noFill/>
                </a:ln>
                <a:solidFill>
                  <a:srgbClr val="294171"/>
                </a:solidFill>
                <a:effectLst/>
                <a:uLnTx/>
                <a:uFillTx/>
              </a:rPr>
              <a:t> van de functie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De returnwaarde kan je weer opslaan in een variabele: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nl-NL" sz="2000" b="0" i="0" u="none" strike="noStrike" kern="0" cap="none" spc="0" normalizeH="0" baseline="0" noProof="0" dirty="0">
              <a:ln>
                <a:noFill/>
              </a:ln>
              <a:solidFill>
                <a:srgbClr val="294171"/>
              </a:solidFill>
              <a:effectLst/>
              <a:uLnTx/>
              <a:uFillTx/>
            </a:endParaRPr>
          </a:p>
          <a:p>
            <a:pPr marL="342900" indent="-342900" fontAlgn="base">
              <a:spcBef>
                <a:spcPct val="0"/>
              </a:spcBef>
              <a:spcAft>
                <a:spcPct val="0"/>
              </a:spcAft>
              <a:buFont typeface="Arial" panose="020B0604020202020204" pitchFamily="34" charset="0"/>
              <a:buChar char="•"/>
              <a:defRPr/>
            </a:pPr>
            <a:r>
              <a:rPr lang="nl-NL" sz="2000" kern="0" dirty="0">
                <a:solidFill>
                  <a:srgbClr val="294171"/>
                </a:solidFill>
              </a:rPr>
              <a:t>Let op: na een ‘return’ </a:t>
            </a:r>
            <a:r>
              <a:rPr lang="nl-NL" sz="2000" b="1" kern="0" dirty="0">
                <a:solidFill>
                  <a:srgbClr val="294171"/>
                </a:solidFill>
              </a:rPr>
              <a:t>eindigt</a:t>
            </a:r>
            <a:r>
              <a:rPr lang="nl-NL" sz="2000" kern="0" dirty="0">
                <a:solidFill>
                  <a:srgbClr val="294171"/>
                </a:solidFill>
              </a:rPr>
              <a:t> de functie direct!</a:t>
            </a:r>
          </a:p>
        </p:txBody>
      </p:sp>
    </p:spTree>
    <p:extLst>
      <p:ext uri="{BB962C8B-B14F-4D97-AF65-F5344CB8AC3E}">
        <p14:creationId xmlns:p14="http://schemas.microsoft.com/office/powerpoint/2010/main" val="367703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89358-8B42-A688-6C9B-7E93CB25C1B7}"/>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C4CB3016-B4E3-756D-07B9-D1A110521D91}"/>
              </a:ext>
            </a:extLst>
          </p:cNvPr>
          <p:cNvSpPr txBox="1">
            <a:spLocks/>
          </p:cNvSpPr>
          <p:nvPr/>
        </p:nvSpPr>
        <p:spPr bwMode="auto">
          <a:xfrm>
            <a:off x="709358" y="0"/>
            <a:ext cx="8393078"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Wat </a:t>
            </a:r>
            <a:r>
              <a:rPr lang="en-US" sz="3600" b="1" kern="0" dirty="0" err="1">
                <a:solidFill>
                  <a:prstClr val="black"/>
                </a:solidFill>
              </a:rPr>
              <a:t>als</a:t>
            </a:r>
            <a:r>
              <a:rPr lang="en-US" sz="3600" b="1" kern="0" dirty="0">
                <a:solidFill>
                  <a:prstClr val="black"/>
                </a:solidFill>
              </a:rPr>
              <a:t> </a:t>
            </a:r>
            <a:r>
              <a:rPr lang="en-US" sz="3600" b="1" kern="0" dirty="0" err="1">
                <a:solidFill>
                  <a:prstClr val="black"/>
                </a:solidFill>
              </a:rPr>
              <a:t>een</a:t>
            </a:r>
            <a:r>
              <a:rPr lang="en-US" sz="3600" b="1" kern="0" dirty="0">
                <a:solidFill>
                  <a:prstClr val="black"/>
                </a:solidFill>
              </a:rPr>
              <a:t> argument incorrect is? </a:t>
            </a:r>
            <a:r>
              <a:rPr lang="en-US" sz="2000" b="1" kern="0" dirty="0">
                <a:solidFill>
                  <a:prstClr val="black"/>
                </a:solidFill>
              </a:rPr>
              <a:t>(§8.2.5)</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CC2210B2-413C-23A2-3C68-B045D15AA909}"/>
              </a:ext>
            </a:extLst>
          </p:cNvPr>
          <p:cNvSpPr txBox="1"/>
          <p:nvPr/>
        </p:nvSpPr>
        <p:spPr bwMode="auto">
          <a:xfrm>
            <a:off x="709358" y="1934164"/>
            <a:ext cx="4558833"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Deze functies </a:t>
            </a:r>
            <a:r>
              <a:rPr lang="nl-NL" sz="2000" kern="0" dirty="0" err="1">
                <a:solidFill>
                  <a:srgbClr val="294171"/>
                </a:solidFill>
              </a:rPr>
              <a:t>returnen</a:t>
            </a:r>
            <a:r>
              <a:rPr lang="nl-NL" sz="2000" kern="0" dirty="0">
                <a:solidFill>
                  <a:srgbClr val="294171"/>
                </a:solidFill>
              </a:rPr>
              <a:t> (impliciet en expliciet) soms ‘niets’. Python noemt dat ‘None’:</a:t>
            </a:r>
            <a:endParaRPr kumimoji="0" lang="nl-NL" sz="2000" b="0" i="0" u="none" strike="noStrike" kern="0" cap="none" spc="0" normalizeH="0" baseline="0" noProof="0" dirty="0">
              <a:ln>
                <a:noFill/>
              </a:ln>
              <a:solidFill>
                <a:srgbClr val="294171"/>
              </a:solidFill>
              <a:effectLst/>
              <a:uLnTx/>
              <a:uFillTx/>
            </a:endParaRPr>
          </a:p>
        </p:txBody>
      </p:sp>
      <p:sp>
        <p:nvSpPr>
          <p:cNvPr id="6" name="Rectangle 1">
            <a:extLst>
              <a:ext uri="{FF2B5EF4-FFF2-40B4-BE49-F238E27FC236}">
                <a16:creationId xmlns:a16="http://schemas.microsoft.com/office/drawing/2014/main" id="{5BABDEBA-D38B-AB00-F723-CD256EF5B942}"/>
              </a:ext>
            </a:extLst>
          </p:cNvPr>
          <p:cNvSpPr>
            <a:spLocks noChangeArrowheads="1"/>
          </p:cNvSpPr>
          <p:nvPr/>
        </p:nvSpPr>
        <p:spPr bwMode="auto">
          <a:xfrm>
            <a:off x="1118324" y="4616060"/>
            <a:ext cx="3477234" cy="1477328"/>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&lt;=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a:ln>
                  <a:noFill/>
                </a:ln>
                <a:solidFill>
                  <a:srgbClr val="CF8E6D"/>
                </a:solidFill>
                <a:effectLst/>
                <a:latin typeface="Consolas" panose="020B0609020204030204" pitchFamily="49" charset="0"/>
              </a:rPr>
              <a:t>or </a:t>
            </a:r>
            <a:r>
              <a:rPr kumimoji="0" lang="nl-NL" altLang="nl-NL" b="0" i="0" u="none" strike="noStrike" cap="none" normalizeH="0" baseline="0" dirty="0">
                <a:ln>
                  <a:noFill/>
                </a:ln>
                <a:solidFill>
                  <a:srgbClr val="BCBEC4"/>
                </a:solidFill>
                <a:effectLst/>
                <a:latin typeface="Consolas" panose="020B0609020204030204" pitchFamily="49" charset="0"/>
              </a:rPr>
              <a:t>b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a:t>
            </a:r>
            <a:br>
              <a:rPr kumimoji="0" lang="nl-NL" altLang="nl-NL" b="0" i="0" u="none" strike="noStrike" cap="none" normalizeH="0" baseline="0" dirty="0">
                <a:ln>
                  <a:noFill/>
                </a:ln>
                <a:solidFill>
                  <a:srgbClr val="CF8E6D"/>
                </a:solidFill>
                <a:effectLst/>
                <a:latin typeface="Consolas" panose="020B0609020204030204" pitchFamily="49" charset="0"/>
              </a:rPr>
            </a:br>
            <a:r>
              <a:rPr kumimoji="0" lang="nl-NL" altLang="nl-NL" b="0" i="0" u="none" strike="noStrike" cap="none" normalizeH="0" baseline="0" dirty="0">
                <a:ln>
                  <a:noFill/>
                </a:ln>
                <a:solidFill>
                  <a:srgbClr val="CF8E6D"/>
                </a:solidFill>
                <a:effectLst/>
                <a:latin typeface="Consolas" panose="020B0609020204030204" pitchFamily="49" charset="0"/>
              </a:rPr>
              <a:t>    </a:t>
            </a:r>
            <a:br>
              <a:rPr kumimoji="0" lang="nl-NL" altLang="nl-NL" b="0" i="0" u="none" strike="noStrike" cap="none" normalizeH="0" baseline="0" dirty="0">
                <a:ln>
                  <a:noFill/>
                </a:ln>
                <a:solidFill>
                  <a:srgbClr val="CF8E6D"/>
                </a:solidFill>
                <a:effectLst/>
                <a:latin typeface="Consolas" panose="020B0609020204030204" pitchFamily="49" charset="0"/>
              </a:rPr>
            </a:b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return</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7" name="Rectangle 2">
            <a:extLst>
              <a:ext uri="{FF2B5EF4-FFF2-40B4-BE49-F238E27FC236}">
                <a16:creationId xmlns:a16="http://schemas.microsoft.com/office/drawing/2014/main" id="{05AE6B00-A3A3-4D4F-58D7-1F39A406F165}"/>
              </a:ext>
            </a:extLst>
          </p:cNvPr>
          <p:cNvSpPr>
            <a:spLocks noChangeArrowheads="1"/>
          </p:cNvSpPr>
          <p:nvPr/>
        </p:nvSpPr>
        <p:spPr bwMode="auto">
          <a:xfrm>
            <a:off x="1118324" y="3235404"/>
            <a:ext cx="3983783" cy="923330"/>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&gt;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err="1">
                <a:ln>
                  <a:noFill/>
                </a:ln>
                <a:solidFill>
                  <a:srgbClr val="CF8E6D"/>
                </a:solidFill>
                <a:effectLst/>
                <a:latin typeface="Consolas" panose="020B0609020204030204" pitchFamily="49" charset="0"/>
              </a:rPr>
              <a:t>and</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b &gt;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8" name="Rectangle 3">
            <a:extLst>
              <a:ext uri="{FF2B5EF4-FFF2-40B4-BE49-F238E27FC236}">
                <a16:creationId xmlns:a16="http://schemas.microsoft.com/office/drawing/2014/main" id="{3F8E6B7A-E719-F066-C334-5906FD211712}"/>
              </a:ext>
            </a:extLst>
          </p:cNvPr>
          <p:cNvSpPr>
            <a:spLocks noChangeArrowheads="1"/>
          </p:cNvSpPr>
          <p:nvPr/>
        </p:nvSpPr>
        <p:spPr bwMode="auto">
          <a:xfrm>
            <a:off x="7195359" y="3235404"/>
            <a:ext cx="3477234" cy="1477328"/>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&lt;=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a:ln>
                  <a:noFill/>
                </a:ln>
                <a:solidFill>
                  <a:srgbClr val="CF8E6D"/>
                </a:solidFill>
                <a:effectLst/>
                <a:latin typeface="Consolas" panose="020B0609020204030204" pitchFamily="49" charset="0"/>
              </a:rPr>
              <a:t>or </a:t>
            </a:r>
            <a:r>
              <a:rPr kumimoji="0" lang="nl-NL" altLang="nl-NL" b="0" i="0" u="none" strike="noStrike" cap="none" normalizeH="0" baseline="0" dirty="0">
                <a:ln>
                  <a:noFill/>
                </a:ln>
                <a:solidFill>
                  <a:srgbClr val="BCBEC4"/>
                </a:solidFill>
                <a:effectLst/>
                <a:latin typeface="Consolas" panose="020B0609020204030204" pitchFamily="49" charset="0"/>
              </a:rPr>
              <a:t>b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1</a:t>
            </a:r>
          </a:p>
          <a:p>
            <a:pPr marL="0" marR="0" lvl="0" indent="0" algn="l" defTabSz="914400" rtl="0" eaLnBrk="0" fontAlgn="base" latinLnBrk="0" hangingPunct="0">
              <a:lnSpc>
                <a:spcPct val="100000"/>
              </a:lnSpc>
              <a:spcBef>
                <a:spcPct val="0"/>
              </a:spcBef>
              <a:spcAft>
                <a:spcPct val="0"/>
              </a:spcAft>
              <a:buClrTx/>
              <a:buSzTx/>
              <a:buFontTx/>
              <a:buNone/>
              <a:tabLst/>
            </a:pP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2AACB8"/>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9" name="TextBox 22">
            <a:extLst>
              <a:ext uri="{FF2B5EF4-FFF2-40B4-BE49-F238E27FC236}">
                <a16:creationId xmlns:a16="http://schemas.microsoft.com/office/drawing/2014/main" id="{90FE2898-C4E4-0097-841E-8CFA05CCC2A5}"/>
              </a:ext>
            </a:extLst>
          </p:cNvPr>
          <p:cNvSpPr txBox="1"/>
          <p:nvPr/>
        </p:nvSpPr>
        <p:spPr bwMode="auto">
          <a:xfrm>
            <a:off x="6597541" y="1934164"/>
            <a:ext cx="5050670"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Omdat een returnwaarde voor deze functie logisch is, kan je beter altijd iets </a:t>
            </a:r>
            <a:r>
              <a:rPr lang="nl-NL" sz="2000" kern="0" dirty="0" err="1">
                <a:solidFill>
                  <a:srgbClr val="294171"/>
                </a:solidFill>
              </a:rPr>
              <a:t>returnen</a:t>
            </a:r>
            <a:r>
              <a:rPr lang="nl-NL" sz="2000" kern="0" dirty="0">
                <a:solidFill>
                  <a:srgbClr val="294171"/>
                </a:solidFill>
              </a:rPr>
              <a:t>:</a:t>
            </a:r>
            <a:endParaRPr kumimoji="0" lang="nl-NL" sz="2000" b="0" i="0" u="none" strike="noStrike" kern="0" cap="none" spc="0" normalizeH="0" baseline="0" noProof="0" dirty="0">
              <a:ln>
                <a:noFill/>
              </a:ln>
              <a:solidFill>
                <a:srgbClr val="294171"/>
              </a:solidFill>
              <a:effectLst/>
              <a:uLnTx/>
              <a:uFillTx/>
            </a:endParaRPr>
          </a:p>
        </p:txBody>
      </p:sp>
      <p:sp>
        <p:nvSpPr>
          <p:cNvPr id="12" name="TextBox 22">
            <a:extLst>
              <a:ext uri="{FF2B5EF4-FFF2-40B4-BE49-F238E27FC236}">
                <a16:creationId xmlns:a16="http://schemas.microsoft.com/office/drawing/2014/main" id="{508BDB5B-ADBA-73DD-BBBF-64E2C8A2EDE5}"/>
              </a:ext>
            </a:extLst>
          </p:cNvPr>
          <p:cNvSpPr txBox="1"/>
          <p:nvPr/>
        </p:nvSpPr>
        <p:spPr bwMode="auto">
          <a:xfrm>
            <a:off x="6597541" y="5000781"/>
            <a:ext cx="5050670"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-1 is een goede kandidaat, want hiermee is duidelijk dat de berekening niet lukte</a:t>
            </a:r>
            <a:endParaRPr kumimoji="0" lang="nl-NL" sz="2000" b="0" i="0" u="none" strike="noStrike" kern="0" cap="none" spc="0" normalizeH="0" baseline="0" noProof="0" dirty="0">
              <a:ln>
                <a:noFill/>
              </a:ln>
              <a:solidFill>
                <a:srgbClr val="294171"/>
              </a:solidFill>
              <a:effectLst/>
              <a:uLnTx/>
              <a:uFillTx/>
            </a:endParaRPr>
          </a:p>
        </p:txBody>
      </p:sp>
    </p:spTree>
    <p:extLst>
      <p:ext uri="{BB962C8B-B14F-4D97-AF65-F5344CB8AC3E}">
        <p14:creationId xmlns:p14="http://schemas.microsoft.com/office/powerpoint/2010/main" val="240031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417F9-DBBC-5439-9FDC-C03094DF322A}"/>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97492330-6221-2F15-7A5D-52A1187A1B71}"/>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Retourwaarden</a:t>
            </a:r>
            <a:r>
              <a:rPr lang="en-US" sz="3600" b="1" kern="0" dirty="0">
                <a:solidFill>
                  <a:prstClr val="black"/>
                </a:solidFill>
              </a:rPr>
              <a:t> </a:t>
            </a:r>
            <a:r>
              <a:rPr lang="en-US" sz="3600" b="1" kern="0" dirty="0" err="1">
                <a:solidFill>
                  <a:prstClr val="black"/>
                </a:solidFill>
              </a:rPr>
              <a:t>gebruiken</a:t>
            </a:r>
            <a:r>
              <a:rPr lang="en-US" sz="3600" b="1" kern="0" dirty="0">
                <a:solidFill>
                  <a:prstClr val="black"/>
                </a:solidFill>
              </a:rPr>
              <a:t> </a:t>
            </a:r>
            <a:r>
              <a:rPr lang="en-US" sz="2000" b="1" kern="0" dirty="0">
                <a:solidFill>
                  <a:prstClr val="black"/>
                </a:solidFill>
              </a:rPr>
              <a:t>(§8.2.5)</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30578F9E-CA5C-03C5-7D2C-D97970771167}"/>
              </a:ext>
            </a:extLst>
          </p:cNvPr>
          <p:cNvSpPr txBox="1"/>
          <p:nvPr/>
        </p:nvSpPr>
        <p:spPr bwMode="auto">
          <a:xfrm>
            <a:off x="422224" y="2281780"/>
            <a:ext cx="4045867" cy="707886"/>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Op basis van de returnwaarde kan je beslissingen nemen:</a:t>
            </a:r>
          </a:p>
        </p:txBody>
      </p:sp>
      <p:sp>
        <p:nvSpPr>
          <p:cNvPr id="5" name="Rectangle 2">
            <a:extLst>
              <a:ext uri="{FF2B5EF4-FFF2-40B4-BE49-F238E27FC236}">
                <a16:creationId xmlns:a16="http://schemas.microsoft.com/office/drawing/2014/main" id="{E300AB7F-A714-C0E7-57B4-91722D3363AA}"/>
              </a:ext>
            </a:extLst>
          </p:cNvPr>
          <p:cNvSpPr>
            <a:spLocks noChangeArrowheads="1"/>
          </p:cNvSpPr>
          <p:nvPr/>
        </p:nvSpPr>
        <p:spPr bwMode="auto">
          <a:xfrm>
            <a:off x="4873336" y="1468800"/>
            <a:ext cx="6896440" cy="5078313"/>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from</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BCBEC4"/>
                </a:solidFill>
                <a:effectLst/>
                <a:latin typeface="Consolas" panose="020B0609020204030204" pitchFamily="49" charset="0"/>
              </a:rPr>
              <a:t>math</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import </a:t>
            </a:r>
            <a:r>
              <a:rPr kumimoji="0" lang="nl-NL" altLang="nl-NL" b="0" i="0" u="none" strike="noStrike" cap="none" normalizeH="0" baseline="0" dirty="0" err="1">
                <a:ln>
                  <a:noFill/>
                </a:ln>
                <a:solidFill>
                  <a:srgbClr val="BCBEC4"/>
                </a:solidFill>
                <a:effectLst/>
                <a:latin typeface="Consolas" panose="020B0609020204030204" pitchFamily="49" charset="0"/>
              </a:rPr>
              <a:t>sqrt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&lt;=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a:ln>
                  <a:noFill/>
                </a:ln>
                <a:solidFill>
                  <a:srgbClr val="CF8E6D"/>
                </a:solidFill>
                <a:effectLst/>
                <a:latin typeface="Consolas" panose="020B0609020204030204" pitchFamily="49" charset="0"/>
              </a:rPr>
              <a:t>or </a:t>
            </a:r>
            <a:r>
              <a:rPr kumimoji="0" lang="nl-NL" altLang="nl-NL" b="0" i="0" u="none" strike="noStrike" cap="none" normalizeH="0" baseline="0" dirty="0">
                <a:ln>
                  <a:noFill/>
                </a:ln>
                <a:solidFill>
                  <a:srgbClr val="BCBEC4"/>
                </a:solidFill>
                <a:effectLst/>
                <a:latin typeface="Consolas" panose="020B0609020204030204" pitchFamily="49" charset="0"/>
              </a:rPr>
              <a:t>b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1</a:t>
            </a: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2AACB8"/>
                </a:solidFill>
                <a:effectLst/>
                <a:latin typeface="Consolas" panose="020B0609020204030204" pitchFamily="49" charset="0"/>
              </a:rPr>
              <a:t>    </a:t>
            </a: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2AACB8"/>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num1 = </a:t>
            </a:r>
            <a:r>
              <a:rPr kumimoji="0" lang="nl-NL" altLang="nl-NL" b="0" i="0" u="none" strike="noStrike" cap="none" normalizeH="0" baseline="0" dirty="0">
                <a:ln>
                  <a:noFill/>
                </a:ln>
                <a:solidFill>
                  <a:srgbClr val="8888C6"/>
                </a:solidFill>
                <a:effectLst/>
                <a:latin typeface="Consolas" panose="020B0609020204030204" pitchFamily="49" charset="0"/>
              </a:rPr>
              <a:t>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8888C6"/>
                </a:solidFill>
                <a:effectLst/>
                <a:latin typeface="Consolas" panose="020B0609020204030204" pitchFamily="49" charset="0"/>
              </a:rPr>
              <a:t>input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6AAB73"/>
                </a:solidFill>
                <a:effectLst/>
                <a:latin typeface="Consolas" panose="020B0609020204030204" pitchFamily="49" charset="0"/>
              </a:rPr>
              <a:t>"Geef zijde 1: "</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num2 = </a:t>
            </a:r>
            <a:r>
              <a:rPr kumimoji="0" lang="nl-NL" altLang="nl-NL" b="0" i="0" u="none" strike="noStrike" cap="none" normalizeH="0" baseline="0" dirty="0">
                <a:ln>
                  <a:noFill/>
                </a:ln>
                <a:solidFill>
                  <a:srgbClr val="8888C6"/>
                </a:solidFill>
                <a:effectLst/>
                <a:latin typeface="Consolas" panose="020B0609020204030204" pitchFamily="49" charset="0"/>
              </a:rPr>
              <a:t>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8888C6"/>
                </a:solidFill>
                <a:effectLst/>
                <a:latin typeface="Consolas" panose="020B0609020204030204" pitchFamily="49" charset="0"/>
              </a:rPr>
              <a:t>input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6AAB73"/>
                </a:solidFill>
                <a:effectLst/>
                <a:latin typeface="Consolas" panose="020B0609020204030204" pitchFamily="49" charset="0"/>
              </a:rPr>
              <a:t>"Geef zijde 2: "</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num3 = </a:t>
            </a:r>
            <a:r>
              <a:rPr kumimoji="0" lang="nl-NL" altLang="nl-NL" b="0" i="0" u="none" strike="noStrike" cap="none" normalizeH="0" baseline="0" dirty="0" err="1">
                <a:ln>
                  <a:noFill/>
                </a:ln>
                <a:solidFill>
                  <a:srgbClr val="BCBEC4"/>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(num1, num2)</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num3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6AAB73"/>
                </a:solidFill>
                <a:effectLst/>
                <a:latin typeface="Consolas" panose="020B0609020204030204" pitchFamily="49" charset="0"/>
              </a:rPr>
              <a:t>"De getallen kunnen niet worden gebruikt."</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err="1">
                <a:ln>
                  <a:noFill/>
                </a:ln>
                <a:solidFill>
                  <a:srgbClr val="CF8E6D"/>
                </a:solidFill>
                <a:effectLst/>
                <a:latin typeface="Consolas" panose="020B0609020204030204" pitchFamily="49" charset="0"/>
              </a:rPr>
              <a:t>else</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6AAB73"/>
                </a:solidFill>
                <a:effectLst/>
                <a:latin typeface="Consolas" panose="020B0609020204030204" pitchFamily="49" charset="0"/>
              </a:rPr>
              <a:t>"De lengte van de diagonaal is"</a:t>
            </a:r>
            <a:r>
              <a:rPr kumimoji="0" lang="nl-NL" altLang="nl-NL" b="0" i="0" u="none" strike="noStrike" cap="none" normalizeH="0" baseline="0" dirty="0">
                <a:ln>
                  <a:noFill/>
                </a:ln>
                <a:solidFill>
                  <a:srgbClr val="BCBEC4"/>
                </a:solidFill>
                <a:effectLst/>
                <a:latin typeface="Consolas" panose="020B0609020204030204" pitchFamily="49" charset="0"/>
              </a:rPr>
              <a:t>, num3)</a:t>
            </a:r>
            <a:endParaRPr kumimoji="0" lang="nl-NL" altLang="nl-NL"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774726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140FEB-04B6-4EEB-8A47-F7DF4706A769}"/>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Oefening</a:t>
            </a:r>
            <a:endParaRPr kumimoji="0" lang="en-US" sz="2000" b="0" i="0" u="none" strike="noStrike" kern="0" cap="none" spc="0" normalizeH="0" baseline="0" noProof="0" dirty="0">
              <a:ln>
                <a:noFill/>
              </a:ln>
              <a:solidFill>
                <a:prstClr val="black"/>
              </a:solidFill>
              <a:effectLst/>
              <a:uLnTx/>
              <a:uFillTx/>
            </a:endParaRPr>
          </a:p>
        </p:txBody>
      </p:sp>
      <p:sp>
        <p:nvSpPr>
          <p:cNvPr id="11" name="Rectangle 6">
            <a:extLst>
              <a:ext uri="{FF2B5EF4-FFF2-40B4-BE49-F238E27FC236}">
                <a16:creationId xmlns:a16="http://schemas.microsoft.com/office/drawing/2014/main" id="{4494C6CF-451F-4649-B3C8-2EB2C7422E16}"/>
              </a:ext>
            </a:extLst>
          </p:cNvPr>
          <p:cNvSpPr/>
          <p:nvPr/>
        </p:nvSpPr>
        <p:spPr>
          <a:xfrm>
            <a:off x="709358" y="1470025"/>
            <a:ext cx="8900808" cy="3416320"/>
          </a:xfrm>
          <a:prstGeom prst="rect">
            <a:avLst/>
          </a:prstGeom>
        </p:spPr>
        <p:txBody>
          <a:bodyPr wrap="square">
            <a:spAutoFit/>
          </a:bodyPr>
          <a:lstStyle/>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kumimoji="0" lang="en-US" sz="1800" b="0" i="0" u="none" strike="noStrike" kern="0" cap="none" spc="0" normalizeH="0" baseline="0" noProof="0" dirty="0">
                <a:ln>
                  <a:noFill/>
                </a:ln>
                <a:solidFill>
                  <a:srgbClr val="294171"/>
                </a:solidFill>
                <a:effectLst/>
                <a:uLnTx/>
                <a:uFillTx/>
              </a:rPr>
              <a:t>Pas je </a:t>
            </a:r>
            <a:r>
              <a:rPr kumimoji="0" lang="en-US" sz="1800" b="0" i="0" u="none" strike="noStrike" kern="0" cap="none" spc="0" normalizeH="0" baseline="0" noProof="0" dirty="0" err="1">
                <a:ln>
                  <a:noFill/>
                </a:ln>
                <a:solidFill>
                  <a:srgbClr val="294171"/>
                </a:solidFill>
                <a:effectLst/>
                <a:uLnTx/>
                <a:uFillTx/>
              </a:rPr>
              <a:t>functie</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gemiddelde</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aan</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en</a:t>
            </a:r>
            <a:r>
              <a:rPr kumimoji="0" lang="en-US" sz="1800" b="0" i="0" u="none" strike="noStrike" kern="0" cap="none" spc="0" normalizeH="0" baseline="0" noProof="0" dirty="0">
                <a:ln>
                  <a:noFill/>
                </a:ln>
                <a:solidFill>
                  <a:srgbClr val="294171"/>
                </a:solidFill>
                <a:effectLst/>
                <a:uLnTx/>
                <a:uFillTx/>
              </a:rPr>
              <a:t> return het </a:t>
            </a:r>
            <a:r>
              <a:rPr kumimoji="0" lang="en-US" sz="1800" b="0" i="0" u="none" strike="noStrike" kern="0" cap="none" spc="0" normalizeH="0" baseline="0" noProof="0" dirty="0" err="1">
                <a:ln>
                  <a:noFill/>
                </a:ln>
                <a:solidFill>
                  <a:srgbClr val="294171"/>
                </a:solidFill>
                <a:effectLst/>
                <a:uLnTx/>
                <a:uFillTx/>
              </a:rPr>
              <a:t>gemiddelde</a:t>
            </a:r>
            <a:r>
              <a:rPr kumimoji="0" lang="en-US" sz="1800" b="0" i="0" u="none" strike="noStrike" kern="0" cap="none" spc="0" normalizeH="0" baseline="0" noProof="0" dirty="0">
                <a:ln>
                  <a:noFill/>
                </a:ln>
                <a:solidFill>
                  <a:srgbClr val="294171"/>
                </a:solidFill>
                <a:effectLst/>
                <a:uLnTx/>
                <a:uFillTx/>
              </a:rPr>
              <a:t>. Print de </a:t>
            </a:r>
            <a:r>
              <a:rPr kumimoji="0" lang="en-US" sz="1800" b="0" i="0" u="none" strike="noStrike" kern="0" cap="none" spc="0" normalizeH="0" baseline="0" noProof="0" dirty="0" err="1">
                <a:ln>
                  <a:noFill/>
                </a:ln>
                <a:solidFill>
                  <a:srgbClr val="294171"/>
                </a:solidFill>
                <a:effectLst/>
                <a:uLnTx/>
                <a:uFillTx/>
              </a:rPr>
              <a:t>retourwaarde</a:t>
            </a:r>
            <a:r>
              <a:rPr kumimoji="0" lang="en-US" sz="1800" b="0" i="0" u="none" strike="noStrike" kern="0" cap="none" spc="0" normalizeH="0" baseline="0" noProof="0" dirty="0">
                <a:ln>
                  <a:noFill/>
                </a:ln>
                <a:solidFill>
                  <a:srgbClr val="294171"/>
                </a:solidFill>
                <a:effectLst/>
                <a:uLnTx/>
                <a:uFillTx/>
              </a:rPr>
              <a:t> van de </a:t>
            </a:r>
            <a:r>
              <a:rPr kumimoji="0" lang="en-US" sz="1800" b="0" i="0" u="none" strike="noStrike" kern="0" cap="none" spc="0" normalizeH="0" baseline="0" noProof="0" dirty="0" err="1">
                <a:ln>
                  <a:noFill/>
                </a:ln>
                <a:solidFill>
                  <a:srgbClr val="294171"/>
                </a:solidFill>
                <a:effectLst/>
                <a:uLnTx/>
                <a:uFillTx/>
              </a:rPr>
              <a:t>functie</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uit</a:t>
            </a:r>
            <a:r>
              <a:rPr kumimoji="0" lang="en-US" sz="1800" b="0" i="0" u="none" strike="noStrike" kern="0" cap="none" spc="0" normalizeH="0" baseline="0" noProof="0" dirty="0">
                <a:ln>
                  <a:noFill/>
                </a:ln>
                <a:solidFill>
                  <a:srgbClr val="294171"/>
                </a:solidFill>
                <a:effectLst/>
                <a:uLnTx/>
                <a:uFillTx/>
              </a:rPr>
              <a:t>.</a:t>
            </a:r>
            <a:r>
              <a:rPr lang="en-US" kern="0" dirty="0">
                <a:solidFill>
                  <a:srgbClr val="294171"/>
                </a:solidFill>
              </a:rPr>
              <a:t> Zorg </a:t>
            </a:r>
            <a:r>
              <a:rPr lang="en-US" kern="0" dirty="0" err="1">
                <a:solidFill>
                  <a:srgbClr val="294171"/>
                </a:solidFill>
              </a:rPr>
              <a:t>dat</a:t>
            </a:r>
            <a:r>
              <a:rPr lang="en-US" kern="0" dirty="0">
                <a:solidFill>
                  <a:srgbClr val="294171"/>
                </a:solidFill>
              </a:rPr>
              <a:t> de print() </a:t>
            </a:r>
            <a:r>
              <a:rPr lang="en-US" kern="0" dirty="0" err="1">
                <a:solidFill>
                  <a:srgbClr val="294171"/>
                </a:solidFill>
              </a:rPr>
              <a:t>aanroep</a:t>
            </a:r>
            <a:r>
              <a:rPr lang="en-US" kern="0" dirty="0">
                <a:solidFill>
                  <a:srgbClr val="294171"/>
                </a:solidFill>
              </a:rPr>
              <a:t> NIET in de </a:t>
            </a:r>
            <a:r>
              <a:rPr lang="en-US" kern="0" dirty="0" err="1">
                <a:solidFill>
                  <a:srgbClr val="294171"/>
                </a:solidFill>
              </a:rPr>
              <a:t>functie</a:t>
            </a:r>
            <a:r>
              <a:rPr lang="en-US" kern="0" dirty="0">
                <a:solidFill>
                  <a:srgbClr val="294171"/>
                </a:solidFill>
              </a:rPr>
              <a:t> </a:t>
            </a:r>
            <a:r>
              <a:rPr lang="en-US" kern="0" dirty="0" err="1">
                <a:solidFill>
                  <a:srgbClr val="294171"/>
                </a:solidFill>
              </a:rPr>
              <a:t>staat</a:t>
            </a:r>
            <a:r>
              <a:rPr lang="en-US" kern="0" dirty="0">
                <a:solidFill>
                  <a:srgbClr val="294171"/>
                </a:solidFill>
              </a:rPr>
              <a:t>!</a:t>
            </a:r>
            <a:endParaRPr kumimoji="0" lang="en-US" sz="18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kumimoji="0" lang="en-US" sz="1800" b="0" i="0" u="none" strike="noStrike" kern="0" cap="none" spc="0" normalizeH="0" baseline="0" noProof="0" dirty="0">
              <a:ln>
                <a:noFill/>
              </a:ln>
              <a:solidFill>
                <a:srgbClr val="294171"/>
              </a:solidFill>
              <a:effectLst/>
              <a:uLnTx/>
              <a:uFillTx/>
            </a:endParaRP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r>
              <a:rPr kumimoji="0" lang="en-US" sz="1800" b="0" i="0" u="none" strike="noStrike" kern="0" cap="none" spc="0" normalizeH="0" baseline="0" noProof="0" dirty="0" err="1">
                <a:ln>
                  <a:noFill/>
                </a:ln>
                <a:solidFill>
                  <a:srgbClr val="294171"/>
                </a:solidFill>
                <a:effectLst/>
                <a:uLnTx/>
                <a:uFillTx/>
              </a:rPr>
              <a:t>Schrijf</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294171"/>
                </a:solidFill>
                <a:effectLst/>
                <a:uLnTx/>
                <a:uFillTx/>
              </a:rPr>
              <a:t>functie</a:t>
            </a:r>
            <a:r>
              <a:rPr kumimoji="0" lang="en-US" sz="1800" b="0" i="0" u="none" strike="noStrike" kern="0" cap="none" spc="0" normalizeH="0" baseline="0" noProof="0" dirty="0">
                <a:ln>
                  <a:noFill/>
                </a:ln>
                <a:solidFill>
                  <a:srgbClr val="294171"/>
                </a:solidFill>
                <a:effectLst/>
                <a:uLnTx/>
                <a:uFillTx/>
              </a:rPr>
              <a:t> </a:t>
            </a:r>
            <a:r>
              <a:rPr kumimoji="0" lang="en-US" sz="1800" b="0" i="0" u="none" strike="noStrike" kern="0" cap="none" spc="0" normalizeH="0" baseline="0" noProof="0" dirty="0" err="1">
                <a:ln>
                  <a:noFill/>
                </a:ln>
                <a:solidFill>
                  <a:srgbClr val="000000"/>
                </a:solidFill>
                <a:effectLst/>
                <a:uLnTx/>
                <a:uFillTx/>
                <a:latin typeface="Courier New" panose="02070309020205020404" pitchFamily="49" charset="0"/>
                <a:cs typeface="Courier New" panose="02070309020205020404" pitchFamily="49" charset="0"/>
              </a:rPr>
              <a:t>bereik</a:t>
            </a:r>
            <a:r>
              <a:rPr kumimoji="0" lang="en-US" sz="1800" b="0" i="0" u="none" strike="noStrike" kern="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a:t>
            </a:r>
            <a:r>
              <a:rPr kumimoji="0" lang="en-US" sz="1800" b="0" i="0" u="none" strike="noStrike" kern="0" cap="none" spc="0" normalizeH="0" baseline="0" noProof="0" dirty="0">
                <a:ln>
                  <a:noFill/>
                </a:ln>
                <a:solidFill>
                  <a:srgbClr val="294171"/>
                </a:solidFill>
                <a:effectLst/>
                <a:uLnTx/>
                <a:uFillTx/>
              </a:rPr>
              <a:t> die:</a:t>
            </a:r>
          </a:p>
          <a:p>
            <a:pPr marL="457200" marR="0" lvl="0" indent="-457200" defTabSz="914400" eaLnBrk="1" fontAlgn="base" latinLnBrk="0" hangingPunct="1">
              <a:lnSpc>
                <a:spcPct val="100000"/>
              </a:lnSpc>
              <a:spcBef>
                <a:spcPct val="0"/>
              </a:spcBef>
              <a:spcAft>
                <a:spcPct val="0"/>
              </a:spcAft>
              <a:buClrTx/>
              <a:buSzTx/>
              <a:buFont typeface="+mj-lt"/>
              <a:buAutoNum type="arabicPeriod"/>
              <a:tabLst/>
              <a:defRPr/>
            </a:pPr>
            <a:endParaRPr lang="en-US" kern="0" dirty="0">
              <a:solidFill>
                <a:srgbClr val="294171"/>
              </a:solidFill>
            </a:endParaRPr>
          </a:p>
          <a:p>
            <a:pPr marL="914400" lvl="1" indent="-457200" fontAlgn="base">
              <a:spcBef>
                <a:spcPct val="0"/>
              </a:spcBef>
              <a:spcAft>
                <a:spcPct val="0"/>
              </a:spcAft>
              <a:buFont typeface="Arial" panose="020B0604020202020204" pitchFamily="34" charset="0"/>
              <a:buChar char="•"/>
              <a:defRPr/>
            </a:pPr>
            <a:r>
              <a:rPr lang="en-US" kern="0" dirty="0" err="1">
                <a:solidFill>
                  <a:srgbClr val="000000"/>
                </a:solidFill>
              </a:rPr>
              <a:t>een</a:t>
            </a:r>
            <a:r>
              <a:rPr lang="en-US" kern="0" dirty="0">
                <a:solidFill>
                  <a:srgbClr val="000000"/>
                </a:solidFill>
              </a:rPr>
              <a:t> </a:t>
            </a:r>
            <a:r>
              <a:rPr lang="en-US" kern="0" dirty="0" err="1">
                <a:solidFill>
                  <a:srgbClr val="000000"/>
                </a:solidFill>
              </a:rPr>
              <a:t>lijst</a:t>
            </a:r>
            <a:r>
              <a:rPr lang="en-US" kern="0" dirty="0">
                <a:solidFill>
                  <a:srgbClr val="000000"/>
                </a:solidFill>
              </a:rPr>
              <a:t> met </a:t>
            </a:r>
            <a:r>
              <a:rPr lang="en-US" kern="0" dirty="0" err="1">
                <a:solidFill>
                  <a:srgbClr val="000000"/>
                </a:solidFill>
              </a:rPr>
              <a:t>getallen</a:t>
            </a:r>
            <a:r>
              <a:rPr lang="en-US" kern="0" dirty="0">
                <a:solidFill>
                  <a:srgbClr val="000000"/>
                </a:solidFill>
              </a:rPr>
              <a:t> </a:t>
            </a:r>
            <a:r>
              <a:rPr lang="en-US" kern="0" dirty="0" err="1">
                <a:solidFill>
                  <a:srgbClr val="000000"/>
                </a:solidFill>
              </a:rPr>
              <a:t>als</a:t>
            </a:r>
            <a:r>
              <a:rPr lang="en-US" kern="0" dirty="0">
                <a:solidFill>
                  <a:srgbClr val="000000"/>
                </a:solidFill>
              </a:rPr>
              <a:t> </a:t>
            </a:r>
            <a:r>
              <a:rPr lang="en-US" kern="0" dirty="0" err="1">
                <a:solidFill>
                  <a:srgbClr val="000000"/>
                </a:solidFill>
              </a:rPr>
              <a:t>invoer</a:t>
            </a:r>
            <a:r>
              <a:rPr lang="en-US" kern="0" dirty="0">
                <a:solidFill>
                  <a:srgbClr val="000000"/>
                </a:solidFill>
              </a:rPr>
              <a:t> (parameter) </a:t>
            </a:r>
            <a:r>
              <a:rPr lang="en-US" kern="0" dirty="0" err="1">
                <a:solidFill>
                  <a:srgbClr val="000000"/>
                </a:solidFill>
              </a:rPr>
              <a:t>heeft</a:t>
            </a:r>
            <a:endParaRPr lang="en-US" kern="0" dirty="0">
              <a:solidFill>
                <a:srgbClr val="000000"/>
              </a:solidFill>
            </a:endParaRPr>
          </a:p>
          <a:p>
            <a:pPr marL="914400" lvl="1" indent="-457200" fontAlgn="base">
              <a:spcBef>
                <a:spcPct val="0"/>
              </a:spcBef>
              <a:spcAft>
                <a:spcPct val="0"/>
              </a:spcAft>
              <a:buFont typeface="Arial" panose="020B0604020202020204" pitchFamily="34" charset="0"/>
              <a:buChar char="•"/>
              <a:defRPr/>
            </a:pPr>
            <a:r>
              <a:rPr lang="en-US" kern="0" dirty="0">
                <a:solidFill>
                  <a:srgbClr val="000000"/>
                </a:solidFill>
              </a:rPr>
              <a:t>het </a:t>
            </a:r>
            <a:r>
              <a:rPr lang="en-US" kern="0" dirty="0" err="1">
                <a:solidFill>
                  <a:srgbClr val="000000"/>
                </a:solidFill>
              </a:rPr>
              <a:t>bereik</a:t>
            </a:r>
            <a:r>
              <a:rPr lang="en-US" kern="0" dirty="0">
                <a:solidFill>
                  <a:srgbClr val="000000"/>
                </a:solidFill>
              </a:rPr>
              <a:t> van de </a:t>
            </a:r>
            <a:r>
              <a:rPr lang="en-US" kern="0" dirty="0" err="1">
                <a:solidFill>
                  <a:srgbClr val="000000"/>
                </a:solidFill>
              </a:rPr>
              <a:t>getallen</a:t>
            </a:r>
            <a:r>
              <a:rPr lang="en-US" kern="0" dirty="0">
                <a:solidFill>
                  <a:srgbClr val="000000"/>
                </a:solidFill>
              </a:rPr>
              <a:t> in de </a:t>
            </a:r>
            <a:r>
              <a:rPr lang="en-US" kern="0" dirty="0" err="1">
                <a:solidFill>
                  <a:srgbClr val="000000"/>
                </a:solidFill>
              </a:rPr>
              <a:t>lijst</a:t>
            </a:r>
            <a:r>
              <a:rPr lang="en-US" kern="0" dirty="0">
                <a:solidFill>
                  <a:srgbClr val="000000"/>
                </a:solidFill>
              </a:rPr>
              <a:t> </a:t>
            </a:r>
            <a:r>
              <a:rPr lang="en-US" kern="0" dirty="0" err="1">
                <a:solidFill>
                  <a:srgbClr val="000000"/>
                </a:solidFill>
              </a:rPr>
              <a:t>retourneert</a:t>
            </a:r>
            <a:endParaRPr lang="en-US" kern="0" dirty="0">
              <a:solidFill>
                <a:srgbClr val="000000"/>
              </a:solidFill>
            </a:endParaRPr>
          </a:p>
          <a:p>
            <a:pPr marL="914400" lvl="1" indent="-457200" fontAlgn="base">
              <a:spcBef>
                <a:spcPct val="0"/>
              </a:spcBef>
              <a:spcAft>
                <a:spcPct val="0"/>
              </a:spcAft>
              <a:buFont typeface="Arial" panose="020B0604020202020204" pitchFamily="34" charset="0"/>
              <a:buChar char="•"/>
              <a:defRPr/>
            </a:pPr>
            <a:endParaRPr lang="en-US" kern="0" dirty="0">
              <a:solidFill>
                <a:srgbClr val="000000"/>
              </a:solidFill>
            </a:endParaRPr>
          </a:p>
          <a:p>
            <a:pPr lvl="1" fontAlgn="base">
              <a:spcBef>
                <a:spcPct val="0"/>
              </a:spcBef>
              <a:spcAft>
                <a:spcPct val="0"/>
              </a:spcAft>
              <a:defRPr/>
            </a:pPr>
            <a:r>
              <a:rPr lang="en-US" kern="0" dirty="0">
                <a:solidFill>
                  <a:srgbClr val="294171"/>
                </a:solidFill>
              </a:rPr>
              <a:t>Het </a:t>
            </a:r>
            <a:r>
              <a:rPr lang="en-US" kern="0" dirty="0" err="1">
                <a:solidFill>
                  <a:srgbClr val="294171"/>
                </a:solidFill>
              </a:rPr>
              <a:t>bereik</a:t>
            </a:r>
            <a:r>
              <a:rPr lang="en-US" kern="0" dirty="0">
                <a:solidFill>
                  <a:srgbClr val="294171"/>
                </a:solidFill>
              </a:rPr>
              <a:t> is het </a:t>
            </a:r>
            <a:r>
              <a:rPr lang="en-US" kern="0" dirty="0" err="1">
                <a:solidFill>
                  <a:srgbClr val="294171"/>
                </a:solidFill>
              </a:rPr>
              <a:t>verschil</a:t>
            </a:r>
            <a:r>
              <a:rPr lang="en-US" kern="0" dirty="0">
                <a:solidFill>
                  <a:srgbClr val="294171"/>
                </a:solidFill>
              </a:rPr>
              <a:t> </a:t>
            </a:r>
            <a:r>
              <a:rPr lang="en-US" kern="0" dirty="0" err="1">
                <a:solidFill>
                  <a:srgbClr val="294171"/>
                </a:solidFill>
              </a:rPr>
              <a:t>tussen</a:t>
            </a:r>
            <a:r>
              <a:rPr lang="en-US" kern="0" dirty="0">
                <a:solidFill>
                  <a:srgbClr val="294171"/>
                </a:solidFill>
              </a:rPr>
              <a:t> het </a:t>
            </a:r>
            <a:r>
              <a:rPr lang="en-US" kern="0" dirty="0" err="1">
                <a:solidFill>
                  <a:srgbClr val="294171"/>
                </a:solidFill>
              </a:rPr>
              <a:t>grootste</a:t>
            </a:r>
            <a:r>
              <a:rPr lang="en-US" kern="0" dirty="0">
                <a:solidFill>
                  <a:srgbClr val="294171"/>
                </a:solidFill>
              </a:rPr>
              <a:t> </a:t>
            </a:r>
            <a:r>
              <a:rPr lang="en-US" kern="0" dirty="0" err="1">
                <a:solidFill>
                  <a:srgbClr val="294171"/>
                </a:solidFill>
              </a:rPr>
              <a:t>en</a:t>
            </a:r>
            <a:r>
              <a:rPr lang="en-US" kern="0" dirty="0">
                <a:solidFill>
                  <a:srgbClr val="294171"/>
                </a:solidFill>
              </a:rPr>
              <a:t> </a:t>
            </a:r>
            <a:r>
              <a:rPr lang="en-US" kern="0" dirty="0" err="1">
                <a:solidFill>
                  <a:srgbClr val="294171"/>
                </a:solidFill>
              </a:rPr>
              <a:t>kleinste</a:t>
            </a:r>
            <a:r>
              <a:rPr lang="en-US" kern="0" dirty="0">
                <a:solidFill>
                  <a:srgbClr val="294171"/>
                </a:solidFill>
              </a:rPr>
              <a:t> </a:t>
            </a:r>
            <a:r>
              <a:rPr lang="en-US" kern="0" dirty="0" err="1">
                <a:solidFill>
                  <a:srgbClr val="294171"/>
                </a:solidFill>
              </a:rPr>
              <a:t>getal</a:t>
            </a:r>
            <a:r>
              <a:rPr lang="en-US" kern="0" dirty="0">
                <a:solidFill>
                  <a:srgbClr val="294171"/>
                </a:solidFill>
              </a:rPr>
              <a:t> in de </a:t>
            </a:r>
            <a:r>
              <a:rPr lang="en-US" kern="0" dirty="0" err="1">
                <a:solidFill>
                  <a:srgbClr val="294171"/>
                </a:solidFill>
              </a:rPr>
              <a:t>lijst</a:t>
            </a:r>
            <a:endParaRPr lang="en-US" kern="0" dirty="0">
              <a:solidFill>
                <a:srgbClr val="000000"/>
              </a:solidFill>
            </a:endParaRPr>
          </a:p>
          <a:p>
            <a:pPr marL="914400" lvl="1" indent="-457200" fontAlgn="base">
              <a:spcBef>
                <a:spcPct val="0"/>
              </a:spcBef>
              <a:spcAft>
                <a:spcPct val="0"/>
              </a:spcAft>
              <a:buFont typeface="Arial" panose="020B0604020202020204" pitchFamily="34" charset="0"/>
              <a:buChar char="•"/>
              <a:defRPr/>
            </a:pPr>
            <a:endParaRPr kumimoji="0" lang="en-US" b="0" i="0" u="none" strike="noStrike" kern="0" cap="none" spc="0" normalizeH="0" baseline="0" noProof="0" dirty="0">
              <a:ln>
                <a:noFill/>
              </a:ln>
              <a:solidFill>
                <a:srgbClr val="294171"/>
              </a:solidFill>
              <a:effectLst/>
              <a:uLnTx/>
              <a:uFillTx/>
            </a:endParaRPr>
          </a:p>
          <a:p>
            <a:pPr marL="457200" indent="-457200" fontAlgn="base">
              <a:spcBef>
                <a:spcPct val="0"/>
              </a:spcBef>
              <a:spcAft>
                <a:spcPct val="0"/>
              </a:spcAft>
              <a:buFont typeface="+mj-lt"/>
              <a:buAutoNum type="arabicPeriod"/>
              <a:defRPr/>
            </a:pPr>
            <a:r>
              <a:rPr lang="en-US" kern="0" dirty="0" err="1">
                <a:solidFill>
                  <a:srgbClr val="294171"/>
                </a:solidFill>
              </a:rPr>
              <a:t>Schrijf</a:t>
            </a:r>
            <a:r>
              <a:rPr lang="en-US" kern="0" dirty="0">
                <a:solidFill>
                  <a:srgbClr val="294171"/>
                </a:solidFill>
              </a:rPr>
              <a:t> </a:t>
            </a:r>
            <a:r>
              <a:rPr lang="en-US" kern="0" dirty="0" err="1">
                <a:solidFill>
                  <a:srgbClr val="294171"/>
                </a:solidFill>
              </a:rPr>
              <a:t>ook</a:t>
            </a:r>
            <a:r>
              <a:rPr lang="en-US" kern="0" dirty="0">
                <a:solidFill>
                  <a:srgbClr val="294171"/>
                </a:solidFill>
              </a:rPr>
              <a:t> </a:t>
            </a:r>
            <a:r>
              <a:rPr lang="en-US" kern="0" dirty="0" err="1">
                <a:solidFill>
                  <a:srgbClr val="294171"/>
                </a:solidFill>
              </a:rPr>
              <a:t>een</a:t>
            </a:r>
            <a:r>
              <a:rPr lang="en-US" kern="0" dirty="0">
                <a:solidFill>
                  <a:srgbClr val="294171"/>
                </a:solidFill>
              </a:rPr>
              <a:t> ‘</a:t>
            </a:r>
            <a:r>
              <a:rPr lang="en-US" kern="0" dirty="0" err="1">
                <a:solidFill>
                  <a:srgbClr val="294171"/>
                </a:solidFill>
              </a:rPr>
              <a:t>hoofdprogramma</a:t>
            </a:r>
            <a:r>
              <a:rPr lang="en-US" kern="0" dirty="0">
                <a:solidFill>
                  <a:srgbClr val="294171"/>
                </a:solidFill>
              </a:rPr>
              <a:t>’ </a:t>
            </a:r>
            <a:r>
              <a:rPr lang="en-US" kern="0" dirty="0" err="1">
                <a:solidFill>
                  <a:srgbClr val="294171"/>
                </a:solidFill>
              </a:rPr>
              <a:t>waarin</a:t>
            </a:r>
            <a:r>
              <a:rPr lang="en-US" kern="0" dirty="0">
                <a:solidFill>
                  <a:srgbClr val="294171"/>
                </a:solidFill>
              </a:rPr>
              <a:t> je de </a:t>
            </a:r>
            <a:r>
              <a:rPr lang="en-US" kern="0" dirty="0" err="1">
                <a:solidFill>
                  <a:srgbClr val="294171"/>
                </a:solidFill>
              </a:rPr>
              <a:t>functie</a:t>
            </a:r>
            <a:r>
              <a:rPr lang="en-US" kern="0" dirty="0">
                <a:solidFill>
                  <a:srgbClr val="294171"/>
                </a:solidFill>
              </a:rPr>
              <a:t> </a:t>
            </a:r>
            <a:r>
              <a:rPr lang="en-US" kern="0" dirty="0" err="1">
                <a:solidFill>
                  <a:srgbClr val="294171"/>
                </a:solidFill>
              </a:rPr>
              <a:t>aanroept</a:t>
            </a:r>
            <a:r>
              <a:rPr lang="en-US" kern="0" dirty="0">
                <a:solidFill>
                  <a:srgbClr val="294171"/>
                </a:solidFill>
              </a:rPr>
              <a:t>, </a:t>
            </a:r>
            <a:r>
              <a:rPr lang="en-US" kern="0" dirty="0" err="1">
                <a:solidFill>
                  <a:srgbClr val="294171"/>
                </a:solidFill>
              </a:rPr>
              <a:t>en</a:t>
            </a:r>
            <a:r>
              <a:rPr lang="en-US" kern="0" dirty="0">
                <a:solidFill>
                  <a:srgbClr val="294171"/>
                </a:solidFill>
              </a:rPr>
              <a:t> print ‘</a:t>
            </a:r>
            <a:r>
              <a:rPr lang="en-US" kern="0" dirty="0" err="1">
                <a:solidFill>
                  <a:srgbClr val="294171"/>
                </a:solidFill>
              </a:rPr>
              <a:t>groot</a:t>
            </a:r>
            <a:r>
              <a:rPr lang="en-US" kern="0" dirty="0">
                <a:solidFill>
                  <a:srgbClr val="294171"/>
                </a:solidFill>
              </a:rPr>
              <a:t> </a:t>
            </a:r>
            <a:r>
              <a:rPr lang="en-US" kern="0" dirty="0" err="1">
                <a:solidFill>
                  <a:srgbClr val="294171"/>
                </a:solidFill>
              </a:rPr>
              <a:t>bereik</a:t>
            </a:r>
            <a:r>
              <a:rPr lang="en-US" kern="0" dirty="0">
                <a:solidFill>
                  <a:srgbClr val="294171"/>
                </a:solidFill>
              </a:rPr>
              <a:t>’ </a:t>
            </a:r>
            <a:r>
              <a:rPr lang="en-US" kern="0" dirty="0" err="1">
                <a:solidFill>
                  <a:srgbClr val="294171"/>
                </a:solidFill>
              </a:rPr>
              <a:t>als</a:t>
            </a:r>
            <a:r>
              <a:rPr lang="en-US" kern="0" dirty="0">
                <a:solidFill>
                  <a:srgbClr val="294171"/>
                </a:solidFill>
              </a:rPr>
              <a:t> de </a:t>
            </a:r>
            <a:r>
              <a:rPr lang="en-US" kern="0" dirty="0" err="1">
                <a:solidFill>
                  <a:srgbClr val="294171"/>
                </a:solidFill>
              </a:rPr>
              <a:t>retourwaarde</a:t>
            </a:r>
            <a:r>
              <a:rPr lang="en-US" kern="0" dirty="0">
                <a:solidFill>
                  <a:srgbClr val="294171"/>
                </a:solidFill>
              </a:rPr>
              <a:t> van de </a:t>
            </a:r>
            <a:r>
              <a:rPr lang="en-US" kern="0" dirty="0" err="1">
                <a:solidFill>
                  <a:srgbClr val="294171"/>
                </a:solidFill>
              </a:rPr>
              <a:t>functie</a:t>
            </a:r>
            <a:r>
              <a:rPr lang="en-US" kern="0" dirty="0">
                <a:solidFill>
                  <a:srgbClr val="294171"/>
                </a:solidFill>
              </a:rPr>
              <a:t> </a:t>
            </a:r>
            <a:r>
              <a:rPr lang="en-US" kern="0" dirty="0" err="1">
                <a:solidFill>
                  <a:srgbClr val="294171"/>
                </a:solidFill>
              </a:rPr>
              <a:t>groter</a:t>
            </a:r>
            <a:r>
              <a:rPr lang="en-US" kern="0" dirty="0">
                <a:solidFill>
                  <a:srgbClr val="294171"/>
                </a:solidFill>
              </a:rPr>
              <a:t> is dan 100, </a:t>
            </a:r>
            <a:r>
              <a:rPr lang="en-US" kern="0" dirty="0" err="1">
                <a:solidFill>
                  <a:srgbClr val="294171"/>
                </a:solidFill>
              </a:rPr>
              <a:t>anders</a:t>
            </a:r>
            <a:r>
              <a:rPr lang="en-US" kern="0" dirty="0">
                <a:solidFill>
                  <a:srgbClr val="294171"/>
                </a:solidFill>
              </a:rPr>
              <a:t> print je ‘</a:t>
            </a:r>
            <a:r>
              <a:rPr lang="en-US" kern="0" dirty="0" err="1">
                <a:solidFill>
                  <a:srgbClr val="294171"/>
                </a:solidFill>
              </a:rPr>
              <a:t>klein</a:t>
            </a:r>
            <a:r>
              <a:rPr lang="en-US" kern="0" dirty="0">
                <a:solidFill>
                  <a:srgbClr val="294171"/>
                </a:solidFill>
              </a:rPr>
              <a:t> </a:t>
            </a:r>
            <a:r>
              <a:rPr lang="en-US" kern="0" dirty="0" err="1">
                <a:solidFill>
                  <a:srgbClr val="294171"/>
                </a:solidFill>
              </a:rPr>
              <a:t>bereik</a:t>
            </a:r>
            <a:r>
              <a:rPr lang="en-US" kern="0" dirty="0">
                <a:solidFill>
                  <a:srgbClr val="294171"/>
                </a:solidFill>
              </a:rPr>
              <a:t>’.</a:t>
            </a:r>
          </a:p>
        </p:txBody>
      </p:sp>
    </p:spTree>
    <p:extLst>
      <p:ext uri="{BB962C8B-B14F-4D97-AF65-F5344CB8AC3E}">
        <p14:creationId xmlns:p14="http://schemas.microsoft.com/office/powerpoint/2010/main" val="4202868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B5BFE-16DA-DCC7-80D8-E4F631EB67AC}"/>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6B083729-E001-632E-2601-7640F3E607AC}"/>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Commentaar</a:t>
            </a:r>
            <a:r>
              <a:rPr lang="en-US" sz="3600" b="1" kern="0" dirty="0">
                <a:solidFill>
                  <a:prstClr val="black"/>
                </a:solidFill>
              </a:rPr>
              <a:t> &amp; docstrings </a:t>
            </a:r>
            <a:r>
              <a:rPr lang="en-US" sz="2000" b="1" kern="0" dirty="0">
                <a:solidFill>
                  <a:prstClr val="black"/>
                </a:solidFill>
              </a:rPr>
              <a:t>(§4.6)</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5CAB0E9E-B89A-558C-5912-04E2B8ED582B}"/>
              </a:ext>
            </a:extLst>
          </p:cNvPr>
          <p:cNvSpPr txBox="1"/>
          <p:nvPr/>
        </p:nvSpPr>
        <p:spPr bwMode="auto">
          <a:xfrm>
            <a:off x="316769" y="1579064"/>
            <a:ext cx="3958936" cy="4401205"/>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Keuzes en/of toelichting kan je opnemen in je code!</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err="1">
                <a:solidFill>
                  <a:srgbClr val="294171"/>
                </a:solidFill>
              </a:rPr>
              <a:t>Docstrings</a:t>
            </a:r>
            <a:r>
              <a:rPr lang="nl-NL" sz="2000" kern="0" dirty="0">
                <a:solidFill>
                  <a:srgbClr val="294171"/>
                </a:solidFill>
              </a:rPr>
              <a:t> (functiebeschrijving) begin en eindig je met 3x " ("""):</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err="1">
                <a:solidFill>
                  <a:srgbClr val="294171"/>
                </a:solidFill>
              </a:rPr>
              <a:t>Inline</a:t>
            </a:r>
            <a:r>
              <a:rPr lang="nl-NL" sz="2000" kern="0" dirty="0">
                <a:solidFill>
                  <a:srgbClr val="294171"/>
                </a:solidFill>
              </a:rPr>
              <a:t> </a:t>
            </a:r>
            <a:r>
              <a:rPr lang="nl-NL" sz="2000" kern="0" dirty="0" err="1">
                <a:solidFill>
                  <a:srgbClr val="294171"/>
                </a:solidFill>
              </a:rPr>
              <a:t>comment</a:t>
            </a:r>
            <a:r>
              <a:rPr lang="nl-NL" sz="2000" kern="0" dirty="0">
                <a:solidFill>
                  <a:srgbClr val="294171"/>
                </a:solidFill>
              </a:rPr>
              <a:t> (begint met #) als je code wilt verduidelijken: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sz="2000" kern="0" dirty="0">
              <a:solidFill>
                <a:srgbClr val="294171"/>
              </a:solidFill>
            </a:endParaRPr>
          </a:p>
        </p:txBody>
      </p:sp>
      <p:sp>
        <p:nvSpPr>
          <p:cNvPr id="3" name="Rectangle 1">
            <a:extLst>
              <a:ext uri="{FF2B5EF4-FFF2-40B4-BE49-F238E27FC236}">
                <a16:creationId xmlns:a16="http://schemas.microsoft.com/office/drawing/2014/main" id="{77609446-B22A-6352-5153-4AE5E464AEA0}"/>
              </a:ext>
            </a:extLst>
          </p:cNvPr>
          <p:cNvSpPr>
            <a:spLocks noChangeArrowheads="1"/>
          </p:cNvSpPr>
          <p:nvPr/>
        </p:nvSpPr>
        <p:spPr bwMode="auto">
          <a:xfrm>
            <a:off x="4506191" y="1579064"/>
            <a:ext cx="7402989" cy="4801314"/>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1" u="none" strike="noStrike" cap="none" normalizeH="0" baseline="0" dirty="0">
                <a:ln>
                  <a:noFill/>
                </a:ln>
                <a:solidFill>
                  <a:srgbClr val="5F826B"/>
                </a:solidFill>
                <a:effectLst/>
                <a:latin typeface="Consolas" panose="020B0609020204030204" pitchFamily="49" charset="0"/>
              </a:rPr>
              <a:t>"""</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Berekent de schuine zijde van een rechte driehoek.</a:t>
            </a:r>
            <a:br>
              <a:rPr kumimoji="0" lang="nl-NL" altLang="nl-NL" b="0" i="1" u="none" strike="noStrike" cap="none" normalizeH="0" baseline="0" dirty="0">
                <a:ln>
                  <a:noFill/>
                </a:ln>
                <a:solidFill>
                  <a:srgbClr val="5F826B"/>
                </a:solidFill>
                <a:effectLst/>
                <a:latin typeface="Consolas" panose="020B0609020204030204" pitchFamily="49" charset="0"/>
              </a:rPr>
            </a:b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a:t>
            </a:r>
            <a:r>
              <a:rPr kumimoji="0" lang="nl-NL" altLang="nl-NL" b="0" i="1" u="none" strike="noStrike" cap="none" normalizeH="0" baseline="0" dirty="0" err="1">
                <a:ln>
                  <a:noFill/>
                </a:ln>
                <a:solidFill>
                  <a:srgbClr val="5F826B"/>
                </a:solidFill>
                <a:effectLst/>
                <a:latin typeface="Consolas" panose="020B0609020204030204" pitchFamily="49" charset="0"/>
              </a:rPr>
              <a:t>Args</a:t>
            </a:r>
            <a:r>
              <a:rPr kumimoji="0" lang="nl-NL" altLang="nl-NL" b="0" i="1" u="none" strike="noStrike" cap="none" normalizeH="0" baseline="0" dirty="0">
                <a:ln>
                  <a:noFill/>
                </a:ln>
                <a:solidFill>
                  <a:srgbClr val="5F826B"/>
                </a:solidFill>
                <a:effectLst/>
                <a:latin typeface="Consolas" panose="020B0609020204030204" pitchFamily="49" charset="0"/>
              </a:rPr>
              <a:t>:</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a (int): lengte eerste rechte zijde</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b (int): lengte tweede rechte zijde</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Returns:</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a:t>
            </a:r>
            <a:r>
              <a:rPr kumimoji="0" lang="nl-NL" altLang="nl-NL" b="0" i="1" u="none" strike="noStrike" cap="none" normalizeH="0" baseline="0" dirty="0" err="1">
                <a:ln>
                  <a:noFill/>
                </a:ln>
                <a:solidFill>
                  <a:srgbClr val="5F826B"/>
                </a:solidFill>
                <a:effectLst/>
                <a:latin typeface="Consolas" panose="020B0609020204030204" pitchFamily="49" charset="0"/>
              </a:rPr>
              <a:t>float</a:t>
            </a:r>
            <a:r>
              <a:rPr kumimoji="0" lang="nl-NL" altLang="nl-NL" b="0" i="1" u="none" strike="noStrike" cap="none" normalizeH="0" baseline="0" dirty="0">
                <a:ln>
                  <a:noFill/>
                </a:ln>
                <a:solidFill>
                  <a:srgbClr val="5F826B"/>
                </a:solidFill>
                <a:effectLst/>
                <a:latin typeface="Consolas" panose="020B0609020204030204" pitchFamily="49" charset="0"/>
              </a:rPr>
              <a:t>: lengte schuine zijde</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int: -1 indien a &lt;= 0 en/of b &lt;= 0</a:t>
            </a: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a:t>
            </a:r>
            <a:r>
              <a:rPr lang="nl-NL" altLang="nl-NL" i="1" dirty="0">
                <a:solidFill>
                  <a:srgbClr val="5F826B"/>
                </a:solidFill>
                <a:latin typeface="Consolas" panose="020B0609020204030204" pitchFamily="49" charset="0"/>
              </a:rPr>
              <a:t>"</a:t>
            </a:r>
            <a:endParaRPr kumimoji="0" lang="nl-NL" altLang="nl-NL" b="0" i="1" u="none" strike="noStrike" cap="none" normalizeH="0" baseline="0" dirty="0">
              <a:ln>
                <a:noFill/>
              </a:ln>
              <a:solidFill>
                <a:srgbClr val="5F826B"/>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nl-NL" altLang="nl-NL" b="0" i="1" u="none" strike="noStrike" cap="none" normalizeH="0" baseline="0" dirty="0">
                <a:ln>
                  <a:noFill/>
                </a:ln>
                <a:solidFill>
                  <a:srgbClr val="5F826B"/>
                </a:solidFill>
                <a:effectLst/>
                <a:latin typeface="Consolas" panose="020B0609020204030204" pitchFamily="49" charset="0"/>
              </a:rPr>
            </a:br>
            <a:r>
              <a:rPr kumimoji="0" lang="nl-NL" altLang="nl-NL" b="0" i="1" u="none" strike="noStrike" cap="none" normalizeH="0" baseline="0" dirty="0">
                <a:ln>
                  <a:noFill/>
                </a:ln>
                <a:solidFill>
                  <a:srgbClr val="5F826B"/>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&lt;=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a:ln>
                  <a:noFill/>
                </a:ln>
                <a:solidFill>
                  <a:srgbClr val="CF8E6D"/>
                </a:solidFill>
                <a:effectLst/>
                <a:latin typeface="Consolas" panose="020B0609020204030204" pitchFamily="49" charset="0"/>
              </a:rPr>
              <a:t>or </a:t>
            </a:r>
            <a:r>
              <a:rPr kumimoji="0" lang="nl-NL" altLang="nl-NL" b="0" i="0" u="none" strike="noStrike" cap="none" normalizeH="0" baseline="0" dirty="0">
                <a:ln>
                  <a:noFill/>
                </a:ln>
                <a:solidFill>
                  <a:srgbClr val="BCBEC4"/>
                </a:solidFill>
                <a:effectLst/>
                <a:latin typeface="Consolas" panose="020B0609020204030204" pitchFamily="49" charset="0"/>
              </a:rPr>
              <a:t>b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7A7E85"/>
                </a:solidFill>
                <a:effectLst/>
                <a:latin typeface="Consolas" panose="020B0609020204030204" pitchFamily="49" charset="0"/>
              </a:rPr>
              <a:t># </a:t>
            </a:r>
            <a:r>
              <a:rPr kumimoji="0" lang="nl-NL" altLang="nl-NL" b="0" i="0" u="none" strike="noStrike" cap="none" normalizeH="0" baseline="0" dirty="0" err="1">
                <a:ln>
                  <a:noFill/>
                </a:ln>
                <a:solidFill>
                  <a:srgbClr val="7A7E85"/>
                </a:solidFill>
                <a:effectLst/>
                <a:latin typeface="Consolas" panose="020B0609020204030204" pitchFamily="49" charset="0"/>
              </a:rPr>
              <a:t>Inline</a:t>
            </a:r>
            <a:r>
              <a:rPr kumimoji="0" lang="nl-NL" altLang="nl-NL" b="0" i="0" u="none" strike="noStrike" cap="none" normalizeH="0" baseline="0" dirty="0">
                <a:ln>
                  <a:noFill/>
                </a:ln>
                <a:solidFill>
                  <a:srgbClr val="7A7E85"/>
                </a:solidFill>
                <a:effectLst/>
                <a:latin typeface="Consolas" panose="020B0609020204030204" pitchFamily="49" charset="0"/>
              </a:rPr>
              <a:t> commentaar kan ook, maar wees spaarzaam!</a:t>
            </a:r>
            <a:br>
              <a:rPr kumimoji="0" lang="nl-NL" altLang="nl-NL" b="0" i="0" u="none" strike="noStrike" cap="none" normalizeH="0" baseline="0" dirty="0">
                <a:ln>
                  <a:noFill/>
                </a:ln>
                <a:solidFill>
                  <a:srgbClr val="7A7E85"/>
                </a:solidFill>
                <a:effectLst/>
                <a:latin typeface="Consolas" panose="020B0609020204030204" pitchFamily="49" charset="0"/>
              </a:rPr>
            </a:br>
            <a:r>
              <a:rPr kumimoji="0" lang="nl-NL" altLang="nl-NL" b="0" i="0" u="none" strike="noStrike" cap="none" normalizeH="0" baseline="0" dirty="0">
                <a:ln>
                  <a:noFill/>
                </a:ln>
                <a:solidFill>
                  <a:srgbClr val="7A7E85"/>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1 </a:t>
            </a:r>
            <a:r>
              <a:rPr kumimoji="0" lang="nl-NL" altLang="nl-NL" b="0" i="0" u="none" strike="noStrike" cap="none" normalizeH="0" baseline="0" dirty="0">
                <a:ln>
                  <a:noFill/>
                </a:ln>
                <a:solidFill>
                  <a:srgbClr val="7A7E85"/>
                </a:solidFill>
                <a:effectLst/>
                <a:latin typeface="Consolas" panose="020B0609020204030204" pitchFamily="49" charset="0"/>
              </a:rPr>
              <a:t># Commentaar ACHTER een regel mag ook!</a:t>
            </a:r>
            <a:br>
              <a:rPr kumimoji="0" lang="nl-NL" altLang="nl-NL" b="0" i="0" u="none" strike="noStrike" cap="none" normalizeH="0" baseline="0" dirty="0">
                <a:ln>
                  <a:noFill/>
                </a:ln>
                <a:solidFill>
                  <a:srgbClr val="7A7E85"/>
                </a:solidFill>
                <a:effectLst/>
                <a:latin typeface="Consolas" panose="020B0609020204030204" pitchFamily="49" charset="0"/>
              </a:rPr>
            </a:br>
            <a:br>
              <a:rPr kumimoji="0" lang="nl-NL" altLang="nl-NL" b="0" i="0" u="none" strike="noStrike" cap="none" normalizeH="0" baseline="0" dirty="0">
                <a:ln>
                  <a:noFill/>
                </a:ln>
                <a:solidFill>
                  <a:srgbClr val="7A7E85"/>
                </a:solidFill>
                <a:effectLst/>
                <a:latin typeface="Consolas" panose="020B0609020204030204" pitchFamily="49" charset="0"/>
              </a:rPr>
            </a:br>
            <a:r>
              <a:rPr kumimoji="0" lang="nl-NL" altLang="nl-NL" b="0" i="0" u="none" strike="noStrike" cap="none" normalizeH="0" baseline="0" dirty="0">
                <a:ln>
                  <a:noFill/>
                </a:ln>
                <a:solidFill>
                  <a:srgbClr val="7A7E85"/>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331813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0E85-801D-74B6-9441-01790AE28D09}"/>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2D633290-9582-1006-A8C0-F48DD98D0E79}"/>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Het </a:t>
            </a:r>
            <a:r>
              <a:rPr lang="en-US" sz="3600" b="1" kern="0" dirty="0" err="1">
                <a:solidFill>
                  <a:prstClr val="black"/>
                </a:solidFill>
              </a:rPr>
              <a:t>verschil</a:t>
            </a:r>
            <a:r>
              <a:rPr lang="en-US" sz="3600" b="1" kern="0" dirty="0">
                <a:solidFill>
                  <a:prstClr val="black"/>
                </a:solidFill>
              </a:rPr>
              <a:t> </a:t>
            </a:r>
            <a:r>
              <a:rPr lang="en-US" sz="3600" b="1" kern="0" dirty="0" err="1">
                <a:solidFill>
                  <a:prstClr val="black"/>
                </a:solidFill>
              </a:rPr>
              <a:t>tussen</a:t>
            </a:r>
            <a:r>
              <a:rPr lang="en-US" sz="3600" b="1" kern="0" dirty="0">
                <a:solidFill>
                  <a:prstClr val="black"/>
                </a:solidFill>
              </a:rPr>
              <a:t> return </a:t>
            </a:r>
            <a:r>
              <a:rPr lang="en-US" sz="3600" b="1" kern="0" dirty="0" err="1">
                <a:solidFill>
                  <a:prstClr val="black"/>
                </a:solidFill>
              </a:rPr>
              <a:t>en</a:t>
            </a:r>
            <a:r>
              <a:rPr lang="en-US" sz="3600" b="1" kern="0" dirty="0">
                <a:solidFill>
                  <a:prstClr val="black"/>
                </a:solidFill>
              </a:rPr>
              <a:t> print </a:t>
            </a:r>
            <a:r>
              <a:rPr lang="en-US" sz="2000" b="1" kern="0" dirty="0">
                <a:solidFill>
                  <a:prstClr val="black"/>
                </a:solidFill>
              </a:rPr>
              <a:t>(§8.2.6)</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F3C062BB-2207-CE7A-08D6-4DA692BEA84C}"/>
              </a:ext>
            </a:extLst>
          </p:cNvPr>
          <p:cNvSpPr txBox="1"/>
          <p:nvPr/>
        </p:nvSpPr>
        <p:spPr bwMode="auto">
          <a:xfrm>
            <a:off x="3487981" y="1848573"/>
            <a:ext cx="5216038" cy="3693319"/>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kern="0" dirty="0">
                <a:solidFill>
                  <a:srgbClr val="294171"/>
                </a:solidFill>
              </a:rPr>
              <a:t>Vergelijk deze twee functies;</a:t>
            </a:r>
            <a:br>
              <a:rPr lang="nl-NL" kern="0" dirty="0">
                <a:solidFill>
                  <a:srgbClr val="294171"/>
                </a:solidFill>
              </a:rPr>
            </a:br>
            <a:r>
              <a:rPr lang="nl-NL" kern="0" dirty="0">
                <a:solidFill>
                  <a:srgbClr val="294171"/>
                </a:solidFill>
              </a:rPr>
              <a:t>Wat is beter? Heeft jouw voorkeur?</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kern="0" dirty="0">
                <a:solidFill>
                  <a:srgbClr val="294171"/>
                </a:solidFill>
              </a:rPr>
              <a:t>De print-functie gebruik je voor één doel: printen!</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kern="0" dirty="0">
                <a:solidFill>
                  <a:srgbClr val="294171"/>
                </a:solidFill>
              </a:rPr>
              <a:t>De return-functie geeft een resultaat dat je kunt gebruiken voor verschillende doeleinden! </a:t>
            </a: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endParaRPr lang="nl-NL"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kern="0" dirty="0">
                <a:solidFill>
                  <a:srgbClr val="294171"/>
                </a:solidFill>
              </a:rPr>
              <a:t>Gebruik return als je het resultaat van jouw functie wilt gebruiken in andere code!</a:t>
            </a:r>
          </a:p>
        </p:txBody>
      </p:sp>
      <p:sp>
        <p:nvSpPr>
          <p:cNvPr id="6" name="Rectangle 1">
            <a:extLst>
              <a:ext uri="{FF2B5EF4-FFF2-40B4-BE49-F238E27FC236}">
                <a16:creationId xmlns:a16="http://schemas.microsoft.com/office/drawing/2014/main" id="{AB58BE55-4FE6-0BCD-4F67-4A73459D8C0D}"/>
              </a:ext>
            </a:extLst>
          </p:cNvPr>
          <p:cNvSpPr>
            <a:spLocks noChangeArrowheads="1"/>
          </p:cNvSpPr>
          <p:nvPr/>
        </p:nvSpPr>
        <p:spPr bwMode="auto">
          <a:xfrm>
            <a:off x="410980" y="1848573"/>
            <a:ext cx="3005994" cy="1477328"/>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print3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print3()</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7" name="Rectangle 2">
            <a:extLst>
              <a:ext uri="{FF2B5EF4-FFF2-40B4-BE49-F238E27FC236}">
                <a16:creationId xmlns:a16="http://schemas.microsoft.com/office/drawing/2014/main" id="{5651D70B-DBC7-70CC-30B3-6E5728AC6067}"/>
              </a:ext>
            </a:extLst>
          </p:cNvPr>
          <p:cNvSpPr>
            <a:spLocks noChangeArrowheads="1"/>
          </p:cNvSpPr>
          <p:nvPr/>
        </p:nvSpPr>
        <p:spPr bwMode="auto">
          <a:xfrm>
            <a:off x="8775020" y="1848573"/>
            <a:ext cx="3006000" cy="1477328"/>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return3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2AACB8"/>
                </a:solidFill>
                <a:effectLst/>
                <a:latin typeface="Consolas" panose="020B0609020204030204" pitchFamily="49" charset="0"/>
              </a:rPr>
              <a:t>3</a:t>
            </a:r>
            <a:br>
              <a:rPr kumimoji="0" lang="nl-NL" altLang="nl-NL" b="0" i="0" u="none" strike="noStrike" cap="none" normalizeH="0" baseline="0" dirty="0">
                <a:ln>
                  <a:noFill/>
                </a:ln>
                <a:solidFill>
                  <a:srgbClr val="2AACB8"/>
                </a:solidFill>
                <a:effectLst/>
                <a:latin typeface="Consolas" panose="020B0609020204030204" pitchFamily="49" charset="0"/>
              </a:rPr>
            </a:br>
            <a:br>
              <a:rPr kumimoji="0" lang="nl-NL" altLang="nl-NL" b="0" i="0" u="none" strike="noStrike" cap="none" normalizeH="0" baseline="0" dirty="0">
                <a:ln>
                  <a:noFill/>
                </a:ln>
                <a:solidFill>
                  <a:srgbClr val="2AACB8"/>
                </a:solidFill>
                <a:effectLst/>
                <a:latin typeface="Consolas" panose="020B0609020204030204" pitchFamily="49" charset="0"/>
              </a:rPr>
            </a:b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(return3())</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8" name="Rectangle 3">
            <a:extLst>
              <a:ext uri="{FF2B5EF4-FFF2-40B4-BE49-F238E27FC236}">
                <a16:creationId xmlns:a16="http://schemas.microsoft.com/office/drawing/2014/main" id="{8DBCE95B-72C7-2AC4-E47D-2DE2659FA1C8}"/>
              </a:ext>
            </a:extLst>
          </p:cNvPr>
          <p:cNvSpPr>
            <a:spLocks noChangeArrowheads="1"/>
          </p:cNvSpPr>
          <p:nvPr/>
        </p:nvSpPr>
        <p:spPr bwMode="auto">
          <a:xfrm>
            <a:off x="8775014" y="3851034"/>
            <a:ext cx="3006000" cy="1754326"/>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return3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2AACB8"/>
                </a:solidFill>
                <a:effectLst/>
                <a:latin typeface="Consolas" panose="020B0609020204030204" pitchFamily="49" charset="0"/>
              </a:rPr>
              <a:t>3</a:t>
            </a:r>
            <a:br>
              <a:rPr kumimoji="0" lang="nl-NL" altLang="nl-NL" b="0" i="0" u="none" strike="noStrike" cap="none" normalizeH="0" baseline="0" dirty="0">
                <a:ln>
                  <a:noFill/>
                </a:ln>
                <a:solidFill>
                  <a:srgbClr val="2AACB8"/>
                </a:solidFill>
                <a:effectLst/>
                <a:latin typeface="Consolas" panose="020B0609020204030204" pitchFamily="49" charset="0"/>
              </a:rPr>
            </a:br>
            <a:br>
              <a:rPr kumimoji="0" lang="nl-NL" altLang="nl-NL" b="0" i="0" u="none" strike="noStrike" cap="none" normalizeH="0" baseline="0" dirty="0">
                <a:ln>
                  <a:noFill/>
                </a:ln>
                <a:solidFill>
                  <a:srgbClr val="2AACB8"/>
                </a:solidFill>
                <a:effectLst/>
                <a:latin typeface="Consolas" panose="020B0609020204030204" pitchFamily="49" charset="0"/>
              </a:rPr>
            </a:b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x = </a:t>
            </a:r>
            <a:r>
              <a:rPr kumimoji="0" lang="nl-NL" altLang="nl-NL" b="0" i="0" u="none" strike="noStrike" cap="none" normalizeH="0" baseline="0" dirty="0">
                <a:ln>
                  <a:noFill/>
                </a:ln>
                <a:solidFill>
                  <a:srgbClr val="2AACB8"/>
                </a:solidFill>
                <a:effectLst/>
                <a:latin typeface="Consolas" panose="020B0609020204030204" pitchFamily="49" charset="0"/>
              </a:rPr>
              <a:t>2 </a:t>
            </a:r>
            <a:r>
              <a:rPr kumimoji="0" lang="nl-NL" altLang="nl-NL" b="0" i="0" u="none" strike="noStrike" cap="none" normalizeH="0" baseline="0" dirty="0">
                <a:ln>
                  <a:noFill/>
                </a:ln>
                <a:solidFill>
                  <a:srgbClr val="BCBEC4"/>
                </a:solidFill>
                <a:effectLst/>
                <a:latin typeface="Consolas" panose="020B0609020204030204" pitchFamily="49" charset="0"/>
              </a:rPr>
              <a:t>** return3()</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(x)</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9" name="Rectangle 4">
            <a:extLst>
              <a:ext uri="{FF2B5EF4-FFF2-40B4-BE49-F238E27FC236}">
                <a16:creationId xmlns:a16="http://schemas.microsoft.com/office/drawing/2014/main" id="{F54D2461-E0DD-6A20-885F-BC3E7224F8F3}"/>
              </a:ext>
            </a:extLst>
          </p:cNvPr>
          <p:cNvSpPr>
            <a:spLocks noChangeArrowheads="1"/>
          </p:cNvSpPr>
          <p:nvPr/>
        </p:nvSpPr>
        <p:spPr bwMode="auto">
          <a:xfrm>
            <a:off x="410974" y="3851034"/>
            <a:ext cx="3006000" cy="1754326"/>
          </a:xfrm>
          <a:prstGeom prst="rect">
            <a:avLst/>
          </a:prstGeom>
          <a:solidFill>
            <a:srgbClr val="1E1F22">
              <a:alpha val="10000"/>
            </a:srgbClr>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56A8F5"/>
                </a:solidFill>
                <a:effectLst/>
                <a:latin typeface="Consolas" panose="020B0609020204030204" pitchFamily="49" charset="0"/>
              </a:rPr>
              <a:t>print3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3</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lang="nl-NL" altLang="nl-NL" dirty="0">
                <a:solidFill>
                  <a:srgbClr val="7A7E85"/>
                </a:solidFill>
                <a:latin typeface="Consolas" panose="020B0609020204030204" pitchFamily="49" charset="0"/>
              </a:rPr>
              <a:t># Runtime error:</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x = </a:t>
            </a:r>
            <a:r>
              <a:rPr kumimoji="0" lang="nl-NL" altLang="nl-NL" b="0" i="0" u="none" strike="noStrike" cap="none" normalizeH="0" baseline="0" dirty="0">
                <a:ln>
                  <a:noFill/>
                </a:ln>
                <a:solidFill>
                  <a:srgbClr val="2AACB8"/>
                </a:solidFill>
                <a:effectLst/>
                <a:latin typeface="Consolas" panose="020B0609020204030204" pitchFamily="49" charset="0"/>
              </a:rPr>
              <a:t>2 </a:t>
            </a:r>
            <a:r>
              <a:rPr kumimoji="0" lang="nl-NL" altLang="nl-NL" b="0" i="0" u="none" strike="noStrike" cap="none" normalizeH="0" baseline="0" dirty="0">
                <a:ln>
                  <a:noFill/>
                </a:ln>
                <a:solidFill>
                  <a:srgbClr val="BCBEC4"/>
                </a:solidFill>
                <a:effectLst/>
                <a:latin typeface="Consolas" panose="020B0609020204030204" pitchFamily="49" charset="0"/>
              </a:rPr>
              <a:t>** print3()</a:t>
            </a:r>
            <a:br>
              <a:rPr kumimoji="0" lang="nl-NL" altLang="nl-NL" b="0" i="0" u="none" strike="noStrike" cap="none" normalizeH="0" baseline="0" dirty="0">
                <a:ln>
                  <a:noFill/>
                </a:ln>
                <a:solidFill>
                  <a:srgbClr val="7A7E85"/>
                </a:solidFill>
                <a:effectLst/>
                <a:latin typeface="Consolas" panose="020B0609020204030204" pitchFamily="49" charset="0"/>
              </a:rPr>
            </a:b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(x)</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196855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fade">
                                      <p:cBhvr>
                                        <p:cTn id="12" dur="500"/>
                                        <p:tgtEl>
                                          <p:spTgt spid="2">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animEffect transition="in" filter="barn(inVertical)">
                                      <p:cBhvr>
                                        <p:cTn id="2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79F5A-59FA-09DB-DCFD-62A888A5250A}"/>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E0D0FAEE-F615-E320-DB07-75093620579B}"/>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Functies</a:t>
            </a:r>
            <a:r>
              <a:rPr lang="en-US" sz="3600" b="1" kern="0" dirty="0">
                <a:solidFill>
                  <a:prstClr val="black"/>
                </a:solidFill>
              </a:rPr>
              <a:t> </a:t>
            </a:r>
            <a:r>
              <a:rPr lang="en-US" sz="3600" b="1" kern="0" dirty="0" err="1">
                <a:solidFill>
                  <a:prstClr val="black"/>
                </a:solidFill>
              </a:rPr>
              <a:t>vanuit</a:t>
            </a:r>
            <a:r>
              <a:rPr lang="en-US" sz="3600" b="1" kern="0" dirty="0">
                <a:solidFill>
                  <a:prstClr val="black"/>
                </a:solidFill>
              </a:rPr>
              <a:t> </a:t>
            </a:r>
            <a:r>
              <a:rPr lang="en-US" sz="3600" b="1" kern="0" dirty="0" err="1">
                <a:solidFill>
                  <a:prstClr val="black"/>
                </a:solidFill>
              </a:rPr>
              <a:t>functies</a:t>
            </a:r>
            <a:r>
              <a:rPr lang="en-US" sz="3600" b="1" kern="0" dirty="0">
                <a:solidFill>
                  <a:prstClr val="black"/>
                </a:solidFill>
              </a:rPr>
              <a:t> </a:t>
            </a:r>
            <a:r>
              <a:rPr lang="en-US" sz="3600" b="1" kern="0" dirty="0" err="1">
                <a:solidFill>
                  <a:prstClr val="black"/>
                </a:solidFill>
              </a:rPr>
              <a:t>aanroepen</a:t>
            </a:r>
            <a:r>
              <a:rPr lang="en-US" sz="3600" b="1" kern="0" dirty="0">
                <a:solidFill>
                  <a:prstClr val="black"/>
                </a:solidFill>
              </a:rPr>
              <a:t> </a:t>
            </a:r>
            <a:r>
              <a:rPr lang="en-US" sz="2000" b="1" kern="0" dirty="0">
                <a:solidFill>
                  <a:prstClr val="black"/>
                </a:solidFill>
              </a:rPr>
              <a:t>(§8.2.9)</a:t>
            </a:r>
            <a:endParaRPr kumimoji="0" lang="en-US" sz="2000" b="0" i="0" u="none" strike="noStrike" kern="0" cap="none" spc="0" normalizeH="0" baseline="0" noProof="0" dirty="0">
              <a:ln>
                <a:noFill/>
              </a:ln>
              <a:solidFill>
                <a:prstClr val="black"/>
              </a:solidFill>
              <a:effectLst/>
              <a:uLnTx/>
              <a:uFillTx/>
            </a:endParaRPr>
          </a:p>
        </p:txBody>
      </p:sp>
      <p:sp>
        <p:nvSpPr>
          <p:cNvPr id="2" name="TextBox 22">
            <a:extLst>
              <a:ext uri="{FF2B5EF4-FFF2-40B4-BE49-F238E27FC236}">
                <a16:creationId xmlns:a16="http://schemas.microsoft.com/office/drawing/2014/main" id="{76964D32-FF5F-4423-F26F-484638DB3E16}"/>
              </a:ext>
            </a:extLst>
          </p:cNvPr>
          <p:cNvSpPr txBox="1"/>
          <p:nvPr/>
        </p:nvSpPr>
        <p:spPr bwMode="auto">
          <a:xfrm>
            <a:off x="400590" y="1548653"/>
            <a:ext cx="5141056" cy="3785652"/>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Functies mogen andere functies aanroepen</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Die moeten wel ‘bekend’ zijn.</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marR="0" lvl="0" indent="-342900" defTabSz="914400" eaLnBrk="1" fontAlgn="base" latinLnBrk="0" hangingPunct="1">
              <a:lnSpc>
                <a:spcPct val="100000"/>
              </a:lnSpc>
              <a:spcBef>
                <a:spcPct val="0"/>
              </a:spcBef>
              <a:spcAft>
                <a:spcPct val="0"/>
              </a:spcAft>
              <a:buClrTx/>
              <a:buSzTx/>
              <a:buFont typeface="Arial" panose="020B0604020202020204" pitchFamily="34" charset="0"/>
              <a:buChar char="•"/>
              <a:tabLst/>
              <a:defRPr/>
            </a:pPr>
            <a:r>
              <a:rPr lang="nl-NL" sz="2000" kern="0" dirty="0">
                <a:solidFill>
                  <a:srgbClr val="294171"/>
                </a:solidFill>
              </a:rPr>
              <a:t>Functie afstand ‘kent’ functie </a:t>
            </a:r>
            <a:r>
              <a:rPr lang="nl-NL" sz="2000" kern="0" dirty="0" err="1">
                <a:solidFill>
                  <a:srgbClr val="294171"/>
                </a:solidFill>
              </a:rPr>
              <a:t>pythagoras</a:t>
            </a:r>
            <a:r>
              <a:rPr lang="nl-NL" sz="2000" kern="0" dirty="0">
                <a:solidFill>
                  <a:srgbClr val="294171"/>
                </a:solidFill>
              </a:rPr>
              <a:t>, omdat die gedefinieerd is voordat afstand werd aangeroepen:</a:t>
            </a:r>
          </a:p>
        </p:txBody>
      </p:sp>
      <p:sp>
        <p:nvSpPr>
          <p:cNvPr id="4" name="Rectangle 1">
            <a:extLst>
              <a:ext uri="{FF2B5EF4-FFF2-40B4-BE49-F238E27FC236}">
                <a16:creationId xmlns:a16="http://schemas.microsoft.com/office/drawing/2014/main" id="{7C0ECB61-E845-A9E9-5E99-6385BF30CF19}"/>
              </a:ext>
            </a:extLst>
          </p:cNvPr>
          <p:cNvSpPr>
            <a:spLocks noChangeArrowheads="1"/>
          </p:cNvSpPr>
          <p:nvPr/>
        </p:nvSpPr>
        <p:spPr bwMode="auto">
          <a:xfrm>
            <a:off x="5654794" y="1443841"/>
            <a:ext cx="6136616" cy="3970318"/>
          </a:xfrm>
          <a:prstGeom prst="rect">
            <a:avLst/>
          </a:prstGeom>
          <a:solidFill>
            <a:srgbClr val="1E1F22">
              <a:alpha val="10000"/>
            </a:srgbClr>
          </a:solidFill>
          <a:ln>
            <a:noFill/>
          </a:ln>
          <a:effec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nl-NL" altLang="nl-NL" b="0" i="0" u="none" strike="noStrike" cap="none" normalizeH="0" baseline="0" dirty="0" err="1">
                <a:ln>
                  <a:noFill/>
                </a:ln>
                <a:solidFill>
                  <a:srgbClr val="CF8E6D"/>
                </a:solidFill>
                <a:effectLst/>
                <a:latin typeface="Consolas" panose="020B0609020204030204" pitchFamily="49" charset="0"/>
              </a:rPr>
              <a:t>from</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BCBEC4"/>
                </a:solidFill>
                <a:effectLst/>
                <a:latin typeface="Consolas" panose="020B0609020204030204" pitchFamily="49" charset="0"/>
              </a:rPr>
              <a:t>math</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import </a:t>
            </a:r>
            <a:r>
              <a:rPr kumimoji="0" lang="nl-NL" altLang="nl-NL" b="0" i="0" u="none" strike="noStrike" cap="none" normalizeH="0" baseline="0" dirty="0" err="1">
                <a:ln>
                  <a:noFill/>
                </a:ln>
                <a:solidFill>
                  <a:srgbClr val="BCBEC4"/>
                </a:solidFill>
                <a:effectLst/>
                <a:latin typeface="Consolas" panose="020B0609020204030204" pitchFamily="49" charset="0"/>
              </a:rPr>
              <a:t>sqrt</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lang="nl-NL" altLang="nl-NL" dirty="0">
                <a:solidFill>
                  <a:srgbClr val="BCBEC4"/>
                </a:solidFill>
                <a:latin typeface="Consolas" panose="020B0609020204030204" pitchFamily="49" charset="0"/>
              </a:rPr>
            </a:br>
            <a:r>
              <a:rPr lang="nl-NL" altLang="nl-NL" dirty="0" err="1">
                <a:solidFill>
                  <a:srgbClr val="CF8E6D"/>
                </a:solidFill>
                <a:latin typeface="Consolas" panose="020B0609020204030204" pitchFamily="49" charset="0"/>
              </a:rPr>
              <a:t>def</a:t>
            </a:r>
            <a:r>
              <a:rPr lang="nl-NL" altLang="nl-NL" dirty="0">
                <a:solidFill>
                  <a:srgbClr val="CF8E6D"/>
                </a:solidFill>
                <a:latin typeface="Consolas" panose="020B0609020204030204" pitchFamily="49" charset="0"/>
              </a:rPr>
              <a:t> </a:t>
            </a:r>
            <a:r>
              <a:rPr lang="nl-NL" altLang="nl-NL" dirty="0">
                <a:solidFill>
                  <a:srgbClr val="56A8F5"/>
                </a:solidFill>
                <a:latin typeface="Consolas" panose="020B0609020204030204" pitchFamily="49" charset="0"/>
              </a:rPr>
              <a:t>afstand</a:t>
            </a:r>
            <a:r>
              <a:rPr lang="nl-NL" altLang="nl-NL" dirty="0">
                <a:solidFill>
                  <a:srgbClr val="BCBEC4"/>
                </a:solidFill>
                <a:latin typeface="Consolas" panose="020B0609020204030204" pitchFamily="49" charset="0"/>
              </a:rPr>
              <a:t>(x1, y1, x2, y2):</a:t>
            </a:r>
            <a:br>
              <a:rPr lang="nl-NL" altLang="nl-NL" dirty="0">
                <a:solidFill>
                  <a:srgbClr val="BCBEC4"/>
                </a:solidFill>
                <a:latin typeface="Consolas" panose="020B0609020204030204" pitchFamily="49" charset="0"/>
              </a:rPr>
            </a:br>
            <a:r>
              <a:rPr lang="nl-NL" altLang="nl-NL" dirty="0">
                <a:solidFill>
                  <a:srgbClr val="BCBEC4"/>
                </a:solidFill>
                <a:latin typeface="Consolas" panose="020B0609020204030204" pitchFamily="49" charset="0"/>
              </a:rPr>
              <a:t>    </a:t>
            </a:r>
            <a:r>
              <a:rPr lang="nl-NL" altLang="nl-NL" dirty="0">
                <a:solidFill>
                  <a:srgbClr val="CF8E6D"/>
                </a:solidFill>
                <a:latin typeface="Consolas" panose="020B0609020204030204" pitchFamily="49" charset="0"/>
              </a:rPr>
              <a:t>return </a:t>
            </a:r>
            <a:r>
              <a:rPr lang="nl-NL" altLang="nl-NL" dirty="0" err="1">
                <a:solidFill>
                  <a:srgbClr val="BCBEC4"/>
                </a:solidFill>
                <a:latin typeface="Consolas" panose="020B0609020204030204" pitchFamily="49" charset="0"/>
              </a:rPr>
              <a:t>pythagoras</a:t>
            </a:r>
            <a:r>
              <a:rPr lang="nl-NL" altLang="nl-NL" dirty="0">
                <a:solidFill>
                  <a:srgbClr val="BCBEC4"/>
                </a:solidFill>
                <a:latin typeface="Consolas" panose="020B0609020204030204" pitchFamily="49" charset="0"/>
              </a:rPr>
              <a:t>(</a:t>
            </a:r>
            <a:r>
              <a:rPr lang="nl-NL" altLang="nl-NL" dirty="0" err="1">
                <a:solidFill>
                  <a:srgbClr val="8888C6"/>
                </a:solidFill>
                <a:latin typeface="Consolas" panose="020B0609020204030204" pitchFamily="49" charset="0"/>
              </a:rPr>
              <a:t>abs</a:t>
            </a:r>
            <a:r>
              <a:rPr lang="nl-NL" altLang="nl-NL" dirty="0">
                <a:solidFill>
                  <a:srgbClr val="BCBEC4"/>
                </a:solidFill>
                <a:latin typeface="Consolas" panose="020B0609020204030204" pitchFamily="49" charset="0"/>
              </a:rPr>
              <a:t>(x1- x2), </a:t>
            </a:r>
            <a:r>
              <a:rPr lang="nl-NL" altLang="nl-NL" dirty="0" err="1">
                <a:solidFill>
                  <a:srgbClr val="8888C6"/>
                </a:solidFill>
                <a:latin typeface="Consolas" panose="020B0609020204030204" pitchFamily="49" charset="0"/>
              </a:rPr>
              <a:t>abs</a:t>
            </a:r>
            <a:r>
              <a:rPr lang="nl-NL" altLang="nl-NL" dirty="0">
                <a:solidFill>
                  <a:srgbClr val="BCBEC4"/>
                </a:solidFill>
                <a:latin typeface="Consolas" panose="020B0609020204030204" pitchFamily="49" charset="0"/>
              </a:rPr>
              <a:t>(y1- y2))</a:t>
            </a:r>
            <a:br>
              <a:rPr lang="nl-NL" altLang="nl-NL" dirty="0">
                <a:solidFill>
                  <a:srgbClr val="BCBEC4"/>
                </a:solidFill>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lang="nl-NL" altLang="nl-NL" dirty="0">
                <a:solidFill>
                  <a:srgbClr val="BCBEC4"/>
                </a:solidFill>
                <a:latin typeface="Consolas" panose="020B0609020204030204" pitchFamily="49" charset="0"/>
              </a:rPr>
            </a:br>
            <a:r>
              <a:rPr kumimoji="0" lang="nl-NL" altLang="nl-NL" b="0" i="0" u="none" strike="noStrike" cap="none" normalizeH="0" baseline="0" dirty="0" err="1">
                <a:ln>
                  <a:noFill/>
                </a:ln>
                <a:solidFill>
                  <a:srgbClr val="CF8E6D"/>
                </a:solidFill>
                <a:effectLst/>
                <a:latin typeface="Consolas" panose="020B0609020204030204" pitchFamily="49" charset="0"/>
              </a:rPr>
              <a:t>def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err="1">
                <a:ln>
                  <a:noFill/>
                </a:ln>
                <a:solidFill>
                  <a:srgbClr val="56A8F5"/>
                </a:solidFill>
                <a:effectLst/>
                <a:latin typeface="Consolas" panose="020B0609020204030204" pitchFamily="49" charset="0"/>
              </a:rPr>
              <a:t>pythagoras</a:t>
            </a:r>
            <a:r>
              <a:rPr kumimoji="0" lang="nl-NL" altLang="nl-NL" b="0" i="0" u="none" strike="noStrike" cap="none" normalizeH="0" baseline="0" dirty="0">
                <a:ln>
                  <a:noFill/>
                </a:ln>
                <a:solidFill>
                  <a:srgbClr val="BCBEC4"/>
                </a:solidFill>
                <a:effectLst/>
                <a:latin typeface="Consolas" panose="020B0609020204030204" pitchFamily="49" charset="0"/>
              </a:rPr>
              <a:t>(a, b):</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err="1">
                <a:ln>
                  <a:noFill/>
                </a:ln>
                <a:solidFill>
                  <a:srgbClr val="CF8E6D"/>
                </a:solidFill>
                <a:effectLst/>
                <a:latin typeface="Consolas" panose="020B0609020204030204" pitchFamily="49" charset="0"/>
              </a:rPr>
              <a:t>if</a:t>
            </a:r>
            <a:r>
              <a:rPr kumimoji="0" lang="nl-NL" altLang="nl-NL" b="0" i="0" u="none" strike="noStrike" cap="none" normalizeH="0" baseline="0" dirty="0">
                <a:ln>
                  <a:noFill/>
                </a:ln>
                <a:solidFill>
                  <a:srgbClr val="CF8E6D"/>
                </a:solidFill>
                <a:effectLst/>
                <a:latin typeface="Consolas" panose="020B0609020204030204" pitchFamily="49" charset="0"/>
              </a:rPr>
              <a:t> </a:t>
            </a:r>
            <a:r>
              <a:rPr kumimoji="0" lang="nl-NL" altLang="nl-NL" b="0" i="0" u="none" strike="noStrike" cap="none" normalizeH="0" baseline="0" dirty="0">
                <a:ln>
                  <a:noFill/>
                </a:ln>
                <a:solidFill>
                  <a:srgbClr val="BCBEC4"/>
                </a:solidFill>
                <a:effectLst/>
                <a:latin typeface="Consolas" panose="020B0609020204030204" pitchFamily="49" charset="0"/>
              </a:rPr>
              <a:t>a &lt;= </a:t>
            </a:r>
            <a:r>
              <a:rPr kumimoji="0" lang="nl-NL" altLang="nl-NL" b="0" i="0" u="none" strike="noStrike" cap="none" normalizeH="0" baseline="0" dirty="0">
                <a:ln>
                  <a:noFill/>
                </a:ln>
                <a:solidFill>
                  <a:srgbClr val="2AACB8"/>
                </a:solidFill>
                <a:effectLst/>
                <a:latin typeface="Consolas" panose="020B0609020204030204" pitchFamily="49" charset="0"/>
              </a:rPr>
              <a:t>0 </a:t>
            </a:r>
            <a:r>
              <a:rPr kumimoji="0" lang="nl-NL" altLang="nl-NL" b="0" i="0" u="none" strike="noStrike" cap="none" normalizeH="0" baseline="0" dirty="0">
                <a:ln>
                  <a:noFill/>
                </a:ln>
                <a:solidFill>
                  <a:srgbClr val="CF8E6D"/>
                </a:solidFill>
                <a:effectLst/>
                <a:latin typeface="Consolas" panose="020B0609020204030204" pitchFamily="49" charset="0"/>
              </a:rPr>
              <a:t>or </a:t>
            </a:r>
            <a:r>
              <a:rPr kumimoji="0" lang="nl-NL" altLang="nl-NL" b="0" i="0" u="none" strike="noStrike" cap="none" normalizeH="0" baseline="0" dirty="0">
                <a:ln>
                  <a:noFill/>
                </a:ln>
                <a:solidFill>
                  <a:srgbClr val="BCBEC4"/>
                </a:solidFill>
                <a:effectLst/>
                <a:latin typeface="Consolas" panose="020B0609020204030204" pitchFamily="49" charset="0"/>
              </a:rPr>
              <a:t>b &lt;= </a:t>
            </a:r>
            <a:r>
              <a:rPr kumimoji="0" lang="nl-NL" altLang="nl-NL" b="0" i="0" u="none" strike="noStrike" cap="none" normalizeH="0" baseline="0" dirty="0">
                <a:ln>
                  <a:noFill/>
                </a:ln>
                <a:solidFill>
                  <a:srgbClr val="2AACB8"/>
                </a:solidFill>
                <a:effectLst/>
                <a:latin typeface="Consolas" panose="020B0609020204030204" pitchFamily="49" charset="0"/>
              </a:rPr>
              <a:t>0</a:t>
            </a:r>
            <a:r>
              <a:rPr kumimoji="0" lang="nl-NL" altLang="nl-NL" b="0" i="0" u="none" strike="noStrike" cap="none" normalizeH="0" baseline="0" dirty="0">
                <a:ln>
                  <a:noFill/>
                </a:ln>
                <a:solidFill>
                  <a:srgbClr val="BCBEC4"/>
                </a:solidFill>
                <a:effectLst/>
                <a:latin typeface="Consolas" panose="020B0609020204030204" pitchFamily="49" charset="0"/>
              </a:rPr>
              <a:t>:</a:t>
            </a: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a:ln>
                  <a:noFill/>
                </a:ln>
                <a:solidFill>
                  <a:srgbClr val="BCBEC4"/>
                </a:solidFill>
                <a:effectLst/>
                <a:latin typeface="Consolas" panose="020B0609020204030204" pitchFamily="49" charset="0"/>
              </a:rPr>
              <a:t>-</a:t>
            </a:r>
            <a:r>
              <a:rPr kumimoji="0" lang="nl-NL" altLang="nl-NL" b="0" i="0" u="none" strike="noStrike" cap="none" normalizeH="0" baseline="0" dirty="0">
                <a:ln>
                  <a:noFill/>
                </a:ln>
                <a:solidFill>
                  <a:srgbClr val="2AACB8"/>
                </a:solidFill>
                <a:effectLst/>
                <a:latin typeface="Consolas" panose="020B0609020204030204" pitchFamily="49" charset="0"/>
              </a:rPr>
              <a:t>1</a:t>
            </a:r>
            <a:br>
              <a:rPr kumimoji="0" lang="nl-NL" altLang="nl-NL" b="0" i="0" u="none" strike="noStrike" cap="none" normalizeH="0" baseline="0" dirty="0">
                <a:ln>
                  <a:noFill/>
                </a:ln>
                <a:solidFill>
                  <a:srgbClr val="2AACB8"/>
                </a:solidFill>
                <a:effectLst/>
                <a:latin typeface="Consolas" panose="020B0609020204030204" pitchFamily="49" charset="0"/>
              </a:rPr>
            </a:br>
            <a:r>
              <a:rPr kumimoji="0" lang="nl-NL" altLang="nl-NL" b="0" i="0" u="none" strike="noStrike" cap="none" normalizeH="0" baseline="0" dirty="0">
                <a:ln>
                  <a:noFill/>
                </a:ln>
                <a:solidFill>
                  <a:srgbClr val="2AACB8"/>
                </a:solidFill>
                <a:effectLst/>
                <a:latin typeface="Consolas" panose="020B0609020204030204" pitchFamily="49" charset="0"/>
              </a:rPr>
              <a:t>    </a:t>
            </a:r>
            <a:r>
              <a:rPr kumimoji="0" lang="nl-NL" altLang="nl-NL" b="0" i="0" u="none" strike="noStrike" cap="none" normalizeH="0" baseline="0" dirty="0">
                <a:ln>
                  <a:noFill/>
                </a:ln>
                <a:solidFill>
                  <a:srgbClr val="CF8E6D"/>
                </a:solidFill>
                <a:effectLst/>
                <a:latin typeface="Consolas" panose="020B0609020204030204" pitchFamily="49" charset="0"/>
              </a:rPr>
              <a:t>return </a:t>
            </a:r>
            <a:r>
              <a:rPr kumimoji="0" lang="nl-NL" altLang="nl-NL" b="0" i="0" u="none" strike="noStrike" cap="none" normalizeH="0" baseline="0" dirty="0" err="1">
                <a:ln>
                  <a:noFill/>
                </a:ln>
                <a:solidFill>
                  <a:srgbClr val="BCBEC4"/>
                </a:solidFill>
                <a:effectLst/>
                <a:latin typeface="Consolas" panose="020B0609020204030204" pitchFamily="49" charset="0"/>
              </a:rPr>
              <a:t>sqrt</a:t>
            </a:r>
            <a:r>
              <a:rPr kumimoji="0" lang="nl-NL" altLang="nl-NL" b="0" i="0" u="none" strike="noStrike" cap="none" normalizeH="0" baseline="0" dirty="0">
                <a:ln>
                  <a:noFill/>
                </a:ln>
                <a:solidFill>
                  <a:srgbClr val="BCBEC4"/>
                </a:solidFill>
                <a:effectLst/>
                <a:latin typeface="Consolas" panose="020B0609020204030204" pitchFamily="49" charset="0"/>
              </a:rPr>
              <a:t>(a*a + b*b)</a:t>
            </a: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br>
              <a:rPr kumimoji="0" lang="nl-NL" altLang="nl-NL" b="0" i="0" u="none" strike="noStrike" cap="none" normalizeH="0" baseline="0" dirty="0">
                <a:ln>
                  <a:noFill/>
                </a:ln>
                <a:solidFill>
                  <a:srgbClr val="BCBEC4"/>
                </a:solidFill>
                <a:effectLst/>
                <a:latin typeface="Consolas" panose="020B0609020204030204" pitchFamily="49" charset="0"/>
              </a:rPr>
            </a:br>
            <a:r>
              <a:rPr kumimoji="0" lang="nl-NL" altLang="nl-NL" b="0" i="0" u="none" strike="noStrike" cap="none" normalizeH="0" baseline="0" dirty="0">
                <a:ln>
                  <a:noFill/>
                </a:ln>
                <a:solidFill>
                  <a:srgbClr val="8888C6"/>
                </a:solidFill>
                <a:effectLst/>
                <a:latin typeface="Consolas" panose="020B0609020204030204" pitchFamily="49" charset="0"/>
              </a:rPr>
              <a:t>print</a:t>
            </a:r>
            <a:r>
              <a:rPr kumimoji="0" lang="nl-NL" altLang="nl-NL" b="0" i="0" u="none" strike="noStrike" cap="none" normalizeH="0" baseline="0" dirty="0">
                <a:ln>
                  <a:noFill/>
                </a:ln>
                <a:solidFill>
                  <a:srgbClr val="BCBEC4"/>
                </a:solidFill>
                <a:effectLst/>
                <a:latin typeface="Consolas" panose="020B0609020204030204" pitchFamily="49" charset="0"/>
              </a:rPr>
              <a:t>(afstand(</a:t>
            </a:r>
            <a:r>
              <a:rPr kumimoji="0" lang="nl-NL" altLang="nl-NL" b="0" i="0" u="none" strike="noStrike" cap="none" normalizeH="0" baseline="0" dirty="0">
                <a:ln>
                  <a:noFill/>
                </a:ln>
                <a:solidFill>
                  <a:srgbClr val="2AACB8"/>
                </a:solidFill>
                <a:effectLst/>
                <a:latin typeface="Consolas" panose="020B0609020204030204" pitchFamily="49" charset="0"/>
              </a:rPr>
              <a:t>1</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1</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4</a:t>
            </a:r>
            <a:r>
              <a:rPr kumimoji="0" lang="nl-NL" altLang="nl-NL" b="0" i="0" u="none" strike="noStrike" cap="none" normalizeH="0" baseline="0" dirty="0">
                <a:ln>
                  <a:noFill/>
                </a:ln>
                <a:solidFill>
                  <a:srgbClr val="BCBEC4"/>
                </a:solidFill>
                <a:effectLst/>
                <a:latin typeface="Consolas" panose="020B0609020204030204" pitchFamily="49" charset="0"/>
              </a:rPr>
              <a:t>, </a:t>
            </a:r>
            <a:r>
              <a:rPr kumimoji="0" lang="nl-NL" altLang="nl-NL" b="0" i="0" u="none" strike="noStrike" cap="none" normalizeH="0" baseline="0" dirty="0">
                <a:ln>
                  <a:noFill/>
                </a:ln>
                <a:solidFill>
                  <a:srgbClr val="2AACB8"/>
                </a:solidFill>
                <a:effectLst/>
                <a:latin typeface="Consolas" panose="020B0609020204030204" pitchFamily="49" charset="0"/>
              </a:rPr>
              <a:t>5</a:t>
            </a:r>
            <a:r>
              <a:rPr kumimoji="0" lang="nl-NL" altLang="nl-NL" b="0" i="0" u="none" strike="noStrike" cap="none" normalizeH="0" baseline="0" dirty="0">
                <a:ln>
                  <a:noFill/>
                </a:ln>
                <a:solidFill>
                  <a:srgbClr val="BCBEC4"/>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535797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9A3B-93A0-4D2F-940A-A76108C1B41E}"/>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7BC316B3-3338-13AA-795C-811FD7023B8B}"/>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BE6B539F-F27A-7758-A618-6211F828FF56}"/>
              </a:ext>
            </a:extLst>
          </p:cNvPr>
          <p:cNvSpPr txBox="1"/>
          <p:nvPr/>
        </p:nvSpPr>
        <p:spPr bwMode="auto">
          <a:xfrm>
            <a:off x="709358" y="2105561"/>
            <a:ext cx="10492038" cy="1015663"/>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lvl="0" fontAlgn="base">
              <a:spcBef>
                <a:spcPct val="0"/>
              </a:spcBef>
              <a:spcAft>
                <a:spcPct val="0"/>
              </a:spcAft>
              <a:defRPr/>
            </a:pPr>
            <a:r>
              <a:rPr lang="nl-NL" sz="2000" dirty="0"/>
              <a:t>Schrijf een functie </a:t>
            </a:r>
            <a:r>
              <a:rPr lang="nl-NL" sz="2000" dirty="0" err="1"/>
              <a:t>printx</a:t>
            </a:r>
            <a:r>
              <a:rPr lang="nl-NL" sz="2000" dirty="0"/>
              <a:t>() die alleen de letter “x” print. Schrijf daarna een functie </a:t>
            </a:r>
            <a:r>
              <a:rPr lang="nl-NL" sz="2000" dirty="0" err="1"/>
              <a:t>meerderex</a:t>
            </a:r>
            <a:r>
              <a:rPr lang="nl-NL" sz="2000" dirty="0"/>
              <a:t>() die als argument een integer krijgt en die zo vaak de letter “x” print als de integer aangeeft. Daartoe roept de functie </a:t>
            </a:r>
            <a:r>
              <a:rPr lang="nl-NL" sz="2000" dirty="0" err="1"/>
              <a:t>meerderex</a:t>
            </a:r>
            <a:r>
              <a:rPr lang="nl-NL" sz="2000" dirty="0"/>
              <a:t>() zo vaak als nodig de functie </a:t>
            </a:r>
            <a:r>
              <a:rPr lang="nl-NL" sz="2000" dirty="0" err="1"/>
              <a:t>printx</a:t>
            </a:r>
            <a:r>
              <a:rPr lang="nl-NL" sz="2000" dirty="0"/>
              <a:t>() aan.</a:t>
            </a:r>
          </a:p>
        </p:txBody>
      </p:sp>
    </p:spTree>
    <p:extLst>
      <p:ext uri="{BB962C8B-B14F-4D97-AF65-F5344CB8AC3E}">
        <p14:creationId xmlns:p14="http://schemas.microsoft.com/office/powerpoint/2010/main" val="2943772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986A779-E646-488C-9299-6DF41F721E34}"/>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Opdracht</a:t>
            </a:r>
            <a:r>
              <a:rPr kumimoji="0" lang="en-US" sz="3600" b="1" i="0" u="none" strike="noStrike" kern="0" cap="none" spc="0" normalizeH="0" baseline="0" noProof="0" dirty="0">
                <a:ln>
                  <a:noFill/>
                </a:ln>
                <a:solidFill>
                  <a:prstClr val="black"/>
                </a:solidFill>
                <a:effectLst/>
                <a:uLnTx/>
                <a:uFillTx/>
              </a:rPr>
              <a:t>(</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
        <p:nvSpPr>
          <p:cNvPr id="2" name="Rectangle 3">
            <a:extLst>
              <a:ext uri="{FF2B5EF4-FFF2-40B4-BE49-F238E27FC236}">
                <a16:creationId xmlns:a16="http://schemas.microsoft.com/office/drawing/2014/main" id="{CD8470BA-8A18-EEC3-96B9-08233CD6B339}"/>
              </a:ext>
            </a:extLst>
          </p:cNvPr>
          <p:cNvSpPr txBox="1">
            <a:spLocks noChangeArrowheads="1"/>
          </p:cNvSpPr>
          <p:nvPr/>
        </p:nvSpPr>
        <p:spPr>
          <a:xfrm>
            <a:off x="709358" y="1724025"/>
            <a:ext cx="8229600" cy="36957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Deze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a:t>
            </a:r>
            <a:r>
              <a:rPr lang="nl-NL" sz="2400" dirty="0">
                <a:solidFill>
                  <a:sysClr val="windowText" lastClr="000000"/>
                </a:solidFill>
                <a:latin typeface="Calibri"/>
              </a:rPr>
              <a:t>de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hlinkClick r:id="rId2"/>
              </a:rPr>
              <a:t>quiz</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(optioneel)</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openstaande </a:t>
            </a:r>
            <a:r>
              <a:rPr lang="nl-NL" sz="2400">
                <a:solidFill>
                  <a:sysClr val="windowText" lastClr="000000"/>
                </a:solidFill>
                <a:latin typeface="Calibri"/>
              </a:rPr>
              <a:t>opdrachten af</a:t>
            </a:r>
            <a:endParaRPr lang="nl-NL" sz="2400" dirty="0">
              <a:solidFill>
                <a:sysClr val="windowText" lastClr="000000"/>
              </a:solidFill>
              <a:latin typeface="Calibri"/>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Voor volgende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de voorbereidingsopdrachten </a:t>
            </a:r>
          </a:p>
          <a:p>
            <a:pPr>
              <a:defRPr/>
            </a:pPr>
            <a:r>
              <a:rPr lang="nl-NL" sz="2400" b="1" u="sng" dirty="0">
                <a:solidFill>
                  <a:sysClr val="windowText" lastClr="000000"/>
                </a:solidFill>
                <a:latin typeface="Calibri"/>
              </a:rPr>
              <a:t>L</a:t>
            </a:r>
            <a:r>
              <a:rPr kumimoji="0" lang="nl-NL" sz="2400" b="1" i="0" u="sng" strike="noStrike" kern="1200" cap="none" spc="0" normalizeH="0" baseline="0" noProof="0" dirty="0" err="1">
                <a:ln>
                  <a:noFill/>
                </a:ln>
                <a:solidFill>
                  <a:sysClr val="windowText" lastClr="000000"/>
                </a:solidFill>
                <a:effectLst/>
                <a:uLnTx/>
                <a:uFillTx/>
                <a:latin typeface="Calibri"/>
                <a:ea typeface="+mn-ea"/>
                <a:cs typeface="+mn-cs"/>
              </a:rPr>
              <a:t>ees</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de op Canvas genoemde literatuur!!</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Start met de oefeningen op Canvas</a:t>
            </a:r>
            <a:endParaRPr kumimoji="0" lang="nl-NL" sz="1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82416230"/>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7367</TotalTime>
  <Words>1812</Words>
  <Application>Microsoft Office PowerPoint</Application>
  <PresentationFormat>Breedbeeld</PresentationFormat>
  <Paragraphs>205</Paragraphs>
  <Slides>20</Slides>
  <Notes>0</Notes>
  <HiddenSlides>0</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20</vt:i4>
      </vt:variant>
    </vt:vector>
  </HeadingPairs>
  <TitlesOfParts>
    <vt:vector size="28" baseType="lpstr">
      <vt:lpstr>Calibri</vt:lpstr>
      <vt:lpstr>Courier New</vt:lpstr>
      <vt:lpstr>Wingdings</vt:lpstr>
      <vt:lpstr>Calibri Light</vt:lpstr>
      <vt:lpstr>Arial</vt:lpstr>
      <vt:lpstr>Consolas</vt:lpstr>
      <vt:lpstr>Kantoorthema</vt:lpstr>
      <vt:lpstr>1_Kantoorthema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Bart van Eijkelenburg</dc:creator>
  <cp:lastModifiedBy>Bart van Eijkelenburg</cp:lastModifiedBy>
  <cp:revision>10</cp:revision>
  <dcterms:created xsi:type="dcterms:W3CDTF">2020-09-14T08:51:39Z</dcterms:created>
  <dcterms:modified xsi:type="dcterms:W3CDTF">2025-07-14T11:57:05Z</dcterms:modified>
</cp:coreProperties>
</file>