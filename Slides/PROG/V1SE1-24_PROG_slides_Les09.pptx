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60" r:id="rId2"/>
  </p:sldMasterIdLst>
  <p:sldIdLst>
    <p:sldId id="256" r:id="rId3"/>
    <p:sldId id="387" r:id="rId4"/>
    <p:sldId id="377" r:id="rId5"/>
    <p:sldId id="382" r:id="rId6"/>
    <p:sldId id="378" r:id="rId7"/>
    <p:sldId id="383" r:id="rId8"/>
    <p:sldId id="379" r:id="rId9"/>
    <p:sldId id="384" r:id="rId10"/>
    <p:sldId id="380" r:id="rId11"/>
    <p:sldId id="385" r:id="rId12"/>
    <p:sldId id="381" r:id="rId13"/>
    <p:sldId id="386" r:id="rId14"/>
    <p:sldId id="257" r:id="rId15"/>
    <p:sldId id="391" r:id="rId16"/>
    <p:sldId id="392" r:id="rId17"/>
    <p:sldId id="393" r:id="rId18"/>
    <p:sldId id="374" r:id="rId19"/>
    <p:sldId id="355" r:id="rId20"/>
    <p:sldId id="389" r:id="rId21"/>
    <p:sldId id="390" r:id="rId22"/>
    <p:sldId id="375" r:id="rId23"/>
    <p:sldId id="394" r:id="rId24"/>
    <p:sldId id="395" r:id="rId25"/>
    <p:sldId id="396" r:id="rId26"/>
    <p:sldId id="397" r:id="rId27"/>
    <p:sldId id="398" r:id="rId28"/>
    <p:sldId id="399" r:id="rId29"/>
    <p:sldId id="400" r:id="rId30"/>
    <p:sldId id="376" r:id="rId31"/>
    <p:sldId id="278" r:id="rId32"/>
  </p:sldIdLst>
  <p:sldSz cx="12192000" cy="6858000"/>
  <p:notesSz cx="6858000" cy="9144000"/>
  <p:embeddedFontLst>
    <p:embeddedFont>
      <p:font typeface="Consolas" panose="020B0609020204030204" pitchFamily="49" charset="0"/>
      <p:regular r:id="rId33"/>
      <p:bold r:id="rId34"/>
      <p:italic r:id="rId35"/>
      <p:boldItalic r:id="rId36"/>
    </p:embeddedFont>
  </p:embeddedFontLst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6217290-A345-4D94-8708-5F79A6C12529}" v="1000" dt="2025-07-15T11:30:37.1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Stijl, gemiddeld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912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heme" Target="theme/theme1.xml"/><Relationship Id="rId21" Type="http://schemas.openxmlformats.org/officeDocument/2006/relationships/slide" Target="slides/slide19.xml"/><Relationship Id="rId34" Type="http://schemas.openxmlformats.org/officeDocument/2006/relationships/font" Target="fonts/font2.fntdata"/><Relationship Id="rId42" Type="http://schemas.microsoft.com/office/2015/10/relationships/revisionInfo" Target="revisionInfo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font" Target="fonts/font4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font" Target="fonts/font3.fntdata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font" Target="fonts/font1.fntdata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rt" userId="32564be6-3772-4f77-8099-aa7e4c72ca61" providerId="ADAL" clId="{C37CFDD1-1458-479B-A61C-2C657D7DD5C3}"/>
    <pc:docChg chg="delSld modSld modMainMaster">
      <pc:chgData name="Bart" userId="32564be6-3772-4f77-8099-aa7e4c72ca61" providerId="ADAL" clId="{C37CFDD1-1458-479B-A61C-2C657D7DD5C3}" dt="2021-06-24T08:59:49.058" v="10"/>
      <pc:docMkLst>
        <pc:docMk/>
      </pc:docMkLst>
      <pc:sldChg chg="del">
        <pc:chgData name="Bart" userId="32564be6-3772-4f77-8099-aa7e4c72ca61" providerId="ADAL" clId="{C37CFDD1-1458-479B-A61C-2C657D7DD5C3}" dt="2021-06-24T08:59:36.388" v="0" actId="2696"/>
        <pc:sldMkLst>
          <pc:docMk/>
          <pc:sldMk cId="2711810886" sldId="256"/>
        </pc:sldMkLst>
      </pc:sldChg>
      <pc:sldChg chg="setBg">
        <pc:chgData name="Bart" userId="32564be6-3772-4f77-8099-aa7e4c72ca61" providerId="ADAL" clId="{C37CFDD1-1458-479B-A61C-2C657D7DD5C3}" dt="2021-06-24T08:59:49.058" v="10"/>
        <pc:sldMkLst>
          <pc:docMk/>
          <pc:sldMk cId="2318623463" sldId="257"/>
        </pc:sldMkLst>
      </pc:sldChg>
      <pc:sldMasterChg chg="setBg modSldLayout">
        <pc:chgData name="Bart" userId="32564be6-3772-4f77-8099-aa7e4c72ca61" providerId="ADAL" clId="{C37CFDD1-1458-479B-A61C-2C657D7DD5C3}" dt="2021-06-24T08:59:49.058" v="10"/>
        <pc:sldMasterMkLst>
          <pc:docMk/>
          <pc:sldMasterMk cId="1016079846" sldId="2147483648"/>
        </pc:sldMasterMkLst>
        <pc:sldLayoutChg chg="setBg">
          <pc:chgData name="Bart" userId="32564be6-3772-4f77-8099-aa7e4c72ca61" providerId="ADAL" clId="{C37CFDD1-1458-479B-A61C-2C657D7DD5C3}" dt="2021-06-24T08:59:49.058" v="10"/>
          <pc:sldLayoutMkLst>
            <pc:docMk/>
            <pc:sldMasterMk cId="1016079846" sldId="2147483648"/>
            <pc:sldLayoutMk cId="1785355282" sldId="2147483649"/>
          </pc:sldLayoutMkLst>
        </pc:sldLayoutChg>
        <pc:sldLayoutChg chg="setBg">
          <pc:chgData name="Bart" userId="32564be6-3772-4f77-8099-aa7e4c72ca61" providerId="ADAL" clId="{C37CFDD1-1458-479B-A61C-2C657D7DD5C3}" dt="2021-06-24T08:59:49.058" v="10"/>
          <pc:sldLayoutMkLst>
            <pc:docMk/>
            <pc:sldMasterMk cId="1016079846" sldId="2147483648"/>
            <pc:sldLayoutMk cId="1532882243" sldId="2147483650"/>
          </pc:sldLayoutMkLst>
        </pc:sldLayoutChg>
        <pc:sldLayoutChg chg="setBg">
          <pc:chgData name="Bart" userId="32564be6-3772-4f77-8099-aa7e4c72ca61" providerId="ADAL" clId="{C37CFDD1-1458-479B-A61C-2C657D7DD5C3}" dt="2021-06-24T08:59:49.058" v="10"/>
          <pc:sldLayoutMkLst>
            <pc:docMk/>
            <pc:sldMasterMk cId="1016079846" sldId="2147483648"/>
            <pc:sldLayoutMk cId="3195599674" sldId="2147483651"/>
          </pc:sldLayoutMkLst>
        </pc:sldLayoutChg>
        <pc:sldLayoutChg chg="setBg">
          <pc:chgData name="Bart" userId="32564be6-3772-4f77-8099-aa7e4c72ca61" providerId="ADAL" clId="{C37CFDD1-1458-479B-A61C-2C657D7DD5C3}" dt="2021-06-24T08:59:49.058" v="10"/>
          <pc:sldLayoutMkLst>
            <pc:docMk/>
            <pc:sldMasterMk cId="1016079846" sldId="2147483648"/>
            <pc:sldLayoutMk cId="2284101934" sldId="2147483652"/>
          </pc:sldLayoutMkLst>
        </pc:sldLayoutChg>
        <pc:sldLayoutChg chg="setBg">
          <pc:chgData name="Bart" userId="32564be6-3772-4f77-8099-aa7e4c72ca61" providerId="ADAL" clId="{C37CFDD1-1458-479B-A61C-2C657D7DD5C3}" dt="2021-06-24T08:59:49.058" v="10"/>
          <pc:sldLayoutMkLst>
            <pc:docMk/>
            <pc:sldMasterMk cId="1016079846" sldId="2147483648"/>
            <pc:sldLayoutMk cId="3478871560" sldId="2147483653"/>
          </pc:sldLayoutMkLst>
        </pc:sldLayoutChg>
        <pc:sldLayoutChg chg="setBg">
          <pc:chgData name="Bart" userId="32564be6-3772-4f77-8099-aa7e4c72ca61" providerId="ADAL" clId="{C37CFDD1-1458-479B-A61C-2C657D7DD5C3}" dt="2021-06-24T08:59:49.058" v="10"/>
          <pc:sldLayoutMkLst>
            <pc:docMk/>
            <pc:sldMasterMk cId="1016079846" sldId="2147483648"/>
            <pc:sldLayoutMk cId="3538778222" sldId="2147483654"/>
          </pc:sldLayoutMkLst>
        </pc:sldLayoutChg>
        <pc:sldLayoutChg chg="setBg">
          <pc:chgData name="Bart" userId="32564be6-3772-4f77-8099-aa7e4c72ca61" providerId="ADAL" clId="{C37CFDD1-1458-479B-A61C-2C657D7DD5C3}" dt="2021-06-24T08:59:49.058" v="10"/>
          <pc:sldLayoutMkLst>
            <pc:docMk/>
            <pc:sldMasterMk cId="1016079846" sldId="2147483648"/>
            <pc:sldLayoutMk cId="3973630101" sldId="2147483655"/>
          </pc:sldLayoutMkLst>
        </pc:sldLayoutChg>
        <pc:sldLayoutChg chg="setBg">
          <pc:chgData name="Bart" userId="32564be6-3772-4f77-8099-aa7e4c72ca61" providerId="ADAL" clId="{C37CFDD1-1458-479B-A61C-2C657D7DD5C3}" dt="2021-06-24T08:59:49.058" v="10"/>
          <pc:sldLayoutMkLst>
            <pc:docMk/>
            <pc:sldMasterMk cId="1016079846" sldId="2147483648"/>
            <pc:sldLayoutMk cId="179819156" sldId="2147483656"/>
          </pc:sldLayoutMkLst>
        </pc:sldLayoutChg>
        <pc:sldLayoutChg chg="setBg">
          <pc:chgData name="Bart" userId="32564be6-3772-4f77-8099-aa7e4c72ca61" providerId="ADAL" clId="{C37CFDD1-1458-479B-A61C-2C657D7DD5C3}" dt="2021-06-24T08:59:49.058" v="10"/>
          <pc:sldLayoutMkLst>
            <pc:docMk/>
            <pc:sldMasterMk cId="1016079846" sldId="2147483648"/>
            <pc:sldLayoutMk cId="242747704" sldId="2147483657"/>
          </pc:sldLayoutMkLst>
        </pc:sldLayoutChg>
        <pc:sldLayoutChg chg="setBg">
          <pc:chgData name="Bart" userId="32564be6-3772-4f77-8099-aa7e4c72ca61" providerId="ADAL" clId="{C37CFDD1-1458-479B-A61C-2C657D7DD5C3}" dt="2021-06-24T08:59:49.058" v="10"/>
          <pc:sldLayoutMkLst>
            <pc:docMk/>
            <pc:sldMasterMk cId="1016079846" sldId="2147483648"/>
            <pc:sldLayoutMk cId="4023541389" sldId="2147483658"/>
          </pc:sldLayoutMkLst>
        </pc:sldLayoutChg>
        <pc:sldLayoutChg chg="setBg">
          <pc:chgData name="Bart" userId="32564be6-3772-4f77-8099-aa7e4c72ca61" providerId="ADAL" clId="{C37CFDD1-1458-479B-A61C-2C657D7DD5C3}" dt="2021-06-24T08:59:49.058" v="10"/>
          <pc:sldLayoutMkLst>
            <pc:docMk/>
            <pc:sldMasterMk cId="1016079846" sldId="2147483648"/>
            <pc:sldLayoutMk cId="3820867972" sldId="2147483659"/>
          </pc:sldLayoutMkLst>
        </pc:sldLayoutChg>
      </pc:sldMasterChg>
    </pc:docChg>
  </pc:docChgLst>
  <pc:docChgLst>
    <pc:chgData name="Bart van Eijkelenburg" userId="32564be6-3772-4f77-8099-aa7e4c72ca61" providerId="ADAL" clId="{D6217290-A345-4D94-8708-5F79A6C12529}"/>
    <pc:docChg chg="undo redo custSel addSld delSld modSld sldOrd">
      <pc:chgData name="Bart van Eijkelenburg" userId="32564be6-3772-4f77-8099-aa7e4c72ca61" providerId="ADAL" clId="{D6217290-A345-4D94-8708-5F79A6C12529}" dt="2025-07-15T12:52:18.483" v="10484" actId="2085"/>
      <pc:docMkLst>
        <pc:docMk/>
      </pc:docMkLst>
      <pc:sldChg chg="modSp mod">
        <pc:chgData name="Bart van Eijkelenburg" userId="32564be6-3772-4f77-8099-aa7e4c72ca61" providerId="ADAL" clId="{D6217290-A345-4D94-8708-5F79A6C12529}" dt="2025-07-14T12:30:16.210" v="2274" actId="6549"/>
        <pc:sldMkLst>
          <pc:docMk/>
          <pc:sldMk cId="2318623463" sldId="257"/>
        </pc:sldMkLst>
        <pc:spChg chg="mod">
          <ac:chgData name="Bart van Eijkelenburg" userId="32564be6-3772-4f77-8099-aa7e4c72ca61" providerId="ADAL" clId="{D6217290-A345-4D94-8708-5F79A6C12529}" dt="2025-07-14T12:30:16.210" v="2274" actId="6549"/>
          <ac:spMkLst>
            <pc:docMk/>
            <pc:sldMk cId="2318623463" sldId="257"/>
            <ac:spMk id="9" creationId="{93642476-5FC9-4978-B1E7-2A957EC9D636}"/>
          </ac:spMkLst>
        </pc:spChg>
      </pc:sldChg>
      <pc:sldChg chg="del">
        <pc:chgData name="Bart van Eijkelenburg" userId="32564be6-3772-4f77-8099-aa7e4c72ca61" providerId="ADAL" clId="{D6217290-A345-4D94-8708-5F79A6C12529}" dt="2025-07-14T12:10:52.177" v="2185" actId="2696"/>
        <pc:sldMkLst>
          <pc:docMk/>
          <pc:sldMk cId="3771472608" sldId="259"/>
        </pc:sldMkLst>
      </pc:sldChg>
      <pc:sldChg chg="del">
        <pc:chgData name="Bart van Eijkelenburg" userId="32564be6-3772-4f77-8099-aa7e4c72ca61" providerId="ADAL" clId="{D6217290-A345-4D94-8708-5F79A6C12529}" dt="2025-07-14T20:33:47.948" v="6252" actId="2696"/>
        <pc:sldMkLst>
          <pc:docMk/>
          <pc:sldMk cId="635267584" sldId="260"/>
        </pc:sldMkLst>
      </pc:sldChg>
      <pc:sldChg chg="del">
        <pc:chgData name="Bart van Eijkelenburg" userId="32564be6-3772-4f77-8099-aa7e4c72ca61" providerId="ADAL" clId="{D6217290-A345-4D94-8708-5F79A6C12529}" dt="2025-07-14T20:33:47.948" v="6252" actId="2696"/>
        <pc:sldMkLst>
          <pc:docMk/>
          <pc:sldMk cId="1097656648" sldId="261"/>
        </pc:sldMkLst>
      </pc:sldChg>
      <pc:sldChg chg="del">
        <pc:chgData name="Bart van Eijkelenburg" userId="32564be6-3772-4f77-8099-aa7e4c72ca61" providerId="ADAL" clId="{D6217290-A345-4D94-8708-5F79A6C12529}" dt="2025-07-14T20:33:47.948" v="6252" actId="2696"/>
        <pc:sldMkLst>
          <pc:docMk/>
          <pc:sldMk cId="404345022" sldId="262"/>
        </pc:sldMkLst>
      </pc:sldChg>
      <pc:sldChg chg="add del">
        <pc:chgData name="Bart van Eijkelenburg" userId="32564be6-3772-4f77-8099-aa7e4c72ca61" providerId="ADAL" clId="{D6217290-A345-4D94-8708-5F79A6C12529}" dt="2025-07-14T12:10:52.177" v="2185" actId="2696"/>
        <pc:sldMkLst>
          <pc:docMk/>
          <pc:sldMk cId="4171359619" sldId="263"/>
        </pc:sldMkLst>
      </pc:sldChg>
      <pc:sldChg chg="del">
        <pc:chgData name="Bart van Eijkelenburg" userId="32564be6-3772-4f77-8099-aa7e4c72ca61" providerId="ADAL" clId="{D6217290-A345-4D94-8708-5F79A6C12529}" dt="2025-07-14T20:33:47.948" v="6252" actId="2696"/>
        <pc:sldMkLst>
          <pc:docMk/>
          <pc:sldMk cId="3382024644" sldId="264"/>
        </pc:sldMkLst>
      </pc:sldChg>
      <pc:sldChg chg="add del">
        <pc:chgData name="Bart van Eijkelenburg" userId="32564be6-3772-4f77-8099-aa7e4c72ca61" providerId="ADAL" clId="{D6217290-A345-4D94-8708-5F79A6C12529}" dt="2025-07-15T12:46:22.641" v="10435" actId="47"/>
        <pc:sldMkLst>
          <pc:docMk/>
          <pc:sldMk cId="430207665" sldId="270"/>
        </pc:sldMkLst>
      </pc:sldChg>
      <pc:sldChg chg="add del">
        <pc:chgData name="Bart van Eijkelenburg" userId="32564be6-3772-4f77-8099-aa7e4c72ca61" providerId="ADAL" clId="{D6217290-A345-4D94-8708-5F79A6C12529}" dt="2025-07-15T12:46:22.641" v="10435" actId="47"/>
        <pc:sldMkLst>
          <pc:docMk/>
          <pc:sldMk cId="1488594184" sldId="271"/>
        </pc:sldMkLst>
      </pc:sldChg>
      <pc:sldChg chg="add del">
        <pc:chgData name="Bart van Eijkelenburg" userId="32564be6-3772-4f77-8099-aa7e4c72ca61" providerId="ADAL" clId="{D6217290-A345-4D94-8708-5F79A6C12529}" dt="2025-07-15T12:46:22.641" v="10435" actId="47"/>
        <pc:sldMkLst>
          <pc:docMk/>
          <pc:sldMk cId="2200172011" sldId="272"/>
        </pc:sldMkLst>
      </pc:sldChg>
      <pc:sldChg chg="add del">
        <pc:chgData name="Bart van Eijkelenburg" userId="32564be6-3772-4f77-8099-aa7e4c72ca61" providerId="ADAL" clId="{D6217290-A345-4D94-8708-5F79A6C12529}" dt="2025-07-15T12:46:22.641" v="10435" actId="47"/>
        <pc:sldMkLst>
          <pc:docMk/>
          <pc:sldMk cId="1129880805" sldId="273"/>
        </pc:sldMkLst>
      </pc:sldChg>
      <pc:sldChg chg="add del">
        <pc:chgData name="Bart van Eijkelenburg" userId="32564be6-3772-4f77-8099-aa7e4c72ca61" providerId="ADAL" clId="{D6217290-A345-4D94-8708-5F79A6C12529}" dt="2025-07-15T12:46:22.641" v="10435" actId="47"/>
        <pc:sldMkLst>
          <pc:docMk/>
          <pc:sldMk cId="2952688865" sldId="274"/>
        </pc:sldMkLst>
      </pc:sldChg>
      <pc:sldChg chg="add del">
        <pc:chgData name="Bart van Eijkelenburg" userId="32564be6-3772-4f77-8099-aa7e4c72ca61" providerId="ADAL" clId="{D6217290-A345-4D94-8708-5F79A6C12529}" dt="2025-07-15T12:46:22.641" v="10435" actId="47"/>
        <pc:sldMkLst>
          <pc:docMk/>
          <pc:sldMk cId="732824804" sldId="275"/>
        </pc:sldMkLst>
      </pc:sldChg>
      <pc:sldChg chg="add del">
        <pc:chgData name="Bart van Eijkelenburg" userId="32564be6-3772-4f77-8099-aa7e4c72ca61" providerId="ADAL" clId="{D6217290-A345-4D94-8708-5F79A6C12529}" dt="2025-07-15T12:46:22.641" v="10435" actId="47"/>
        <pc:sldMkLst>
          <pc:docMk/>
          <pc:sldMk cId="3729410137" sldId="276"/>
        </pc:sldMkLst>
      </pc:sldChg>
      <pc:sldChg chg="addSp delSp modSp mod">
        <pc:chgData name="Bart van Eijkelenburg" userId="32564be6-3772-4f77-8099-aa7e4c72ca61" providerId="ADAL" clId="{D6217290-A345-4D94-8708-5F79A6C12529}" dt="2025-07-15T12:52:18.483" v="10484" actId="2085"/>
        <pc:sldMkLst>
          <pc:docMk/>
          <pc:sldMk cId="3443347485" sldId="278"/>
        </pc:sldMkLst>
        <pc:spChg chg="add mod ord">
          <ac:chgData name="Bart van Eijkelenburg" userId="32564be6-3772-4f77-8099-aa7e4c72ca61" providerId="ADAL" clId="{D6217290-A345-4D94-8708-5F79A6C12529}" dt="2025-07-15T12:52:18.483" v="10484" actId="2085"/>
          <ac:spMkLst>
            <pc:docMk/>
            <pc:sldMk cId="3443347485" sldId="278"/>
            <ac:spMk id="2" creationId="{4DB0405F-DC0E-B577-0198-5EDBF22BD434}"/>
          </ac:spMkLst>
        </pc:spChg>
        <pc:spChg chg="del mod">
          <ac:chgData name="Bart van Eijkelenburg" userId="32564be6-3772-4f77-8099-aa7e4c72ca61" providerId="ADAL" clId="{D6217290-A345-4D94-8708-5F79A6C12529}" dt="2025-07-15T12:50:45.403" v="10443" actId="478"/>
          <ac:spMkLst>
            <pc:docMk/>
            <pc:sldMk cId="3443347485" sldId="278"/>
            <ac:spMk id="29" creationId="{380BB847-3E4E-4D04-A103-2F1D5E5A2031}"/>
          </ac:spMkLst>
        </pc:spChg>
        <pc:spChg chg="mod">
          <ac:chgData name="Bart van Eijkelenburg" userId="32564be6-3772-4f77-8099-aa7e4c72ca61" providerId="ADAL" clId="{D6217290-A345-4D94-8708-5F79A6C12529}" dt="2025-07-15T12:50:53.853" v="10454" actId="6549"/>
          <ac:spMkLst>
            <pc:docMk/>
            <pc:sldMk cId="3443347485" sldId="278"/>
            <ac:spMk id="30" creationId="{A80C976F-6F24-4156-8C3A-6EE1B918ECAB}"/>
          </ac:spMkLst>
        </pc:spChg>
      </pc:sldChg>
      <pc:sldChg chg="addSp delSp modSp add mod addAnim delAnim modAnim">
        <pc:chgData name="Bart van Eijkelenburg" userId="32564be6-3772-4f77-8099-aa7e4c72ca61" providerId="ADAL" clId="{D6217290-A345-4D94-8708-5F79A6C12529}" dt="2025-07-14T11:55:22.594" v="1402"/>
        <pc:sldMkLst>
          <pc:docMk/>
          <pc:sldMk cId="3059285353" sldId="355"/>
        </pc:sldMkLst>
        <pc:spChg chg="mod">
          <ac:chgData name="Bart van Eijkelenburg" userId="32564be6-3772-4f77-8099-aa7e4c72ca61" providerId="ADAL" clId="{D6217290-A345-4D94-8708-5F79A6C12529}" dt="2025-07-14T11:44:40.144" v="1281" actId="404"/>
          <ac:spMkLst>
            <pc:docMk/>
            <pc:sldMk cId="3059285353" sldId="355"/>
            <ac:spMk id="2" creationId="{BB03D2A5-0575-AE47-A4FF-7494C46ED086}"/>
          </ac:spMkLst>
        </pc:spChg>
        <pc:spChg chg="add del mod">
          <ac:chgData name="Bart van Eijkelenburg" userId="32564be6-3772-4f77-8099-aa7e4c72ca61" providerId="ADAL" clId="{D6217290-A345-4D94-8708-5F79A6C12529}" dt="2025-07-14T11:46:58.215" v="1306" actId="478"/>
          <ac:spMkLst>
            <pc:docMk/>
            <pc:sldMk cId="3059285353" sldId="355"/>
            <ac:spMk id="3" creationId="{29ED8384-C4DB-76F3-A7FF-FE9D421BA024}"/>
          </ac:spMkLst>
        </pc:spChg>
        <pc:spChg chg="add mod">
          <ac:chgData name="Bart van Eijkelenburg" userId="32564be6-3772-4f77-8099-aa7e4c72ca61" providerId="ADAL" clId="{D6217290-A345-4D94-8708-5F79A6C12529}" dt="2025-07-14T11:47:46.012" v="1309" actId="1076"/>
          <ac:spMkLst>
            <pc:docMk/>
            <pc:sldMk cId="3059285353" sldId="355"/>
            <ac:spMk id="4" creationId="{8F808396-D768-A081-D788-B3E035F880AA}"/>
          </ac:spMkLst>
        </pc:spChg>
        <pc:spChg chg="add del mod ord">
          <ac:chgData name="Bart van Eijkelenburg" userId="32564be6-3772-4f77-8099-aa7e4c72ca61" providerId="ADAL" clId="{D6217290-A345-4D94-8708-5F79A6C12529}" dt="2025-07-14T11:53:47.682" v="1396" actId="1037"/>
          <ac:spMkLst>
            <pc:docMk/>
            <pc:sldMk cId="3059285353" sldId="355"/>
            <ac:spMk id="5" creationId="{01E30A47-F153-4943-F227-72D779948119}"/>
          </ac:spMkLst>
        </pc:spChg>
        <pc:spChg chg="mod">
          <ac:chgData name="Bart van Eijkelenburg" userId="32564be6-3772-4f77-8099-aa7e4c72ca61" providerId="ADAL" clId="{D6217290-A345-4D94-8708-5F79A6C12529}" dt="2025-07-14T11:48:55.949" v="1318" actId="14100"/>
          <ac:spMkLst>
            <pc:docMk/>
            <pc:sldMk cId="3059285353" sldId="355"/>
            <ac:spMk id="6" creationId="{1E292B05-BD6A-9696-30E7-1388EACBCBF6}"/>
          </ac:spMkLst>
        </pc:spChg>
        <pc:spChg chg="mod">
          <ac:chgData name="Bart van Eijkelenburg" userId="32564be6-3772-4f77-8099-aa7e4c72ca61" providerId="ADAL" clId="{D6217290-A345-4D94-8708-5F79A6C12529}" dt="2025-07-14T11:48:33.430" v="1315" actId="1035"/>
          <ac:spMkLst>
            <pc:docMk/>
            <pc:sldMk cId="3059285353" sldId="355"/>
            <ac:spMk id="7" creationId="{594455F7-AF94-DE73-B827-976195DFA0BC}"/>
          </ac:spMkLst>
        </pc:spChg>
        <pc:spChg chg="add mod">
          <ac:chgData name="Bart van Eijkelenburg" userId="32564be6-3772-4f77-8099-aa7e4c72ca61" providerId="ADAL" clId="{D6217290-A345-4D94-8708-5F79A6C12529}" dt="2025-07-14T11:55:12.271" v="1400"/>
          <ac:spMkLst>
            <pc:docMk/>
            <pc:sldMk cId="3059285353" sldId="355"/>
            <ac:spMk id="13" creationId="{FDCDA6A3-8149-91AE-7279-03CBB85B51A5}"/>
          </ac:spMkLst>
        </pc:spChg>
        <pc:spChg chg="mod">
          <ac:chgData name="Bart van Eijkelenburg" userId="32564be6-3772-4f77-8099-aa7e4c72ca61" providerId="ADAL" clId="{D6217290-A345-4D94-8708-5F79A6C12529}" dt="2025-07-14T11:44:45.517" v="1282" actId="1076"/>
          <ac:spMkLst>
            <pc:docMk/>
            <pc:sldMk cId="3059285353" sldId="355"/>
            <ac:spMk id="39" creationId="{D580117C-E51D-291E-1AAB-89F29BB76E8F}"/>
          </ac:spMkLst>
        </pc:spChg>
        <pc:spChg chg="add del mod ord">
          <ac:chgData name="Bart van Eijkelenburg" userId="32564be6-3772-4f77-8099-aa7e4c72ca61" providerId="ADAL" clId="{D6217290-A345-4D94-8708-5F79A6C12529}" dt="2025-07-14T11:55:11.578" v="1399" actId="478"/>
          <ac:spMkLst>
            <pc:docMk/>
            <pc:sldMk cId="3059285353" sldId="355"/>
            <ac:spMk id="41" creationId="{EAADE8F0-1940-4729-30B6-0B044DBB6F31}"/>
          </ac:spMkLst>
        </pc:spChg>
        <pc:spChg chg="mod">
          <ac:chgData name="Bart van Eijkelenburg" userId="32564be6-3772-4f77-8099-aa7e4c72ca61" providerId="ADAL" clId="{D6217290-A345-4D94-8708-5F79A6C12529}" dt="2025-07-14T09:47:04.698" v="340" actId="20577"/>
          <ac:spMkLst>
            <pc:docMk/>
            <pc:sldMk cId="3059285353" sldId="355"/>
            <ac:spMk id="45" creationId="{85174EA0-88B8-FEA3-68B9-81F84E9DA3A5}"/>
          </ac:spMkLst>
        </pc:spChg>
        <pc:cxnChg chg="mod">
          <ac:chgData name="Bart van Eijkelenburg" userId="32564be6-3772-4f77-8099-aa7e4c72ca61" providerId="ADAL" clId="{D6217290-A345-4D94-8708-5F79A6C12529}" dt="2025-07-14T11:49:18.268" v="1325" actId="1038"/>
          <ac:cxnSpMkLst>
            <pc:docMk/>
            <pc:sldMk cId="3059285353" sldId="355"/>
            <ac:cxnSpMk id="14" creationId="{B02BA479-8A1C-8805-992B-49530F5C42F6}"/>
          </ac:cxnSpMkLst>
        </pc:cxnChg>
        <pc:cxnChg chg="mod">
          <ac:chgData name="Bart van Eijkelenburg" userId="32564be6-3772-4f77-8099-aa7e4c72ca61" providerId="ADAL" clId="{D6217290-A345-4D94-8708-5F79A6C12529}" dt="2025-07-14T11:49:18.268" v="1325" actId="1038"/>
          <ac:cxnSpMkLst>
            <pc:docMk/>
            <pc:sldMk cId="3059285353" sldId="355"/>
            <ac:cxnSpMk id="24" creationId="{A757E928-A5F1-EA37-1902-8FA306A8476F}"/>
          </ac:cxnSpMkLst>
        </pc:cxnChg>
        <pc:cxnChg chg="mod">
          <ac:chgData name="Bart van Eijkelenburg" userId="32564be6-3772-4f77-8099-aa7e4c72ca61" providerId="ADAL" clId="{D6217290-A345-4D94-8708-5F79A6C12529}" dt="2025-07-14T11:49:18.268" v="1325" actId="1038"/>
          <ac:cxnSpMkLst>
            <pc:docMk/>
            <pc:sldMk cId="3059285353" sldId="355"/>
            <ac:cxnSpMk id="25" creationId="{B3DAA00D-6DC9-6EC3-5431-81F59026A1FB}"/>
          </ac:cxnSpMkLst>
        </pc:cxnChg>
        <pc:cxnChg chg="mod">
          <ac:chgData name="Bart van Eijkelenburg" userId="32564be6-3772-4f77-8099-aa7e4c72ca61" providerId="ADAL" clId="{D6217290-A345-4D94-8708-5F79A6C12529}" dt="2025-07-14T11:49:18.268" v="1325" actId="1038"/>
          <ac:cxnSpMkLst>
            <pc:docMk/>
            <pc:sldMk cId="3059285353" sldId="355"/>
            <ac:cxnSpMk id="26" creationId="{0149CEEC-F505-F6BB-ECF9-DE367A918029}"/>
          </ac:cxnSpMkLst>
        </pc:cxnChg>
        <pc:cxnChg chg="mod">
          <ac:chgData name="Bart van Eijkelenburg" userId="32564be6-3772-4f77-8099-aa7e4c72ca61" providerId="ADAL" clId="{D6217290-A345-4D94-8708-5F79A6C12529}" dt="2025-07-14T11:49:18.268" v="1325" actId="1038"/>
          <ac:cxnSpMkLst>
            <pc:docMk/>
            <pc:sldMk cId="3059285353" sldId="355"/>
            <ac:cxnSpMk id="27" creationId="{AB755D16-8BDF-7BAF-A60A-15119D2B7F2F}"/>
          </ac:cxnSpMkLst>
        </pc:cxnChg>
        <pc:cxnChg chg="mod">
          <ac:chgData name="Bart van Eijkelenburg" userId="32564be6-3772-4f77-8099-aa7e4c72ca61" providerId="ADAL" clId="{D6217290-A345-4D94-8708-5F79A6C12529}" dt="2025-07-14T11:49:18.268" v="1325" actId="1038"/>
          <ac:cxnSpMkLst>
            <pc:docMk/>
            <pc:sldMk cId="3059285353" sldId="355"/>
            <ac:cxnSpMk id="28" creationId="{848A253F-76AA-7A42-B298-7B3C62B91E95}"/>
          </ac:cxnSpMkLst>
        </pc:cxnChg>
      </pc:sldChg>
      <pc:sldChg chg="del">
        <pc:chgData name="Bart van Eijkelenburg" userId="32564be6-3772-4f77-8099-aa7e4c72ca61" providerId="ADAL" clId="{D6217290-A345-4D94-8708-5F79A6C12529}" dt="2025-07-14T12:10:52.177" v="2185" actId="2696"/>
        <pc:sldMkLst>
          <pc:docMk/>
          <pc:sldMk cId="3229279154" sldId="369"/>
        </pc:sldMkLst>
      </pc:sldChg>
      <pc:sldChg chg="del">
        <pc:chgData name="Bart van Eijkelenburg" userId="32564be6-3772-4f77-8099-aa7e4c72ca61" providerId="ADAL" clId="{D6217290-A345-4D94-8708-5F79A6C12529}" dt="2025-07-14T12:10:52.177" v="2185" actId="2696"/>
        <pc:sldMkLst>
          <pc:docMk/>
          <pc:sldMk cId="2579359329" sldId="370"/>
        </pc:sldMkLst>
      </pc:sldChg>
      <pc:sldChg chg="del">
        <pc:chgData name="Bart van Eijkelenburg" userId="32564be6-3772-4f77-8099-aa7e4c72ca61" providerId="ADAL" clId="{D6217290-A345-4D94-8708-5F79A6C12529}" dt="2025-07-14T12:10:52.177" v="2185" actId="2696"/>
        <pc:sldMkLst>
          <pc:docMk/>
          <pc:sldMk cId="3133021286" sldId="371"/>
        </pc:sldMkLst>
      </pc:sldChg>
      <pc:sldChg chg="add del">
        <pc:chgData name="Bart van Eijkelenburg" userId="32564be6-3772-4f77-8099-aa7e4c72ca61" providerId="ADAL" clId="{D6217290-A345-4D94-8708-5F79A6C12529}" dt="2025-07-14T12:10:52.177" v="2185" actId="2696"/>
        <pc:sldMkLst>
          <pc:docMk/>
          <pc:sldMk cId="3127605256" sldId="372"/>
        </pc:sldMkLst>
      </pc:sldChg>
      <pc:sldChg chg="modSp mod">
        <pc:chgData name="Bart van Eijkelenburg" userId="32564be6-3772-4f77-8099-aa7e4c72ca61" providerId="ADAL" clId="{D6217290-A345-4D94-8708-5F79A6C12529}" dt="2025-07-15T12:51:18.921" v="10472" actId="20577"/>
        <pc:sldMkLst>
          <pc:docMk/>
          <pc:sldMk cId="3315778803" sldId="374"/>
        </pc:sldMkLst>
        <pc:spChg chg="mod">
          <ac:chgData name="Bart van Eijkelenburg" userId="32564be6-3772-4f77-8099-aa7e4c72ca61" providerId="ADAL" clId="{D6217290-A345-4D94-8708-5F79A6C12529}" dt="2025-07-15T12:51:18.921" v="10472" actId="20577"/>
          <ac:spMkLst>
            <pc:docMk/>
            <pc:sldMk cId="3315778803" sldId="374"/>
            <ac:spMk id="6" creationId="{9D712648-A749-4D8F-BF8D-320A30BE0286}"/>
          </ac:spMkLst>
        </pc:spChg>
        <pc:spChg chg="mod">
          <ac:chgData name="Bart van Eijkelenburg" userId="32564be6-3772-4f77-8099-aa7e4c72ca61" providerId="ADAL" clId="{D6217290-A345-4D94-8708-5F79A6C12529}" dt="2025-07-14T12:32:13.917" v="2328" actId="20577"/>
          <ac:spMkLst>
            <pc:docMk/>
            <pc:sldMk cId="3315778803" sldId="374"/>
            <ac:spMk id="8" creationId="{4BE06C53-7688-498D-B6CC-39020F2B65C3}"/>
          </ac:spMkLst>
        </pc:spChg>
      </pc:sldChg>
      <pc:sldChg chg="modSp mod">
        <pc:chgData name="Bart van Eijkelenburg" userId="32564be6-3772-4f77-8099-aa7e4c72ca61" providerId="ADAL" clId="{D6217290-A345-4D94-8708-5F79A6C12529}" dt="2025-07-15T12:51:32.342" v="10480" actId="20577"/>
        <pc:sldMkLst>
          <pc:docMk/>
          <pc:sldMk cId="2795626735" sldId="375"/>
        </pc:sldMkLst>
        <pc:spChg chg="mod">
          <ac:chgData name="Bart van Eijkelenburg" userId="32564be6-3772-4f77-8099-aa7e4c72ca61" providerId="ADAL" clId="{D6217290-A345-4D94-8708-5F79A6C12529}" dt="2025-07-15T12:51:32.342" v="10480" actId="20577"/>
          <ac:spMkLst>
            <pc:docMk/>
            <pc:sldMk cId="2795626735" sldId="375"/>
            <ac:spMk id="6" creationId="{9D712648-A749-4D8F-BF8D-320A30BE0286}"/>
          </ac:spMkLst>
        </pc:spChg>
        <pc:spChg chg="mod">
          <ac:chgData name="Bart van Eijkelenburg" userId="32564be6-3772-4f77-8099-aa7e4c72ca61" providerId="ADAL" clId="{D6217290-A345-4D94-8708-5F79A6C12529}" dt="2025-07-14T12:32:00.195" v="2303" actId="20577"/>
          <ac:spMkLst>
            <pc:docMk/>
            <pc:sldMk cId="2795626735" sldId="375"/>
            <ac:spMk id="8" creationId="{4BE06C53-7688-498D-B6CC-39020F2B65C3}"/>
          </ac:spMkLst>
        </pc:spChg>
      </pc:sldChg>
      <pc:sldChg chg="modSp mod">
        <pc:chgData name="Bart van Eijkelenburg" userId="32564be6-3772-4f77-8099-aa7e4c72ca61" providerId="ADAL" clId="{D6217290-A345-4D94-8708-5F79A6C12529}" dt="2025-07-15T12:51:40.906" v="10482" actId="20577"/>
        <pc:sldMkLst>
          <pc:docMk/>
          <pc:sldMk cId="1916918507" sldId="376"/>
        </pc:sldMkLst>
        <pc:spChg chg="mod">
          <ac:chgData name="Bart van Eijkelenburg" userId="32564be6-3772-4f77-8099-aa7e4c72ca61" providerId="ADAL" clId="{D6217290-A345-4D94-8708-5F79A6C12529}" dt="2025-07-15T12:51:06.389" v="10464" actId="20577"/>
          <ac:spMkLst>
            <pc:docMk/>
            <pc:sldMk cId="1916918507" sldId="376"/>
            <ac:spMk id="6" creationId="{9D712648-A749-4D8F-BF8D-320A30BE0286}"/>
          </ac:spMkLst>
        </pc:spChg>
        <pc:spChg chg="mod">
          <ac:chgData name="Bart van Eijkelenburg" userId="32564be6-3772-4f77-8099-aa7e4c72ca61" providerId="ADAL" clId="{D6217290-A345-4D94-8708-5F79A6C12529}" dt="2025-07-15T12:51:40.906" v="10482" actId="20577"/>
          <ac:spMkLst>
            <pc:docMk/>
            <pc:sldMk cId="1916918507" sldId="376"/>
            <ac:spMk id="8" creationId="{4BE06C53-7688-498D-B6CC-39020F2B65C3}"/>
          </ac:spMkLst>
        </pc:spChg>
      </pc:sldChg>
      <pc:sldChg chg="delSp modSp add del mod delAnim">
        <pc:chgData name="Bart van Eijkelenburg" userId="32564be6-3772-4f77-8099-aa7e4c72ca61" providerId="ADAL" clId="{D6217290-A345-4D94-8708-5F79A6C12529}" dt="2025-07-14T11:43:43.402" v="1275" actId="2696"/>
        <pc:sldMkLst>
          <pc:docMk/>
          <pc:sldMk cId="1789100809" sldId="388"/>
        </pc:sldMkLst>
        <pc:spChg chg="mod">
          <ac:chgData name="Bart van Eijkelenburg" userId="32564be6-3772-4f77-8099-aa7e4c72ca61" providerId="ADAL" clId="{D6217290-A345-4D94-8708-5F79A6C12529}" dt="2025-07-14T11:41:36.148" v="1162" actId="6549"/>
          <ac:spMkLst>
            <pc:docMk/>
            <pc:sldMk cId="1789100809" sldId="388"/>
            <ac:spMk id="2" creationId="{B7FB2710-4B7B-F174-15FE-DF209CB48548}"/>
          </ac:spMkLst>
        </pc:spChg>
        <pc:spChg chg="mod">
          <ac:chgData name="Bart van Eijkelenburg" userId="32564be6-3772-4f77-8099-aa7e4c72ca61" providerId="ADAL" clId="{D6217290-A345-4D94-8708-5F79A6C12529}" dt="2025-07-14T09:42:18.355" v="247" actId="1035"/>
          <ac:spMkLst>
            <pc:docMk/>
            <pc:sldMk cId="1789100809" sldId="388"/>
            <ac:spMk id="3" creationId="{E6C05396-CB66-4CB6-956A-E64889BC5D52}"/>
          </ac:spMkLst>
        </pc:spChg>
        <pc:spChg chg="mod">
          <ac:chgData name="Bart van Eijkelenburg" userId="32564be6-3772-4f77-8099-aa7e4c72ca61" providerId="ADAL" clId="{D6217290-A345-4D94-8708-5F79A6C12529}" dt="2025-07-14T09:42:18.355" v="247" actId="1035"/>
          <ac:spMkLst>
            <pc:docMk/>
            <pc:sldMk cId="1789100809" sldId="388"/>
            <ac:spMk id="6" creationId="{4F2FF579-53A0-CB7F-F349-DF04CE6C392E}"/>
          </ac:spMkLst>
        </pc:spChg>
        <pc:spChg chg="mod">
          <ac:chgData name="Bart van Eijkelenburg" userId="32564be6-3772-4f77-8099-aa7e4c72ca61" providerId="ADAL" clId="{D6217290-A345-4D94-8708-5F79A6C12529}" dt="2025-07-14T09:42:18.355" v="247" actId="1035"/>
          <ac:spMkLst>
            <pc:docMk/>
            <pc:sldMk cId="1789100809" sldId="388"/>
            <ac:spMk id="7" creationId="{93DCD54B-0BA8-FC79-3557-DCCBD013A077}"/>
          </ac:spMkLst>
        </pc:spChg>
        <pc:spChg chg="mod">
          <ac:chgData name="Bart van Eijkelenburg" userId="32564be6-3772-4f77-8099-aa7e4c72ca61" providerId="ADAL" clId="{D6217290-A345-4D94-8708-5F79A6C12529}" dt="2025-07-14T09:42:18.355" v="247" actId="1035"/>
          <ac:spMkLst>
            <pc:docMk/>
            <pc:sldMk cId="1789100809" sldId="388"/>
            <ac:spMk id="8" creationId="{CE83A3E9-89AD-F1A3-F25C-498F4B0314B0}"/>
          </ac:spMkLst>
        </pc:spChg>
        <pc:spChg chg="mod">
          <ac:chgData name="Bart van Eijkelenburg" userId="32564be6-3772-4f77-8099-aa7e4c72ca61" providerId="ADAL" clId="{D6217290-A345-4D94-8708-5F79A6C12529}" dt="2025-07-14T09:42:18.355" v="247" actId="1035"/>
          <ac:spMkLst>
            <pc:docMk/>
            <pc:sldMk cId="1789100809" sldId="388"/>
            <ac:spMk id="9" creationId="{2AE32BEC-63E9-4BDB-5192-9630BC5BB5D3}"/>
          </ac:spMkLst>
        </pc:spChg>
        <pc:spChg chg="mod">
          <ac:chgData name="Bart van Eijkelenburg" userId="32564be6-3772-4f77-8099-aa7e4c72ca61" providerId="ADAL" clId="{D6217290-A345-4D94-8708-5F79A6C12529}" dt="2025-07-14T09:42:18.355" v="247" actId="1035"/>
          <ac:spMkLst>
            <pc:docMk/>
            <pc:sldMk cId="1789100809" sldId="388"/>
            <ac:spMk id="10" creationId="{04DE73C5-7766-61B7-654D-28528FEBAC11}"/>
          </ac:spMkLst>
        </pc:spChg>
        <pc:spChg chg="mod">
          <ac:chgData name="Bart van Eijkelenburg" userId="32564be6-3772-4f77-8099-aa7e4c72ca61" providerId="ADAL" clId="{D6217290-A345-4D94-8708-5F79A6C12529}" dt="2025-07-14T09:42:18.355" v="247" actId="1035"/>
          <ac:spMkLst>
            <pc:docMk/>
            <pc:sldMk cId="1789100809" sldId="388"/>
            <ac:spMk id="11" creationId="{83F83B5C-BE7A-F1BA-A96C-0B8E43641DF0}"/>
          </ac:spMkLst>
        </pc:spChg>
        <pc:spChg chg="mod">
          <ac:chgData name="Bart van Eijkelenburg" userId="32564be6-3772-4f77-8099-aa7e4c72ca61" providerId="ADAL" clId="{D6217290-A345-4D94-8708-5F79A6C12529}" dt="2025-07-14T09:42:18.355" v="247" actId="1035"/>
          <ac:spMkLst>
            <pc:docMk/>
            <pc:sldMk cId="1789100809" sldId="388"/>
            <ac:spMk id="12" creationId="{7D25B544-72D2-25FB-B7F8-89350EA677EA}"/>
          </ac:spMkLst>
        </pc:spChg>
        <pc:spChg chg="mod">
          <ac:chgData name="Bart van Eijkelenburg" userId="32564be6-3772-4f77-8099-aa7e4c72ca61" providerId="ADAL" clId="{D6217290-A345-4D94-8708-5F79A6C12529}" dt="2025-07-14T09:42:18.355" v="247" actId="1035"/>
          <ac:spMkLst>
            <pc:docMk/>
            <pc:sldMk cId="1789100809" sldId="388"/>
            <ac:spMk id="33" creationId="{A003BF14-CDD6-50BC-190E-509981295554}"/>
          </ac:spMkLst>
        </pc:spChg>
        <pc:spChg chg="del">
          <ac:chgData name="Bart van Eijkelenburg" userId="32564be6-3772-4f77-8099-aa7e4c72ca61" providerId="ADAL" clId="{D6217290-A345-4D94-8708-5F79A6C12529}" dt="2025-07-14T09:42:22.796" v="248" actId="478"/>
          <ac:spMkLst>
            <pc:docMk/>
            <pc:sldMk cId="1789100809" sldId="388"/>
            <ac:spMk id="39" creationId="{48F503A3-643C-D98C-CC25-EF9526276AA4}"/>
          </ac:spMkLst>
        </pc:spChg>
        <pc:spChg chg="mod">
          <ac:chgData name="Bart van Eijkelenburg" userId="32564be6-3772-4f77-8099-aa7e4c72ca61" providerId="ADAL" clId="{D6217290-A345-4D94-8708-5F79A6C12529}" dt="2025-07-14T09:42:18.355" v="247" actId="1035"/>
          <ac:spMkLst>
            <pc:docMk/>
            <pc:sldMk cId="1789100809" sldId="388"/>
            <ac:spMk id="40" creationId="{6B2935B2-3380-7872-9110-643D47666E98}"/>
          </ac:spMkLst>
        </pc:spChg>
        <pc:spChg chg="mod">
          <ac:chgData name="Bart van Eijkelenburg" userId="32564be6-3772-4f77-8099-aa7e4c72ca61" providerId="ADAL" clId="{D6217290-A345-4D94-8708-5F79A6C12529}" dt="2025-07-14T09:41:16.914" v="138" actId="20577"/>
          <ac:spMkLst>
            <pc:docMk/>
            <pc:sldMk cId="1789100809" sldId="388"/>
            <ac:spMk id="45" creationId="{93FBE514-0534-70A3-5F40-0A05347CFA33}"/>
          </ac:spMkLst>
        </pc:spChg>
      </pc:sldChg>
      <pc:sldChg chg="addSp delSp modSp add mod delAnim modAnim">
        <pc:chgData name="Bart van Eijkelenburg" userId="32564be6-3772-4f77-8099-aa7e4c72ca61" providerId="ADAL" clId="{D6217290-A345-4D94-8708-5F79A6C12529}" dt="2025-07-15T10:06:20.766" v="6330" actId="20577"/>
        <pc:sldMkLst>
          <pc:docMk/>
          <pc:sldMk cId="3351596913" sldId="389"/>
        </pc:sldMkLst>
        <pc:spChg chg="mod">
          <ac:chgData name="Bart van Eijkelenburg" userId="32564be6-3772-4f77-8099-aa7e4c72ca61" providerId="ADAL" clId="{D6217290-A345-4D94-8708-5F79A6C12529}" dt="2025-07-14T11:59:19.140" v="1459" actId="14100"/>
          <ac:spMkLst>
            <pc:docMk/>
            <pc:sldMk cId="3351596913" sldId="389"/>
            <ac:spMk id="2" creationId="{D841B3D4-94D4-50C3-545D-25801E6AFD45}"/>
          </ac:spMkLst>
        </pc:spChg>
        <pc:spChg chg="del">
          <ac:chgData name="Bart van Eijkelenburg" userId="32564be6-3772-4f77-8099-aa7e4c72ca61" providerId="ADAL" clId="{D6217290-A345-4D94-8708-5F79A6C12529}" dt="2025-07-14T09:52:04.923" v="500" actId="478"/>
          <ac:spMkLst>
            <pc:docMk/>
            <pc:sldMk cId="3351596913" sldId="389"/>
            <ac:spMk id="3" creationId="{F1309F05-4456-2C05-28DB-B7EFBF7AE057}"/>
          </ac:spMkLst>
        </pc:spChg>
        <pc:spChg chg="add mod">
          <ac:chgData name="Bart van Eijkelenburg" userId="32564be6-3772-4f77-8099-aa7e4c72ca61" providerId="ADAL" clId="{D6217290-A345-4D94-8708-5F79A6C12529}" dt="2025-07-14T11:43:31.879" v="1274" actId="1076"/>
          <ac:spMkLst>
            <pc:docMk/>
            <pc:sldMk cId="3351596913" sldId="389"/>
            <ac:spMk id="4" creationId="{4CA0EAF2-76E8-2E6D-7EC6-6B021A9B9243}"/>
          </ac:spMkLst>
        </pc:spChg>
        <pc:spChg chg="mod">
          <ac:chgData name="Bart van Eijkelenburg" userId="32564be6-3772-4f77-8099-aa7e4c72ca61" providerId="ADAL" clId="{D6217290-A345-4D94-8708-5F79A6C12529}" dt="2025-07-14T11:43:31.879" v="1274" actId="1076"/>
          <ac:spMkLst>
            <pc:docMk/>
            <pc:sldMk cId="3351596913" sldId="389"/>
            <ac:spMk id="6" creationId="{90CBE26D-F383-AEAF-337C-ED750059B43D}"/>
          </ac:spMkLst>
        </pc:spChg>
        <pc:spChg chg="mod">
          <ac:chgData name="Bart van Eijkelenburg" userId="32564be6-3772-4f77-8099-aa7e4c72ca61" providerId="ADAL" clId="{D6217290-A345-4D94-8708-5F79A6C12529}" dt="2025-07-14T11:43:31.879" v="1274" actId="1076"/>
          <ac:spMkLst>
            <pc:docMk/>
            <pc:sldMk cId="3351596913" sldId="389"/>
            <ac:spMk id="7" creationId="{108C0EE1-961B-A7B3-C906-9CCB90C577CB}"/>
          </ac:spMkLst>
        </pc:spChg>
        <pc:spChg chg="del">
          <ac:chgData name="Bart van Eijkelenburg" userId="32564be6-3772-4f77-8099-aa7e4c72ca61" providerId="ADAL" clId="{D6217290-A345-4D94-8708-5F79A6C12529}" dt="2025-07-14T10:13:36.300" v="614" actId="478"/>
          <ac:spMkLst>
            <pc:docMk/>
            <pc:sldMk cId="3351596913" sldId="389"/>
            <ac:spMk id="9" creationId="{E9BAE34E-7E9A-E3F4-9BAC-BC69DF5E9F75}"/>
          </ac:spMkLst>
        </pc:spChg>
        <pc:spChg chg="add mod">
          <ac:chgData name="Bart van Eijkelenburg" userId="32564be6-3772-4f77-8099-aa7e4c72ca61" providerId="ADAL" clId="{D6217290-A345-4D94-8708-5F79A6C12529}" dt="2025-07-14T10:15:19.025" v="625" actId="20577"/>
          <ac:spMkLst>
            <pc:docMk/>
            <pc:sldMk cId="3351596913" sldId="389"/>
            <ac:spMk id="13" creationId="{2F4D7B36-A120-A13B-F238-00BF83BA9E06}"/>
          </ac:spMkLst>
        </pc:spChg>
        <pc:spChg chg="del">
          <ac:chgData name="Bart van Eijkelenburg" userId="32564be6-3772-4f77-8099-aa7e4c72ca61" providerId="ADAL" clId="{D6217290-A345-4D94-8708-5F79A6C12529}" dt="2025-07-14T10:13:38.871" v="617" actId="478"/>
          <ac:spMkLst>
            <pc:docMk/>
            <pc:sldMk cId="3351596913" sldId="389"/>
            <ac:spMk id="33" creationId="{DA729CE6-0773-5825-E647-0CBF8EDC58A9}"/>
          </ac:spMkLst>
        </pc:spChg>
        <pc:spChg chg="mod">
          <ac:chgData name="Bart van Eijkelenburg" userId="32564be6-3772-4f77-8099-aa7e4c72ca61" providerId="ADAL" clId="{D6217290-A345-4D94-8708-5F79A6C12529}" dt="2025-07-14T11:43:21.623" v="1273" actId="1076"/>
          <ac:spMkLst>
            <pc:docMk/>
            <pc:sldMk cId="3351596913" sldId="389"/>
            <ac:spMk id="39" creationId="{5A0FB42A-9489-1786-D2F6-1E4535F88251}"/>
          </ac:spMkLst>
        </pc:spChg>
        <pc:spChg chg="mod">
          <ac:chgData name="Bart van Eijkelenburg" userId="32564be6-3772-4f77-8099-aa7e4c72ca61" providerId="ADAL" clId="{D6217290-A345-4D94-8708-5F79A6C12529}" dt="2025-07-14T11:51:41.881" v="1351" actId="14100"/>
          <ac:spMkLst>
            <pc:docMk/>
            <pc:sldMk cId="3351596913" sldId="389"/>
            <ac:spMk id="41" creationId="{93ADE49F-FDF0-E1C6-108F-C168EE1F8C44}"/>
          </ac:spMkLst>
        </pc:spChg>
        <pc:spChg chg="mod">
          <ac:chgData name="Bart van Eijkelenburg" userId="32564be6-3772-4f77-8099-aa7e4c72ca61" providerId="ADAL" clId="{D6217290-A345-4D94-8708-5F79A6C12529}" dt="2025-07-15T10:06:20.766" v="6330" actId="20577"/>
          <ac:spMkLst>
            <pc:docMk/>
            <pc:sldMk cId="3351596913" sldId="389"/>
            <ac:spMk id="45" creationId="{74F447DC-03A1-4388-8A4F-59D77E437D1D}"/>
          </ac:spMkLst>
        </pc:spChg>
        <pc:cxnChg chg="add mod">
          <ac:chgData name="Bart van Eijkelenburg" userId="32564be6-3772-4f77-8099-aa7e4c72ca61" providerId="ADAL" clId="{D6217290-A345-4D94-8708-5F79A6C12529}" dt="2025-07-14T11:43:31.879" v="1274" actId="1076"/>
          <ac:cxnSpMkLst>
            <pc:docMk/>
            <pc:sldMk cId="3351596913" sldId="389"/>
            <ac:cxnSpMk id="5" creationId="{94D789E6-B5EF-600F-2A1D-55DF532DF0E7}"/>
          </ac:cxnSpMkLst>
        </pc:cxnChg>
        <pc:cxnChg chg="mod">
          <ac:chgData name="Bart van Eijkelenburg" userId="32564be6-3772-4f77-8099-aa7e4c72ca61" providerId="ADAL" clId="{D6217290-A345-4D94-8708-5F79A6C12529}" dt="2025-07-14T11:43:31.879" v="1274" actId="1076"/>
          <ac:cxnSpMkLst>
            <pc:docMk/>
            <pc:sldMk cId="3351596913" sldId="389"/>
            <ac:cxnSpMk id="14" creationId="{1D315851-D271-CE7A-B0E0-BD481EEB0475}"/>
          </ac:cxnSpMkLst>
        </pc:cxnChg>
        <pc:cxnChg chg="add mod">
          <ac:chgData name="Bart van Eijkelenburg" userId="32564be6-3772-4f77-8099-aa7e4c72ca61" providerId="ADAL" clId="{D6217290-A345-4D94-8708-5F79A6C12529}" dt="2025-07-14T10:15:36.677" v="628" actId="14100"/>
          <ac:cxnSpMkLst>
            <pc:docMk/>
            <pc:sldMk cId="3351596913" sldId="389"/>
            <ac:cxnSpMk id="15" creationId="{FB294BDB-91EE-E254-A8EE-A1B95775EAB9}"/>
          </ac:cxnSpMkLst>
        </pc:cxnChg>
        <pc:cxnChg chg="mod">
          <ac:chgData name="Bart van Eijkelenburg" userId="32564be6-3772-4f77-8099-aa7e4c72ca61" providerId="ADAL" clId="{D6217290-A345-4D94-8708-5F79A6C12529}" dt="2025-07-14T11:43:31.879" v="1274" actId="1076"/>
          <ac:cxnSpMkLst>
            <pc:docMk/>
            <pc:sldMk cId="3351596913" sldId="389"/>
            <ac:cxnSpMk id="24" creationId="{DD5A9B24-458D-5188-0452-6AFC0CBF55AF}"/>
          </ac:cxnSpMkLst>
        </pc:cxnChg>
        <pc:cxnChg chg="mod">
          <ac:chgData name="Bart van Eijkelenburg" userId="32564be6-3772-4f77-8099-aa7e4c72ca61" providerId="ADAL" clId="{D6217290-A345-4D94-8708-5F79A6C12529}" dt="2025-07-14T11:43:31.879" v="1274" actId="1076"/>
          <ac:cxnSpMkLst>
            <pc:docMk/>
            <pc:sldMk cId="3351596913" sldId="389"/>
            <ac:cxnSpMk id="25" creationId="{4AD6091B-0EBD-165F-C8F9-4F52E6868994}"/>
          </ac:cxnSpMkLst>
        </pc:cxnChg>
        <pc:cxnChg chg="mod">
          <ac:chgData name="Bart van Eijkelenburg" userId="32564be6-3772-4f77-8099-aa7e4c72ca61" providerId="ADAL" clId="{D6217290-A345-4D94-8708-5F79A6C12529}" dt="2025-07-14T11:43:31.879" v="1274" actId="1076"/>
          <ac:cxnSpMkLst>
            <pc:docMk/>
            <pc:sldMk cId="3351596913" sldId="389"/>
            <ac:cxnSpMk id="26" creationId="{9FC897CE-C088-1DE6-A5B8-62CFCAF9455D}"/>
          </ac:cxnSpMkLst>
        </pc:cxnChg>
        <pc:cxnChg chg="mod">
          <ac:chgData name="Bart van Eijkelenburg" userId="32564be6-3772-4f77-8099-aa7e4c72ca61" providerId="ADAL" clId="{D6217290-A345-4D94-8708-5F79A6C12529}" dt="2025-07-14T11:43:31.879" v="1274" actId="1076"/>
          <ac:cxnSpMkLst>
            <pc:docMk/>
            <pc:sldMk cId="3351596913" sldId="389"/>
            <ac:cxnSpMk id="27" creationId="{D20C0F46-253D-E3CD-5814-2D8D1CA9AF25}"/>
          </ac:cxnSpMkLst>
        </pc:cxnChg>
        <pc:cxnChg chg="mod">
          <ac:chgData name="Bart van Eijkelenburg" userId="32564be6-3772-4f77-8099-aa7e4c72ca61" providerId="ADAL" clId="{D6217290-A345-4D94-8708-5F79A6C12529}" dt="2025-07-14T11:43:31.879" v="1274" actId="1076"/>
          <ac:cxnSpMkLst>
            <pc:docMk/>
            <pc:sldMk cId="3351596913" sldId="389"/>
            <ac:cxnSpMk id="28" creationId="{220FF67E-D55E-23FC-4B9B-6E0B68D51EE8}"/>
          </ac:cxnSpMkLst>
        </pc:cxnChg>
        <pc:cxnChg chg="del">
          <ac:chgData name="Bart van Eijkelenburg" userId="32564be6-3772-4f77-8099-aa7e4c72ca61" providerId="ADAL" clId="{D6217290-A345-4D94-8708-5F79A6C12529}" dt="2025-07-14T10:13:37.223" v="615" actId="478"/>
          <ac:cxnSpMkLst>
            <pc:docMk/>
            <pc:sldMk cId="3351596913" sldId="389"/>
            <ac:cxnSpMk id="29" creationId="{3D0C0F5A-8B80-CF60-3E2D-E98D956D9E70}"/>
          </ac:cxnSpMkLst>
        </pc:cxnChg>
        <pc:cxnChg chg="del mod">
          <ac:chgData name="Bart van Eijkelenburg" userId="32564be6-3772-4f77-8099-aa7e4c72ca61" providerId="ADAL" clId="{D6217290-A345-4D94-8708-5F79A6C12529}" dt="2025-07-14T10:13:37.942" v="616" actId="478"/>
          <ac:cxnSpMkLst>
            <pc:docMk/>
            <pc:sldMk cId="3351596913" sldId="389"/>
            <ac:cxnSpMk id="34" creationId="{9FC98D71-2396-BE06-4B3C-D703B1ED806A}"/>
          </ac:cxnSpMkLst>
        </pc:cxnChg>
      </pc:sldChg>
      <pc:sldChg chg="addSp delSp modSp add mod addAnim delAnim modAnim">
        <pc:chgData name="Bart van Eijkelenburg" userId="32564be6-3772-4f77-8099-aa7e4c72ca61" providerId="ADAL" clId="{D6217290-A345-4D94-8708-5F79A6C12529}" dt="2025-07-15T10:06:28.749" v="6337" actId="20577"/>
        <pc:sldMkLst>
          <pc:docMk/>
          <pc:sldMk cId="3750503676" sldId="390"/>
        </pc:sldMkLst>
        <pc:spChg chg="mod">
          <ac:chgData name="Bart van Eijkelenburg" userId="32564be6-3772-4f77-8099-aa7e4c72ca61" providerId="ADAL" clId="{D6217290-A345-4D94-8708-5F79A6C12529}" dt="2025-07-14T12:10:05.353" v="2180" actId="20577"/>
          <ac:spMkLst>
            <pc:docMk/>
            <pc:sldMk cId="3750503676" sldId="390"/>
            <ac:spMk id="2" creationId="{61EED0EA-CB99-97C6-9B18-4D131A829F00}"/>
          </ac:spMkLst>
        </pc:spChg>
        <pc:spChg chg="add mod">
          <ac:chgData name="Bart van Eijkelenburg" userId="32564be6-3772-4f77-8099-aa7e4c72ca61" providerId="ADAL" clId="{D6217290-A345-4D94-8708-5F79A6C12529}" dt="2025-07-14T12:09:40.511" v="2179" actId="1038"/>
          <ac:spMkLst>
            <pc:docMk/>
            <pc:sldMk cId="3750503676" sldId="390"/>
            <ac:spMk id="3" creationId="{59A62758-F34D-05F8-A3D1-C7E7F498F538}"/>
          </ac:spMkLst>
        </pc:spChg>
        <pc:spChg chg="del mod">
          <ac:chgData name="Bart van Eijkelenburg" userId="32564be6-3772-4f77-8099-aa7e4c72ca61" providerId="ADAL" clId="{D6217290-A345-4D94-8708-5F79A6C12529}" dt="2025-07-14T12:01:47.356" v="1508" actId="478"/>
          <ac:spMkLst>
            <pc:docMk/>
            <pc:sldMk cId="3750503676" sldId="390"/>
            <ac:spMk id="4" creationId="{D5E4745D-85FE-3B9B-3AE9-5243DBADFBDE}"/>
          </ac:spMkLst>
        </pc:spChg>
        <pc:spChg chg="add del mod">
          <ac:chgData name="Bart van Eijkelenburg" userId="32564be6-3772-4f77-8099-aa7e4c72ca61" providerId="ADAL" clId="{D6217290-A345-4D94-8708-5F79A6C12529}" dt="2025-07-14T12:09:18.803" v="2148" actId="164"/>
          <ac:spMkLst>
            <pc:docMk/>
            <pc:sldMk cId="3750503676" sldId="390"/>
            <ac:spMk id="6" creationId="{0428E87D-4EAB-2A79-786A-DFB5075C904B}"/>
          </ac:spMkLst>
        </pc:spChg>
        <pc:spChg chg="mod">
          <ac:chgData name="Bart van Eijkelenburg" userId="32564be6-3772-4f77-8099-aa7e4c72ca61" providerId="ADAL" clId="{D6217290-A345-4D94-8708-5F79A6C12529}" dt="2025-07-14T12:09:18.803" v="2148" actId="164"/>
          <ac:spMkLst>
            <pc:docMk/>
            <pc:sldMk cId="3750503676" sldId="390"/>
            <ac:spMk id="7" creationId="{24B7C393-CE1A-AAC1-3214-A0A7C660DE3F}"/>
          </ac:spMkLst>
        </pc:spChg>
        <pc:spChg chg="del">
          <ac:chgData name="Bart van Eijkelenburg" userId="32564be6-3772-4f77-8099-aa7e4c72ca61" providerId="ADAL" clId="{D6217290-A345-4D94-8708-5F79A6C12529}" dt="2025-07-14T11:59:43.119" v="1490" actId="478"/>
          <ac:spMkLst>
            <pc:docMk/>
            <pc:sldMk cId="3750503676" sldId="390"/>
            <ac:spMk id="8" creationId="{A440FBC6-0574-B751-5561-FBAE0C568032}"/>
          </ac:spMkLst>
        </pc:spChg>
        <pc:spChg chg="del">
          <ac:chgData name="Bart van Eijkelenburg" userId="32564be6-3772-4f77-8099-aa7e4c72ca61" providerId="ADAL" clId="{D6217290-A345-4D94-8708-5F79A6C12529}" dt="2025-07-14T11:59:43.119" v="1490" actId="478"/>
          <ac:spMkLst>
            <pc:docMk/>
            <pc:sldMk cId="3750503676" sldId="390"/>
            <ac:spMk id="10" creationId="{83BDDA5E-6BBE-6546-919A-FB00EDD19DF1}"/>
          </ac:spMkLst>
        </pc:spChg>
        <pc:spChg chg="del">
          <ac:chgData name="Bart van Eijkelenburg" userId="32564be6-3772-4f77-8099-aa7e4c72ca61" providerId="ADAL" clId="{D6217290-A345-4D94-8708-5F79A6C12529}" dt="2025-07-14T11:59:39.723" v="1489" actId="478"/>
          <ac:spMkLst>
            <pc:docMk/>
            <pc:sldMk cId="3750503676" sldId="390"/>
            <ac:spMk id="11" creationId="{AB888319-3F54-BF99-4514-F6EC27F959AD}"/>
          </ac:spMkLst>
        </pc:spChg>
        <pc:spChg chg="del">
          <ac:chgData name="Bart van Eijkelenburg" userId="32564be6-3772-4f77-8099-aa7e4c72ca61" providerId="ADAL" clId="{D6217290-A345-4D94-8708-5F79A6C12529}" dt="2025-07-14T11:59:43.119" v="1490" actId="478"/>
          <ac:spMkLst>
            <pc:docMk/>
            <pc:sldMk cId="3750503676" sldId="390"/>
            <ac:spMk id="12" creationId="{5A57D366-8307-34B5-76DE-722C4FDB2E48}"/>
          </ac:spMkLst>
        </pc:spChg>
        <pc:spChg chg="del">
          <ac:chgData name="Bart van Eijkelenburg" userId="32564be6-3772-4f77-8099-aa7e4c72ca61" providerId="ADAL" clId="{D6217290-A345-4D94-8708-5F79A6C12529}" dt="2025-07-14T11:59:43.119" v="1490" actId="478"/>
          <ac:spMkLst>
            <pc:docMk/>
            <pc:sldMk cId="3750503676" sldId="390"/>
            <ac:spMk id="13" creationId="{1FBFD3A3-5BEA-02E4-75DA-2D343659D545}"/>
          </ac:spMkLst>
        </pc:spChg>
        <pc:spChg chg="del">
          <ac:chgData name="Bart van Eijkelenburg" userId="32564be6-3772-4f77-8099-aa7e4c72ca61" providerId="ADAL" clId="{D6217290-A345-4D94-8708-5F79A6C12529}" dt="2025-07-14T11:59:47.330" v="1493" actId="478"/>
          <ac:spMkLst>
            <pc:docMk/>
            <pc:sldMk cId="3750503676" sldId="390"/>
            <ac:spMk id="39" creationId="{9C3465AA-41C0-5D27-61E9-741B4DD7EAF4}"/>
          </ac:spMkLst>
        </pc:spChg>
        <pc:spChg chg="del">
          <ac:chgData name="Bart van Eijkelenburg" userId="32564be6-3772-4f77-8099-aa7e4c72ca61" providerId="ADAL" clId="{D6217290-A345-4D94-8708-5F79A6C12529}" dt="2025-07-14T11:59:43.119" v="1490" actId="478"/>
          <ac:spMkLst>
            <pc:docMk/>
            <pc:sldMk cId="3750503676" sldId="390"/>
            <ac:spMk id="40" creationId="{60BD97AC-19AC-5F71-98CD-34E812101176}"/>
          </ac:spMkLst>
        </pc:spChg>
        <pc:spChg chg="del mod">
          <ac:chgData name="Bart van Eijkelenburg" userId="32564be6-3772-4f77-8099-aa7e4c72ca61" providerId="ADAL" clId="{D6217290-A345-4D94-8708-5F79A6C12529}" dt="2025-07-14T11:59:44.850" v="1492" actId="478"/>
          <ac:spMkLst>
            <pc:docMk/>
            <pc:sldMk cId="3750503676" sldId="390"/>
            <ac:spMk id="41" creationId="{776018FF-FD52-D298-11C4-2AAE6D0BCE3B}"/>
          </ac:spMkLst>
        </pc:spChg>
        <pc:spChg chg="mod">
          <ac:chgData name="Bart van Eijkelenburg" userId="32564be6-3772-4f77-8099-aa7e4c72ca61" providerId="ADAL" clId="{D6217290-A345-4D94-8708-5F79A6C12529}" dt="2025-07-15T10:06:28.749" v="6337" actId="20577"/>
          <ac:spMkLst>
            <pc:docMk/>
            <pc:sldMk cId="3750503676" sldId="390"/>
            <ac:spMk id="45" creationId="{713FD714-29A8-EC35-55FE-0DAAE477DC88}"/>
          </ac:spMkLst>
        </pc:spChg>
        <pc:grpChg chg="add mod">
          <ac:chgData name="Bart van Eijkelenburg" userId="32564be6-3772-4f77-8099-aa7e4c72ca61" providerId="ADAL" clId="{D6217290-A345-4D94-8708-5F79A6C12529}" dt="2025-07-14T12:09:40.511" v="2179" actId="1038"/>
          <ac:grpSpMkLst>
            <pc:docMk/>
            <pc:sldMk cId="3750503676" sldId="390"/>
            <ac:grpSpMk id="9" creationId="{7A6280DD-67D3-7F7D-80B5-BE0450B6781B}"/>
          </ac:grpSpMkLst>
        </pc:grpChg>
        <pc:cxnChg chg="del">
          <ac:chgData name="Bart van Eijkelenburg" userId="32564be6-3772-4f77-8099-aa7e4c72ca61" providerId="ADAL" clId="{D6217290-A345-4D94-8708-5F79A6C12529}" dt="2025-07-14T11:59:50.358" v="1494" actId="478"/>
          <ac:cxnSpMkLst>
            <pc:docMk/>
            <pc:sldMk cId="3750503676" sldId="390"/>
            <ac:cxnSpMk id="5" creationId="{7315DB36-5D6D-EA8A-DB36-69D261A191ED}"/>
          </ac:cxnSpMkLst>
        </pc:cxnChg>
        <pc:cxnChg chg="del">
          <ac:chgData name="Bart van Eijkelenburg" userId="32564be6-3772-4f77-8099-aa7e4c72ca61" providerId="ADAL" clId="{D6217290-A345-4D94-8708-5F79A6C12529}" dt="2025-07-14T11:59:50.358" v="1494" actId="478"/>
          <ac:cxnSpMkLst>
            <pc:docMk/>
            <pc:sldMk cId="3750503676" sldId="390"/>
            <ac:cxnSpMk id="14" creationId="{07DD57D0-0AE4-AF07-C6E3-1D1097BA5494}"/>
          </ac:cxnSpMkLst>
        </pc:cxnChg>
        <pc:cxnChg chg="del mod">
          <ac:chgData name="Bart van Eijkelenburg" userId="32564be6-3772-4f77-8099-aa7e4c72ca61" providerId="ADAL" clId="{D6217290-A345-4D94-8708-5F79A6C12529}" dt="2025-07-14T11:59:43.119" v="1490" actId="478"/>
          <ac:cxnSpMkLst>
            <pc:docMk/>
            <pc:sldMk cId="3750503676" sldId="390"/>
            <ac:cxnSpMk id="15" creationId="{627EF8BF-3CA3-A52D-DC35-9AE4E7F52095}"/>
          </ac:cxnSpMkLst>
        </pc:cxnChg>
        <pc:cxnChg chg="del mod">
          <ac:chgData name="Bart van Eijkelenburg" userId="32564be6-3772-4f77-8099-aa7e4c72ca61" providerId="ADAL" clId="{D6217290-A345-4D94-8708-5F79A6C12529}" dt="2025-07-14T11:59:43.119" v="1490" actId="478"/>
          <ac:cxnSpMkLst>
            <pc:docMk/>
            <pc:sldMk cId="3750503676" sldId="390"/>
            <ac:cxnSpMk id="16" creationId="{A089848E-EA6A-4323-8A29-5F5951CB69A1}"/>
          </ac:cxnSpMkLst>
        </pc:cxnChg>
        <pc:cxnChg chg="del">
          <ac:chgData name="Bart van Eijkelenburg" userId="32564be6-3772-4f77-8099-aa7e4c72ca61" providerId="ADAL" clId="{D6217290-A345-4D94-8708-5F79A6C12529}" dt="2025-07-14T11:59:50.358" v="1494" actId="478"/>
          <ac:cxnSpMkLst>
            <pc:docMk/>
            <pc:sldMk cId="3750503676" sldId="390"/>
            <ac:cxnSpMk id="24" creationId="{B478D15F-4A1E-37D0-F843-E03230E5FE60}"/>
          </ac:cxnSpMkLst>
        </pc:cxnChg>
        <pc:cxnChg chg="del">
          <ac:chgData name="Bart van Eijkelenburg" userId="32564be6-3772-4f77-8099-aa7e4c72ca61" providerId="ADAL" clId="{D6217290-A345-4D94-8708-5F79A6C12529}" dt="2025-07-14T11:59:50.358" v="1494" actId="478"/>
          <ac:cxnSpMkLst>
            <pc:docMk/>
            <pc:sldMk cId="3750503676" sldId="390"/>
            <ac:cxnSpMk id="25" creationId="{9906B195-9DEA-7D77-BD98-E5F06D92E231}"/>
          </ac:cxnSpMkLst>
        </pc:cxnChg>
        <pc:cxnChg chg="del">
          <ac:chgData name="Bart van Eijkelenburg" userId="32564be6-3772-4f77-8099-aa7e4c72ca61" providerId="ADAL" clId="{D6217290-A345-4D94-8708-5F79A6C12529}" dt="2025-07-14T11:59:50.358" v="1494" actId="478"/>
          <ac:cxnSpMkLst>
            <pc:docMk/>
            <pc:sldMk cId="3750503676" sldId="390"/>
            <ac:cxnSpMk id="26" creationId="{B3972182-27B2-DA17-F920-2F54EFB84A0D}"/>
          </ac:cxnSpMkLst>
        </pc:cxnChg>
        <pc:cxnChg chg="del">
          <ac:chgData name="Bart van Eijkelenburg" userId="32564be6-3772-4f77-8099-aa7e4c72ca61" providerId="ADAL" clId="{D6217290-A345-4D94-8708-5F79A6C12529}" dt="2025-07-14T11:59:50.358" v="1494" actId="478"/>
          <ac:cxnSpMkLst>
            <pc:docMk/>
            <pc:sldMk cId="3750503676" sldId="390"/>
            <ac:cxnSpMk id="27" creationId="{D4BEDE83-C1E6-381B-74BD-8A3A6ED0E5B8}"/>
          </ac:cxnSpMkLst>
        </pc:cxnChg>
        <pc:cxnChg chg="del">
          <ac:chgData name="Bart van Eijkelenburg" userId="32564be6-3772-4f77-8099-aa7e4c72ca61" providerId="ADAL" clId="{D6217290-A345-4D94-8708-5F79A6C12529}" dt="2025-07-14T11:59:50.358" v="1494" actId="478"/>
          <ac:cxnSpMkLst>
            <pc:docMk/>
            <pc:sldMk cId="3750503676" sldId="390"/>
            <ac:cxnSpMk id="28" creationId="{D788D5FC-2E53-E4B9-C45E-932C63C059BA}"/>
          </ac:cxnSpMkLst>
        </pc:cxnChg>
      </pc:sldChg>
      <pc:sldChg chg="addSp delSp modSp add mod ord">
        <pc:chgData name="Bart van Eijkelenburg" userId="32564be6-3772-4f77-8099-aa7e4c72ca61" providerId="ADAL" clId="{D6217290-A345-4D94-8708-5F79A6C12529}" dt="2025-07-15T10:04:27.937" v="6301" actId="6549"/>
        <pc:sldMkLst>
          <pc:docMk/>
          <pc:sldMk cId="3922679072" sldId="391"/>
        </pc:sldMkLst>
        <pc:spChg chg="mod">
          <ac:chgData name="Bart van Eijkelenburg" userId="32564be6-3772-4f77-8099-aa7e4c72ca61" providerId="ADAL" clId="{D6217290-A345-4D94-8708-5F79A6C12529}" dt="2025-07-14T20:08:21.793" v="5441" actId="20577"/>
          <ac:spMkLst>
            <pc:docMk/>
            <pc:sldMk cId="3922679072" sldId="391"/>
            <ac:spMk id="2" creationId="{2AC99AB6-F544-5E7D-FB0B-CE2B92CF7164}"/>
          </ac:spMkLst>
        </pc:spChg>
        <pc:spChg chg="del">
          <ac:chgData name="Bart van Eijkelenburg" userId="32564be6-3772-4f77-8099-aa7e4c72ca61" providerId="ADAL" clId="{D6217290-A345-4D94-8708-5F79A6C12529}" dt="2025-07-14T12:40:33.209" v="2773" actId="478"/>
          <ac:spMkLst>
            <pc:docMk/>
            <pc:sldMk cId="3922679072" sldId="391"/>
            <ac:spMk id="3" creationId="{1E4A3419-15A7-34AC-4811-337ABC0A071C}"/>
          </ac:spMkLst>
        </pc:spChg>
        <pc:spChg chg="mod">
          <ac:chgData name="Bart van Eijkelenburg" userId="32564be6-3772-4f77-8099-aa7e4c72ca61" providerId="ADAL" clId="{D6217290-A345-4D94-8708-5F79A6C12529}" dt="2025-07-15T10:04:27.937" v="6301" actId="6549"/>
          <ac:spMkLst>
            <pc:docMk/>
            <pc:sldMk cId="3922679072" sldId="391"/>
            <ac:spMk id="45" creationId="{6AB273EF-BDEE-0695-E277-B49B6CDA1458}"/>
          </ac:spMkLst>
        </pc:spChg>
        <pc:grpChg chg="del">
          <ac:chgData name="Bart van Eijkelenburg" userId="32564be6-3772-4f77-8099-aa7e4c72ca61" providerId="ADAL" clId="{D6217290-A345-4D94-8708-5F79A6C12529}" dt="2025-07-14T12:40:34.575" v="2774" actId="478"/>
          <ac:grpSpMkLst>
            <pc:docMk/>
            <pc:sldMk cId="3922679072" sldId="391"/>
            <ac:grpSpMk id="9" creationId="{A8689813-47E3-43F0-F942-99DD45B6F98D}"/>
          </ac:grpSpMkLst>
        </pc:grpChg>
        <pc:picChg chg="add del mod">
          <ac:chgData name="Bart van Eijkelenburg" userId="32564be6-3772-4f77-8099-aa7e4c72ca61" providerId="ADAL" clId="{D6217290-A345-4D94-8708-5F79A6C12529}" dt="2025-07-14T14:39:16.529" v="3942" actId="478"/>
          <ac:picMkLst>
            <pc:docMk/>
            <pc:sldMk cId="3922679072" sldId="391"/>
            <ac:picMk id="4" creationId="{79F6CD9C-7C8C-FF60-842C-B0770F497A13}"/>
          </ac:picMkLst>
        </pc:picChg>
        <pc:picChg chg="add mod">
          <ac:chgData name="Bart van Eijkelenburg" userId="32564be6-3772-4f77-8099-aa7e4c72ca61" providerId="ADAL" clId="{D6217290-A345-4D94-8708-5F79A6C12529}" dt="2025-07-14T14:56:12.435" v="3962" actId="1038"/>
          <ac:picMkLst>
            <pc:docMk/>
            <pc:sldMk cId="3922679072" sldId="391"/>
            <ac:picMk id="5" creationId="{E38501E3-EB6D-5702-1FB9-F5FFF43C2804}"/>
          </ac:picMkLst>
        </pc:picChg>
      </pc:sldChg>
      <pc:sldChg chg="addSp delSp modSp add mod setBg">
        <pc:chgData name="Bart van Eijkelenburg" userId="32564be6-3772-4f77-8099-aa7e4c72ca61" providerId="ADAL" clId="{D6217290-A345-4D94-8708-5F79A6C12529}" dt="2025-07-15T10:05:34.736" v="6321" actId="20577"/>
        <pc:sldMkLst>
          <pc:docMk/>
          <pc:sldMk cId="4180209200" sldId="392"/>
        </pc:sldMkLst>
        <pc:spChg chg="mod">
          <ac:chgData name="Bart van Eijkelenburg" userId="32564be6-3772-4f77-8099-aa7e4c72ca61" providerId="ADAL" clId="{D6217290-A345-4D94-8708-5F79A6C12529}" dt="2025-07-14T20:04:16.178" v="5034" actId="20577"/>
          <ac:spMkLst>
            <pc:docMk/>
            <pc:sldMk cId="4180209200" sldId="392"/>
            <ac:spMk id="2" creationId="{E64328A0-3CA7-3D0E-19C7-2BEB643D9E56}"/>
          </ac:spMkLst>
        </pc:spChg>
        <pc:spChg chg="mod">
          <ac:chgData name="Bart van Eijkelenburg" userId="32564be6-3772-4f77-8099-aa7e4c72ca61" providerId="ADAL" clId="{D6217290-A345-4D94-8708-5F79A6C12529}" dt="2025-07-15T10:05:34.736" v="6321" actId="20577"/>
          <ac:spMkLst>
            <pc:docMk/>
            <pc:sldMk cId="4180209200" sldId="392"/>
            <ac:spMk id="45" creationId="{3AC03657-2AD5-5C63-7387-4BB996FEBC64}"/>
          </ac:spMkLst>
        </pc:spChg>
        <pc:graphicFrameChg chg="add mod modGraphic">
          <ac:chgData name="Bart van Eijkelenburg" userId="32564be6-3772-4f77-8099-aa7e4c72ca61" providerId="ADAL" clId="{D6217290-A345-4D94-8708-5F79A6C12529}" dt="2025-07-14T15:18:28.166" v="4861" actId="255"/>
          <ac:graphicFrameMkLst>
            <pc:docMk/>
            <pc:sldMk cId="4180209200" sldId="392"/>
            <ac:graphicFrameMk id="7" creationId="{54CAA8B4-6B98-B7A8-BD4F-30A820A8C83C}"/>
          </ac:graphicFrameMkLst>
        </pc:graphicFrameChg>
        <pc:picChg chg="add del">
          <ac:chgData name="Bart van Eijkelenburg" userId="32564be6-3772-4f77-8099-aa7e4c72ca61" providerId="ADAL" clId="{D6217290-A345-4D94-8708-5F79A6C12529}" dt="2025-07-14T14:36:09.719" v="3937" actId="21"/>
          <ac:picMkLst>
            <pc:docMk/>
            <pc:sldMk cId="4180209200" sldId="392"/>
            <ac:picMk id="4" creationId="{79F6CD9C-7C8C-FF60-842C-B0770F497A13}"/>
          </ac:picMkLst>
        </pc:picChg>
        <pc:picChg chg="add mod">
          <ac:chgData name="Bart van Eijkelenburg" userId="32564be6-3772-4f77-8099-aa7e4c72ca61" providerId="ADAL" clId="{D6217290-A345-4D94-8708-5F79A6C12529}" dt="2025-07-14T20:01:40.789" v="4896" actId="1076"/>
          <ac:picMkLst>
            <pc:docMk/>
            <pc:sldMk cId="4180209200" sldId="392"/>
            <ac:picMk id="6" creationId="{A5D17729-B3CE-EFFD-C018-6144B5107CAB}"/>
          </ac:picMkLst>
        </pc:picChg>
      </pc:sldChg>
      <pc:sldChg chg="addSp delSp modSp add mod setBg">
        <pc:chgData name="Bart van Eijkelenburg" userId="32564be6-3772-4f77-8099-aa7e4c72ca61" providerId="ADAL" clId="{D6217290-A345-4D94-8708-5F79A6C12529}" dt="2025-07-15T10:05:30.418" v="6319" actId="20577"/>
        <pc:sldMkLst>
          <pc:docMk/>
          <pc:sldMk cId="351504310" sldId="393"/>
        </pc:sldMkLst>
        <pc:spChg chg="mod">
          <ac:chgData name="Bart van Eijkelenburg" userId="32564be6-3772-4f77-8099-aa7e4c72ca61" providerId="ADAL" clId="{D6217290-A345-4D94-8708-5F79A6C12529}" dt="2025-07-14T20:31:48.984" v="6235" actId="20577"/>
          <ac:spMkLst>
            <pc:docMk/>
            <pc:sldMk cId="351504310" sldId="393"/>
            <ac:spMk id="2" creationId="{AEC47D0F-B073-605E-2913-8C2C6816520A}"/>
          </ac:spMkLst>
        </pc:spChg>
        <pc:spChg chg="add mod">
          <ac:chgData name="Bart van Eijkelenburg" userId="32564be6-3772-4f77-8099-aa7e4c72ca61" providerId="ADAL" clId="{D6217290-A345-4D94-8708-5F79A6C12529}" dt="2025-07-14T20:33:57.148" v="6254" actId="6549"/>
          <ac:spMkLst>
            <pc:docMk/>
            <pc:sldMk cId="351504310" sldId="393"/>
            <ac:spMk id="3" creationId="{D989E7E5-3AD5-6AB2-8785-87C616A54B71}"/>
          </ac:spMkLst>
        </pc:spChg>
        <pc:spChg chg="add mod">
          <ac:chgData name="Bart van Eijkelenburg" userId="32564be6-3772-4f77-8099-aa7e4c72ca61" providerId="ADAL" clId="{D6217290-A345-4D94-8708-5F79A6C12529}" dt="2025-07-14T20:17:41.412" v="5774" actId="1037"/>
          <ac:spMkLst>
            <pc:docMk/>
            <pc:sldMk cId="351504310" sldId="393"/>
            <ac:spMk id="5" creationId="{481B43CB-AE58-C766-5B7D-6B35CC4791AD}"/>
          </ac:spMkLst>
        </pc:spChg>
        <pc:spChg chg="add mod">
          <ac:chgData name="Bart van Eijkelenburg" userId="32564be6-3772-4f77-8099-aa7e4c72ca61" providerId="ADAL" clId="{D6217290-A345-4D94-8708-5F79A6C12529}" dt="2025-07-14T20:17:41.412" v="5774" actId="1037"/>
          <ac:spMkLst>
            <pc:docMk/>
            <pc:sldMk cId="351504310" sldId="393"/>
            <ac:spMk id="9" creationId="{4095DFD7-EFD3-74F4-5916-64C636F8BB6C}"/>
          </ac:spMkLst>
        </pc:spChg>
        <pc:spChg chg="add mod">
          <ac:chgData name="Bart van Eijkelenburg" userId="32564be6-3772-4f77-8099-aa7e4c72ca61" providerId="ADAL" clId="{D6217290-A345-4D94-8708-5F79A6C12529}" dt="2025-07-14T20:32:54.774" v="6251" actId="255"/>
          <ac:spMkLst>
            <pc:docMk/>
            <pc:sldMk cId="351504310" sldId="393"/>
            <ac:spMk id="10" creationId="{2E0FA2B7-6ED2-40BF-D771-804F68BD67C7}"/>
          </ac:spMkLst>
        </pc:spChg>
        <pc:spChg chg="mod">
          <ac:chgData name="Bart van Eijkelenburg" userId="32564be6-3772-4f77-8099-aa7e4c72ca61" providerId="ADAL" clId="{D6217290-A345-4D94-8708-5F79A6C12529}" dt="2025-07-15T10:05:30.418" v="6319" actId="20577"/>
          <ac:spMkLst>
            <pc:docMk/>
            <pc:sldMk cId="351504310" sldId="393"/>
            <ac:spMk id="45" creationId="{8A8B8531-231F-561F-B498-43FA602B7433}"/>
          </ac:spMkLst>
        </pc:spChg>
        <pc:graphicFrameChg chg="del">
          <ac:chgData name="Bart van Eijkelenburg" userId="32564be6-3772-4f77-8099-aa7e4c72ca61" providerId="ADAL" clId="{D6217290-A345-4D94-8708-5F79A6C12529}" dt="2025-07-14T20:05:13.211" v="5043" actId="478"/>
          <ac:graphicFrameMkLst>
            <pc:docMk/>
            <pc:sldMk cId="351504310" sldId="393"/>
            <ac:graphicFrameMk id="7" creationId="{93C03302-FF74-2E71-7377-2AE907CCEDAD}"/>
          </ac:graphicFrameMkLst>
        </pc:graphicFrameChg>
        <pc:picChg chg="del">
          <ac:chgData name="Bart van Eijkelenburg" userId="32564be6-3772-4f77-8099-aa7e4c72ca61" providerId="ADAL" clId="{D6217290-A345-4D94-8708-5F79A6C12529}" dt="2025-07-14T20:05:09.695" v="5042" actId="478"/>
          <ac:picMkLst>
            <pc:docMk/>
            <pc:sldMk cId="351504310" sldId="393"/>
            <ac:picMk id="6" creationId="{EFE1CBCB-4538-5C75-5330-11B1991B8C35}"/>
          </ac:picMkLst>
        </pc:picChg>
      </pc:sldChg>
      <pc:sldChg chg="addSp delSp modSp add mod ord">
        <pc:chgData name="Bart van Eijkelenburg" userId="32564be6-3772-4f77-8099-aa7e4c72ca61" providerId="ADAL" clId="{D6217290-A345-4D94-8708-5F79A6C12529}" dt="2025-07-15T11:31:28.851" v="8224" actId="20577"/>
        <pc:sldMkLst>
          <pc:docMk/>
          <pc:sldMk cId="3709653689" sldId="394"/>
        </pc:sldMkLst>
        <pc:spChg chg="mod">
          <ac:chgData name="Bart van Eijkelenburg" userId="32564be6-3772-4f77-8099-aa7e4c72ca61" providerId="ADAL" clId="{D6217290-A345-4D94-8708-5F79A6C12529}" dt="2025-07-15T11:03:54.028" v="7151" actId="1035"/>
          <ac:spMkLst>
            <pc:docMk/>
            <pc:sldMk cId="3709653689" sldId="394"/>
            <ac:spMk id="2" creationId="{4539B394-779C-7FDD-5332-A2D8834AA183}"/>
          </ac:spMkLst>
        </pc:spChg>
        <pc:spChg chg="del">
          <ac:chgData name="Bart van Eijkelenburg" userId="32564be6-3772-4f77-8099-aa7e4c72ca61" providerId="ADAL" clId="{D6217290-A345-4D94-8708-5F79A6C12529}" dt="2025-07-15T10:17:34.127" v="6770" actId="478"/>
          <ac:spMkLst>
            <pc:docMk/>
            <pc:sldMk cId="3709653689" sldId="394"/>
            <ac:spMk id="3" creationId="{FEC7F626-C4CA-3DD0-41CC-A2F58A73658D}"/>
          </ac:spMkLst>
        </pc:spChg>
        <pc:spChg chg="add mod">
          <ac:chgData name="Bart van Eijkelenburg" userId="32564be6-3772-4f77-8099-aa7e4c72ca61" providerId="ADAL" clId="{D6217290-A345-4D94-8708-5F79A6C12529}" dt="2025-07-15T11:04:39.057" v="7190" actId="1036"/>
          <ac:spMkLst>
            <pc:docMk/>
            <pc:sldMk cId="3709653689" sldId="394"/>
            <ac:spMk id="4" creationId="{0ED3DD3B-8A00-4C23-8D37-2950885CD8DD}"/>
          </ac:spMkLst>
        </pc:spChg>
        <pc:spChg chg="add del mod">
          <ac:chgData name="Bart van Eijkelenburg" userId="32564be6-3772-4f77-8099-aa7e4c72ca61" providerId="ADAL" clId="{D6217290-A345-4D94-8708-5F79A6C12529}" dt="2025-07-15T10:39:17.670" v="6813" actId="478"/>
          <ac:spMkLst>
            <pc:docMk/>
            <pc:sldMk cId="3709653689" sldId="394"/>
            <ac:spMk id="8" creationId="{A138B8AF-F87F-6858-3AFF-03B6D4E46372}"/>
          </ac:spMkLst>
        </pc:spChg>
        <pc:spChg chg="mod">
          <ac:chgData name="Bart van Eijkelenburg" userId="32564be6-3772-4f77-8099-aa7e4c72ca61" providerId="ADAL" clId="{D6217290-A345-4D94-8708-5F79A6C12529}" dt="2025-07-15T11:05:43.517" v="7216" actId="13926"/>
          <ac:spMkLst>
            <pc:docMk/>
            <pc:sldMk cId="3709653689" sldId="394"/>
            <ac:spMk id="11" creationId="{357CEBFC-5214-959C-9BF3-06877847CA95}"/>
          </ac:spMkLst>
        </pc:spChg>
        <pc:spChg chg="mod">
          <ac:chgData name="Bart van Eijkelenburg" userId="32564be6-3772-4f77-8099-aa7e4c72ca61" providerId="ADAL" clId="{D6217290-A345-4D94-8708-5F79A6C12529}" dt="2025-07-15T10:46:10.662" v="7039"/>
          <ac:spMkLst>
            <pc:docMk/>
            <pc:sldMk cId="3709653689" sldId="394"/>
            <ac:spMk id="12" creationId="{6C422E7A-DD47-2550-CA7F-A41951FE50F3}"/>
          </ac:spMkLst>
        </pc:spChg>
        <pc:spChg chg="add del mod">
          <ac:chgData name="Bart van Eijkelenburg" userId="32564be6-3772-4f77-8099-aa7e4c72ca61" providerId="ADAL" clId="{D6217290-A345-4D94-8708-5F79A6C12529}" dt="2025-07-15T10:44:42.018" v="6985" actId="478"/>
          <ac:spMkLst>
            <pc:docMk/>
            <pc:sldMk cId="3709653689" sldId="394"/>
            <ac:spMk id="13" creationId="{80D1245B-C1C0-1983-10F2-665CAAC577FF}"/>
          </ac:spMkLst>
        </pc:spChg>
        <pc:spChg chg="add mod">
          <ac:chgData name="Bart van Eijkelenburg" userId="32564be6-3772-4f77-8099-aa7e4c72ca61" providerId="ADAL" clId="{D6217290-A345-4D94-8708-5F79A6C12529}" dt="2025-07-15T11:04:03.937" v="7160" actId="1035"/>
          <ac:spMkLst>
            <pc:docMk/>
            <pc:sldMk cId="3709653689" sldId="394"/>
            <ac:spMk id="14" creationId="{BEEAC3D1-2B81-9A42-3E81-F41D55B2345E}"/>
          </ac:spMkLst>
        </pc:spChg>
        <pc:spChg chg="mod">
          <ac:chgData name="Bart van Eijkelenburg" userId="32564be6-3772-4f77-8099-aa7e4c72ca61" providerId="ADAL" clId="{D6217290-A345-4D94-8708-5F79A6C12529}" dt="2025-07-15T11:05:40.103" v="7215" actId="13926"/>
          <ac:spMkLst>
            <pc:docMk/>
            <pc:sldMk cId="3709653689" sldId="394"/>
            <ac:spMk id="16" creationId="{5676AC70-4322-5FCC-E9F4-4E48C45CC666}"/>
          </ac:spMkLst>
        </pc:spChg>
        <pc:spChg chg="mod">
          <ac:chgData name="Bart van Eijkelenburg" userId="32564be6-3772-4f77-8099-aa7e4c72ca61" providerId="ADAL" clId="{D6217290-A345-4D94-8708-5F79A6C12529}" dt="2025-07-15T10:45:13.668" v="6999"/>
          <ac:spMkLst>
            <pc:docMk/>
            <pc:sldMk cId="3709653689" sldId="394"/>
            <ac:spMk id="17" creationId="{E2D43916-AD8E-DF0C-A844-8F8FDDD1A782}"/>
          </ac:spMkLst>
        </pc:spChg>
        <pc:spChg chg="add mod">
          <ac:chgData name="Bart van Eijkelenburg" userId="32564be6-3772-4f77-8099-aa7e4c72ca61" providerId="ADAL" clId="{D6217290-A345-4D94-8708-5F79A6C12529}" dt="2025-07-15T11:04:47.047" v="7214" actId="1036"/>
          <ac:spMkLst>
            <pc:docMk/>
            <pc:sldMk cId="3709653689" sldId="394"/>
            <ac:spMk id="19" creationId="{6CD6EB55-620D-9C0F-6B7D-79DB6DD3D2CF}"/>
          </ac:spMkLst>
        </pc:spChg>
        <pc:spChg chg="mod">
          <ac:chgData name="Bart van Eijkelenburg" userId="32564be6-3772-4f77-8099-aa7e4c72ca61" providerId="ADAL" clId="{D6217290-A345-4D94-8708-5F79A6C12529}" dt="2025-07-15T11:31:28.851" v="8224" actId="20577"/>
          <ac:spMkLst>
            <pc:docMk/>
            <pc:sldMk cId="3709653689" sldId="394"/>
            <ac:spMk id="45" creationId="{3E999267-4DA3-B8A5-AF65-C911E8E8EC05}"/>
          </ac:spMkLst>
        </pc:spChg>
        <pc:grpChg chg="del">
          <ac:chgData name="Bart van Eijkelenburg" userId="32564be6-3772-4f77-8099-aa7e4c72ca61" providerId="ADAL" clId="{D6217290-A345-4D94-8708-5F79A6C12529}" dt="2025-07-15T10:17:36.907" v="6771" actId="478"/>
          <ac:grpSpMkLst>
            <pc:docMk/>
            <pc:sldMk cId="3709653689" sldId="394"/>
            <ac:grpSpMk id="9" creationId="{1EC36FA6-6AF7-984C-68B0-4141522B893B}"/>
          </ac:grpSpMkLst>
        </pc:grpChg>
        <pc:grpChg chg="add mod">
          <ac:chgData name="Bart van Eijkelenburg" userId="32564be6-3772-4f77-8099-aa7e4c72ca61" providerId="ADAL" clId="{D6217290-A345-4D94-8708-5F79A6C12529}" dt="2025-07-15T11:04:03.937" v="7160" actId="1035"/>
          <ac:grpSpMkLst>
            <pc:docMk/>
            <pc:sldMk cId="3709653689" sldId="394"/>
            <ac:grpSpMk id="10" creationId="{29BBD6DF-DA92-3F8F-2068-FAA853874D2A}"/>
          </ac:grpSpMkLst>
        </pc:grpChg>
        <pc:grpChg chg="add mod">
          <ac:chgData name="Bart van Eijkelenburg" userId="32564be6-3772-4f77-8099-aa7e4c72ca61" providerId="ADAL" clId="{D6217290-A345-4D94-8708-5F79A6C12529}" dt="2025-07-15T11:01:33.048" v="7081" actId="1036"/>
          <ac:grpSpMkLst>
            <pc:docMk/>
            <pc:sldMk cId="3709653689" sldId="394"/>
            <ac:grpSpMk id="15" creationId="{B7F497B6-7CFF-ADEF-7E34-D2A01E15FED4}"/>
          </ac:grpSpMkLst>
        </pc:grpChg>
      </pc:sldChg>
      <pc:sldChg chg="addSp delSp modSp add mod ord">
        <pc:chgData name="Bart van Eijkelenburg" userId="32564be6-3772-4f77-8099-aa7e4c72ca61" providerId="ADAL" clId="{D6217290-A345-4D94-8708-5F79A6C12529}" dt="2025-07-15T11:30:26.897" v="8192" actId="20577"/>
        <pc:sldMkLst>
          <pc:docMk/>
          <pc:sldMk cId="3153260886" sldId="395"/>
        </pc:sldMkLst>
        <pc:spChg chg="mod">
          <ac:chgData name="Bart van Eijkelenburg" userId="32564be6-3772-4f77-8099-aa7e4c72ca61" providerId="ADAL" clId="{D6217290-A345-4D94-8708-5F79A6C12529}" dt="2025-07-15T11:17:54.494" v="7545" actId="20577"/>
          <ac:spMkLst>
            <pc:docMk/>
            <pc:sldMk cId="3153260886" sldId="395"/>
            <ac:spMk id="2" creationId="{D2788B3B-EA78-3C4E-7140-5678A252127F}"/>
          </ac:spMkLst>
        </pc:spChg>
        <pc:spChg chg="del">
          <ac:chgData name="Bart van Eijkelenburg" userId="32564be6-3772-4f77-8099-aa7e4c72ca61" providerId="ADAL" clId="{D6217290-A345-4D94-8708-5F79A6C12529}" dt="2025-07-15T11:18:44.214" v="7546" actId="478"/>
          <ac:spMkLst>
            <pc:docMk/>
            <pc:sldMk cId="3153260886" sldId="395"/>
            <ac:spMk id="3" creationId="{AD772D58-6263-52ED-6417-87316586730B}"/>
          </ac:spMkLst>
        </pc:spChg>
        <pc:spChg chg="add del mod">
          <ac:chgData name="Bart van Eijkelenburg" userId="32564be6-3772-4f77-8099-aa7e4c72ca61" providerId="ADAL" clId="{D6217290-A345-4D94-8708-5F79A6C12529}" dt="2025-07-15T11:21:30.843" v="7569" actId="478"/>
          <ac:spMkLst>
            <pc:docMk/>
            <pc:sldMk cId="3153260886" sldId="395"/>
            <ac:spMk id="4" creationId="{38AC5931-7E39-A188-954F-D50B61711CFD}"/>
          </ac:spMkLst>
        </pc:spChg>
        <pc:spChg chg="add mod">
          <ac:chgData name="Bart van Eijkelenburg" userId="32564be6-3772-4f77-8099-aa7e4c72ca61" providerId="ADAL" clId="{D6217290-A345-4D94-8708-5F79A6C12529}" dt="2025-07-15T11:21:27.893" v="7568" actId="1076"/>
          <ac:spMkLst>
            <pc:docMk/>
            <pc:sldMk cId="3153260886" sldId="395"/>
            <ac:spMk id="5" creationId="{5D227A60-FBA8-04E2-067E-3A8B59AE1009}"/>
          </ac:spMkLst>
        </pc:spChg>
        <pc:spChg chg="mod">
          <ac:chgData name="Bart van Eijkelenburg" userId="32564be6-3772-4f77-8099-aa7e4c72ca61" providerId="ADAL" clId="{D6217290-A345-4D94-8708-5F79A6C12529}" dt="2025-07-15T11:22:04.897" v="7581"/>
          <ac:spMkLst>
            <pc:docMk/>
            <pc:sldMk cId="3153260886" sldId="395"/>
            <ac:spMk id="10" creationId="{B1698290-FB9F-4A58-9B4A-906EB06E1EDA}"/>
          </ac:spMkLst>
        </pc:spChg>
        <pc:spChg chg="mod">
          <ac:chgData name="Bart van Eijkelenburg" userId="32564be6-3772-4f77-8099-aa7e4c72ca61" providerId="ADAL" clId="{D6217290-A345-4D94-8708-5F79A6C12529}" dt="2025-07-15T11:22:04.897" v="7581"/>
          <ac:spMkLst>
            <pc:docMk/>
            <pc:sldMk cId="3153260886" sldId="395"/>
            <ac:spMk id="11" creationId="{857163E2-BE10-FE07-0EFE-EDFDC2F72883}"/>
          </ac:spMkLst>
        </pc:spChg>
        <pc:spChg chg="mod">
          <ac:chgData name="Bart van Eijkelenburg" userId="32564be6-3772-4f77-8099-aa7e4c72ca61" providerId="ADAL" clId="{D6217290-A345-4D94-8708-5F79A6C12529}" dt="2025-07-15T11:30:26.897" v="8192" actId="20577"/>
          <ac:spMkLst>
            <pc:docMk/>
            <pc:sldMk cId="3153260886" sldId="395"/>
            <ac:spMk id="45" creationId="{057B137C-11FA-653C-667D-291FFFED5D71}"/>
          </ac:spMkLst>
        </pc:spChg>
        <pc:grpChg chg="add mod">
          <ac:chgData name="Bart van Eijkelenburg" userId="32564be6-3772-4f77-8099-aa7e4c72ca61" providerId="ADAL" clId="{D6217290-A345-4D94-8708-5F79A6C12529}" dt="2025-07-15T11:25:46.485" v="7658" actId="1035"/>
          <ac:grpSpMkLst>
            <pc:docMk/>
            <pc:sldMk cId="3153260886" sldId="395"/>
            <ac:grpSpMk id="8" creationId="{56B2D0E1-89C3-134F-D89A-790C575C03D7}"/>
          </ac:grpSpMkLst>
        </pc:grpChg>
        <pc:grpChg chg="del">
          <ac:chgData name="Bart van Eijkelenburg" userId="32564be6-3772-4f77-8099-aa7e4c72ca61" providerId="ADAL" clId="{D6217290-A345-4D94-8708-5F79A6C12529}" dt="2025-07-15T11:18:47.808" v="7547" actId="478"/>
          <ac:grpSpMkLst>
            <pc:docMk/>
            <pc:sldMk cId="3153260886" sldId="395"/>
            <ac:grpSpMk id="9" creationId="{1AC1F904-33C9-47CD-7AAC-0B227855F089}"/>
          </ac:grpSpMkLst>
        </pc:grpChg>
      </pc:sldChg>
      <pc:sldChg chg="add del">
        <pc:chgData name="Bart van Eijkelenburg" userId="32564be6-3772-4f77-8099-aa7e4c72ca61" providerId="ADAL" clId="{D6217290-A345-4D94-8708-5F79A6C12529}" dt="2025-07-15T11:15:33.356" v="7218" actId="2890"/>
        <pc:sldMkLst>
          <pc:docMk/>
          <pc:sldMk cId="3255535189" sldId="395"/>
        </pc:sldMkLst>
      </pc:sldChg>
      <pc:sldChg chg="addSp delSp modSp add mod">
        <pc:chgData name="Bart van Eijkelenburg" userId="32564be6-3772-4f77-8099-aa7e4c72ca61" providerId="ADAL" clId="{D6217290-A345-4D94-8708-5F79A6C12529}" dt="2025-07-15T11:49:47.617" v="8484" actId="1076"/>
        <pc:sldMkLst>
          <pc:docMk/>
          <pc:sldMk cId="3179148157" sldId="396"/>
        </pc:sldMkLst>
        <pc:spChg chg="mod">
          <ac:chgData name="Bart van Eijkelenburg" userId="32564be6-3772-4f77-8099-aa7e4c72ca61" providerId="ADAL" clId="{D6217290-A345-4D94-8708-5F79A6C12529}" dt="2025-07-15T11:49:36.763" v="8483" actId="20577"/>
          <ac:spMkLst>
            <pc:docMk/>
            <pc:sldMk cId="3179148157" sldId="396"/>
            <ac:spMk id="2" creationId="{117EB013-6338-979B-EB1C-E45B310AFA0D}"/>
          </ac:spMkLst>
        </pc:spChg>
        <pc:spChg chg="add mod">
          <ac:chgData name="Bart van Eijkelenburg" userId="32564be6-3772-4f77-8099-aa7e4c72ca61" providerId="ADAL" clId="{D6217290-A345-4D94-8708-5F79A6C12529}" dt="2025-07-15T11:49:47.617" v="8484" actId="1076"/>
          <ac:spMkLst>
            <pc:docMk/>
            <pc:sldMk cId="3179148157" sldId="396"/>
            <ac:spMk id="3" creationId="{5B6072F8-C241-2AF4-F051-83F85C1EE16E}"/>
          </ac:spMkLst>
        </pc:spChg>
        <pc:spChg chg="del">
          <ac:chgData name="Bart van Eijkelenburg" userId="32564be6-3772-4f77-8099-aa7e4c72ca61" providerId="ADAL" clId="{D6217290-A345-4D94-8708-5F79A6C12529}" dt="2025-07-15T11:29:39.793" v="8173" actId="478"/>
          <ac:spMkLst>
            <pc:docMk/>
            <pc:sldMk cId="3179148157" sldId="396"/>
            <ac:spMk id="5" creationId="{8F0719BC-3406-00A1-7362-B0D10A559155}"/>
          </ac:spMkLst>
        </pc:spChg>
        <pc:spChg chg="mod">
          <ac:chgData name="Bart van Eijkelenburg" userId="32564be6-3772-4f77-8099-aa7e4c72ca61" providerId="ADAL" clId="{D6217290-A345-4D94-8708-5F79A6C12529}" dt="2025-07-15T11:31:39.711" v="8230" actId="20577"/>
          <ac:spMkLst>
            <pc:docMk/>
            <pc:sldMk cId="3179148157" sldId="396"/>
            <ac:spMk id="45" creationId="{0834FC78-3632-40D1-ED9F-09AC95F4E378}"/>
          </ac:spMkLst>
        </pc:spChg>
        <pc:grpChg chg="del">
          <ac:chgData name="Bart van Eijkelenburg" userId="32564be6-3772-4f77-8099-aa7e4c72ca61" providerId="ADAL" clId="{D6217290-A345-4D94-8708-5F79A6C12529}" dt="2025-07-15T11:29:42.422" v="8174" actId="478"/>
          <ac:grpSpMkLst>
            <pc:docMk/>
            <pc:sldMk cId="3179148157" sldId="396"/>
            <ac:grpSpMk id="8" creationId="{91E50F35-3FC3-25ED-510E-FA4260E01077}"/>
          </ac:grpSpMkLst>
        </pc:grpChg>
      </pc:sldChg>
      <pc:sldChg chg="addSp delSp modSp add mod">
        <pc:chgData name="Bart van Eijkelenburg" userId="32564be6-3772-4f77-8099-aa7e4c72ca61" providerId="ADAL" clId="{D6217290-A345-4D94-8708-5F79A6C12529}" dt="2025-07-15T12:10:48.112" v="9126" actId="1035"/>
        <pc:sldMkLst>
          <pc:docMk/>
          <pc:sldMk cId="2700620158" sldId="397"/>
        </pc:sldMkLst>
        <pc:spChg chg="mod">
          <ac:chgData name="Bart van Eijkelenburg" userId="32564be6-3772-4f77-8099-aa7e4c72ca61" providerId="ADAL" clId="{D6217290-A345-4D94-8708-5F79A6C12529}" dt="2025-07-15T11:57:36.022" v="8625" actId="20577"/>
          <ac:spMkLst>
            <pc:docMk/>
            <pc:sldMk cId="2700620158" sldId="397"/>
            <ac:spMk id="2" creationId="{30657BF2-C582-B048-2C6F-AC5145C30EDC}"/>
          </ac:spMkLst>
        </pc:spChg>
        <pc:spChg chg="del">
          <ac:chgData name="Bart van Eijkelenburg" userId="32564be6-3772-4f77-8099-aa7e4c72ca61" providerId="ADAL" clId="{D6217290-A345-4D94-8708-5F79A6C12529}" dt="2025-07-15T11:54:19.290" v="8486" actId="478"/>
          <ac:spMkLst>
            <pc:docMk/>
            <pc:sldMk cId="2700620158" sldId="397"/>
            <ac:spMk id="3" creationId="{0AFD282A-C51E-C5F7-650C-7B7AC5A885D9}"/>
          </ac:spMkLst>
        </pc:spChg>
        <pc:spChg chg="add mod">
          <ac:chgData name="Bart van Eijkelenburg" userId="32564be6-3772-4f77-8099-aa7e4c72ca61" providerId="ADAL" clId="{D6217290-A345-4D94-8708-5F79A6C12529}" dt="2025-07-15T11:57:43.327" v="8627" actId="692"/>
          <ac:spMkLst>
            <pc:docMk/>
            <pc:sldMk cId="2700620158" sldId="397"/>
            <ac:spMk id="4" creationId="{CBC915D1-265A-AF30-3A52-AC85141F40D9}"/>
          </ac:spMkLst>
        </pc:spChg>
        <pc:spChg chg="mod">
          <ac:chgData name="Bart van Eijkelenburg" userId="32564be6-3772-4f77-8099-aa7e4c72ca61" providerId="ADAL" clId="{D6217290-A345-4D94-8708-5F79A6C12529}" dt="2025-07-15T11:59:03.277" v="8628"/>
          <ac:spMkLst>
            <pc:docMk/>
            <pc:sldMk cId="2700620158" sldId="397"/>
            <ac:spMk id="6" creationId="{630EF8B5-634E-D2CF-8D5C-BAD51ABB7457}"/>
          </ac:spMkLst>
        </pc:spChg>
        <pc:spChg chg="mod">
          <ac:chgData name="Bart van Eijkelenburg" userId="32564be6-3772-4f77-8099-aa7e4c72ca61" providerId="ADAL" clId="{D6217290-A345-4D94-8708-5F79A6C12529}" dt="2025-07-15T11:59:03.277" v="8628"/>
          <ac:spMkLst>
            <pc:docMk/>
            <pc:sldMk cId="2700620158" sldId="397"/>
            <ac:spMk id="7" creationId="{43EE4EC5-AF0D-6175-FB43-5839FC52607F}"/>
          </ac:spMkLst>
        </pc:spChg>
        <pc:spChg chg="add del mod">
          <ac:chgData name="Bart van Eijkelenburg" userId="32564be6-3772-4f77-8099-aa7e4c72ca61" providerId="ADAL" clId="{D6217290-A345-4D94-8708-5F79A6C12529}" dt="2025-07-15T12:03:47.606" v="8755" actId="478"/>
          <ac:spMkLst>
            <pc:docMk/>
            <pc:sldMk cId="2700620158" sldId="397"/>
            <ac:spMk id="8" creationId="{62003F5A-0CDF-C51B-33E5-C84EB506F690}"/>
          </ac:spMkLst>
        </pc:spChg>
        <pc:spChg chg="mod">
          <ac:chgData name="Bart van Eijkelenburg" userId="32564be6-3772-4f77-8099-aa7e4c72ca61" providerId="ADAL" clId="{D6217290-A345-4D94-8708-5F79A6C12529}" dt="2025-07-15T11:54:29.966" v="8501" actId="20577"/>
          <ac:spMkLst>
            <pc:docMk/>
            <pc:sldMk cId="2700620158" sldId="397"/>
            <ac:spMk id="45" creationId="{5DB86F4D-2A14-9588-DC34-E197EEB1D35D}"/>
          </ac:spMkLst>
        </pc:spChg>
        <pc:grpChg chg="add mod">
          <ac:chgData name="Bart van Eijkelenburg" userId="32564be6-3772-4f77-8099-aa7e4c72ca61" providerId="ADAL" clId="{D6217290-A345-4D94-8708-5F79A6C12529}" dt="2025-07-15T12:10:48.112" v="9126" actId="1035"/>
          <ac:grpSpMkLst>
            <pc:docMk/>
            <pc:sldMk cId="2700620158" sldId="397"/>
            <ac:grpSpMk id="5" creationId="{A16C6971-080C-C3D1-4C6A-9D584EFFF1E8}"/>
          </ac:grpSpMkLst>
        </pc:grpChg>
      </pc:sldChg>
      <pc:sldChg chg="addSp delSp modSp add mod modAnim">
        <pc:chgData name="Bart van Eijkelenburg" userId="32564be6-3772-4f77-8099-aa7e4c72ca61" providerId="ADAL" clId="{D6217290-A345-4D94-8708-5F79A6C12529}" dt="2025-07-15T12:14:54.575" v="9435" actId="20577"/>
        <pc:sldMkLst>
          <pc:docMk/>
          <pc:sldMk cId="3334167493" sldId="398"/>
        </pc:sldMkLst>
        <pc:spChg chg="mod">
          <ac:chgData name="Bart van Eijkelenburg" userId="32564be6-3772-4f77-8099-aa7e4c72ca61" providerId="ADAL" clId="{D6217290-A345-4D94-8708-5F79A6C12529}" dt="2025-07-15T12:04:59.180" v="8969" actId="20577"/>
          <ac:spMkLst>
            <pc:docMk/>
            <pc:sldMk cId="3334167493" sldId="398"/>
            <ac:spMk id="2" creationId="{9DEBE28D-E1EF-A333-F7F4-C04D4D5DEDF9}"/>
          </ac:spMkLst>
        </pc:spChg>
        <pc:spChg chg="add del mod">
          <ac:chgData name="Bart van Eijkelenburg" userId="32564be6-3772-4f77-8099-aa7e4c72ca61" providerId="ADAL" clId="{D6217290-A345-4D94-8708-5F79A6C12529}" dt="2025-07-15T12:10:22.875" v="9087" actId="478"/>
          <ac:spMkLst>
            <pc:docMk/>
            <pc:sldMk cId="3334167493" sldId="398"/>
            <ac:spMk id="3" creationId="{591AE1E2-9B17-2327-1F19-042DF55D3A46}"/>
          </ac:spMkLst>
        </pc:spChg>
        <pc:spChg chg="del">
          <ac:chgData name="Bart van Eijkelenburg" userId="32564be6-3772-4f77-8099-aa7e4c72ca61" providerId="ADAL" clId="{D6217290-A345-4D94-8708-5F79A6C12529}" dt="2025-07-15T12:10:29.653" v="9088" actId="478"/>
          <ac:spMkLst>
            <pc:docMk/>
            <pc:sldMk cId="3334167493" sldId="398"/>
            <ac:spMk id="4" creationId="{E951EFCD-17BA-31B9-93BD-EB4EFA16E435}"/>
          </ac:spMkLst>
        </pc:spChg>
        <pc:spChg chg="mod">
          <ac:chgData name="Bart van Eijkelenburg" userId="32564be6-3772-4f77-8099-aa7e4c72ca61" providerId="ADAL" clId="{D6217290-A345-4D94-8708-5F79A6C12529}" dt="2025-07-15T12:11:06.352" v="9129"/>
          <ac:spMkLst>
            <pc:docMk/>
            <pc:sldMk cId="3334167493" sldId="398"/>
            <ac:spMk id="6" creationId="{A21057EB-4622-8036-24A6-0D0D8F845E7A}"/>
          </ac:spMkLst>
        </pc:spChg>
        <pc:spChg chg="mod">
          <ac:chgData name="Bart van Eijkelenburg" userId="32564be6-3772-4f77-8099-aa7e4c72ca61" providerId="ADAL" clId="{D6217290-A345-4D94-8708-5F79A6C12529}" dt="2025-07-15T12:11:06.352" v="9129"/>
          <ac:spMkLst>
            <pc:docMk/>
            <pc:sldMk cId="3334167493" sldId="398"/>
            <ac:spMk id="7" creationId="{A2BBCAD0-0E9F-3FF9-4840-8BA3BB358995}"/>
          </ac:spMkLst>
        </pc:spChg>
        <pc:spChg chg="add del mod">
          <ac:chgData name="Bart van Eijkelenburg" userId="32564be6-3772-4f77-8099-aa7e4c72ca61" providerId="ADAL" clId="{D6217290-A345-4D94-8708-5F79A6C12529}" dt="2025-07-15T12:11:09.882" v="9130" actId="21"/>
          <ac:spMkLst>
            <pc:docMk/>
            <pc:sldMk cId="3334167493" sldId="398"/>
            <ac:spMk id="8" creationId="{4FE3EC9B-27B3-674A-572A-174C560B8996}"/>
          </ac:spMkLst>
        </pc:spChg>
        <pc:spChg chg="add mod">
          <ac:chgData name="Bart van Eijkelenburg" userId="32564be6-3772-4f77-8099-aa7e4c72ca61" providerId="ADAL" clId="{D6217290-A345-4D94-8708-5F79A6C12529}" dt="2025-07-15T12:10:18.466" v="9086" actId="1076"/>
          <ac:spMkLst>
            <pc:docMk/>
            <pc:sldMk cId="3334167493" sldId="398"/>
            <ac:spMk id="9" creationId="{00121F00-2F58-2095-220B-5454F43FC202}"/>
          </ac:spMkLst>
        </pc:spChg>
        <pc:spChg chg="add mod">
          <ac:chgData name="Bart van Eijkelenburg" userId="32564be6-3772-4f77-8099-aa7e4c72ca61" providerId="ADAL" clId="{D6217290-A345-4D94-8708-5F79A6C12529}" dt="2025-07-15T12:14:00.497" v="9325" actId="20577"/>
          <ac:spMkLst>
            <pc:docMk/>
            <pc:sldMk cId="3334167493" sldId="398"/>
            <ac:spMk id="10" creationId="{CD742B4D-E43A-E4F9-D829-6F4E4EF4BC49}"/>
          </ac:spMkLst>
        </pc:spChg>
        <pc:spChg chg="mod">
          <ac:chgData name="Bart van Eijkelenburg" userId="32564be6-3772-4f77-8099-aa7e4c72ca61" providerId="ADAL" clId="{D6217290-A345-4D94-8708-5F79A6C12529}" dt="2025-07-15T12:14:54.575" v="9435" actId="20577"/>
          <ac:spMkLst>
            <pc:docMk/>
            <pc:sldMk cId="3334167493" sldId="398"/>
            <ac:spMk id="45" creationId="{1C58C8F8-84CA-7814-B707-FF7AE6B0CC0A}"/>
          </ac:spMkLst>
        </pc:spChg>
        <pc:grpChg chg="mod ord">
          <ac:chgData name="Bart van Eijkelenburg" userId="32564be6-3772-4f77-8099-aa7e4c72ca61" providerId="ADAL" clId="{D6217290-A345-4D94-8708-5F79A6C12529}" dt="2025-07-15T12:11:06.352" v="9129"/>
          <ac:grpSpMkLst>
            <pc:docMk/>
            <pc:sldMk cId="3334167493" sldId="398"/>
            <ac:grpSpMk id="5" creationId="{1BE468B3-BD4F-AFB1-A790-8A08FDA665B3}"/>
          </ac:grpSpMkLst>
        </pc:grpChg>
      </pc:sldChg>
      <pc:sldChg chg="addSp delSp modSp add mod delAnim modAnim">
        <pc:chgData name="Bart van Eijkelenburg" userId="32564be6-3772-4f77-8099-aa7e4c72ca61" providerId="ADAL" clId="{D6217290-A345-4D94-8708-5F79A6C12529}" dt="2025-07-15T12:36:13.437" v="10138"/>
        <pc:sldMkLst>
          <pc:docMk/>
          <pc:sldMk cId="2050975698" sldId="399"/>
        </pc:sldMkLst>
        <pc:spChg chg="mod">
          <ac:chgData name="Bart van Eijkelenburg" userId="32564be6-3772-4f77-8099-aa7e4c72ca61" providerId="ADAL" clId="{D6217290-A345-4D94-8708-5F79A6C12529}" dt="2025-07-15T12:16:40.131" v="9582" actId="20577"/>
          <ac:spMkLst>
            <pc:docMk/>
            <pc:sldMk cId="2050975698" sldId="399"/>
            <ac:spMk id="2" creationId="{1D6D8ADE-AD3E-3C22-58E5-F08973D6B4B6}"/>
          </ac:spMkLst>
        </pc:spChg>
        <pc:spChg chg="add del mod">
          <ac:chgData name="Bart van Eijkelenburg" userId="32564be6-3772-4f77-8099-aa7e4c72ca61" providerId="ADAL" clId="{D6217290-A345-4D94-8708-5F79A6C12529}" dt="2025-07-15T12:31:59.888" v="9641" actId="478"/>
          <ac:spMkLst>
            <pc:docMk/>
            <pc:sldMk cId="2050975698" sldId="399"/>
            <ac:spMk id="3" creationId="{D2E3A4D2-3264-8F57-0FB9-5531FB94EED5}"/>
          </ac:spMkLst>
        </pc:spChg>
        <pc:spChg chg="mod">
          <ac:chgData name="Bart van Eijkelenburg" userId="32564be6-3772-4f77-8099-aa7e4c72ca61" providerId="ADAL" clId="{D6217290-A345-4D94-8708-5F79A6C12529}" dt="2025-07-15T12:17:26.837" v="9612" actId="20577"/>
          <ac:spMkLst>
            <pc:docMk/>
            <pc:sldMk cId="2050975698" sldId="399"/>
            <ac:spMk id="8" creationId="{540835AE-B8FF-75DD-ECDF-1E8EDC10669D}"/>
          </ac:spMkLst>
        </pc:spChg>
        <pc:spChg chg="del">
          <ac:chgData name="Bart van Eijkelenburg" userId="32564be6-3772-4f77-8099-aa7e4c72ca61" providerId="ADAL" clId="{D6217290-A345-4D94-8708-5F79A6C12529}" dt="2025-07-15T12:16:06.031" v="9470" actId="478"/>
          <ac:spMkLst>
            <pc:docMk/>
            <pc:sldMk cId="2050975698" sldId="399"/>
            <ac:spMk id="9" creationId="{601EE050-490C-8904-D0AF-7293580264FE}"/>
          </ac:spMkLst>
        </pc:spChg>
        <pc:spChg chg="del">
          <ac:chgData name="Bart van Eijkelenburg" userId="32564be6-3772-4f77-8099-aa7e4c72ca61" providerId="ADAL" clId="{D6217290-A345-4D94-8708-5F79A6C12529}" dt="2025-07-15T12:17:02.613" v="9592" actId="478"/>
          <ac:spMkLst>
            <pc:docMk/>
            <pc:sldMk cId="2050975698" sldId="399"/>
            <ac:spMk id="10" creationId="{268F2B8E-CB7B-9DD0-9C6D-2924C6510548}"/>
          </ac:spMkLst>
        </pc:spChg>
        <pc:spChg chg="mod">
          <ac:chgData name="Bart van Eijkelenburg" userId="32564be6-3772-4f77-8099-aa7e4c72ca61" providerId="ADAL" clId="{D6217290-A345-4D94-8708-5F79A6C12529}" dt="2025-07-15T12:17:12.841" v="9594"/>
          <ac:spMkLst>
            <pc:docMk/>
            <pc:sldMk cId="2050975698" sldId="399"/>
            <ac:spMk id="11" creationId="{92686225-0074-26A1-7C97-64F58A99706F}"/>
          </ac:spMkLst>
        </pc:spChg>
        <pc:spChg chg="mod">
          <ac:chgData name="Bart van Eijkelenburg" userId="32564be6-3772-4f77-8099-aa7e4c72ca61" providerId="ADAL" clId="{D6217290-A345-4D94-8708-5F79A6C12529}" dt="2025-07-15T12:17:18.645" v="9595"/>
          <ac:spMkLst>
            <pc:docMk/>
            <pc:sldMk cId="2050975698" sldId="399"/>
            <ac:spMk id="13" creationId="{E92FD9ED-00E8-77D2-D8FD-3246E6C75E13}"/>
          </ac:spMkLst>
        </pc:spChg>
        <pc:spChg chg="mod">
          <ac:chgData name="Bart van Eijkelenburg" userId="32564be6-3772-4f77-8099-aa7e4c72ca61" providerId="ADAL" clId="{D6217290-A345-4D94-8708-5F79A6C12529}" dt="2025-07-15T12:17:18.645" v="9595"/>
          <ac:spMkLst>
            <pc:docMk/>
            <pc:sldMk cId="2050975698" sldId="399"/>
            <ac:spMk id="14" creationId="{99F84144-EE22-E885-C19B-47FDBA1D8439}"/>
          </ac:spMkLst>
        </pc:spChg>
        <pc:spChg chg="add mod">
          <ac:chgData name="Bart van Eijkelenburg" userId="32564be6-3772-4f77-8099-aa7e4c72ca61" providerId="ADAL" clId="{D6217290-A345-4D94-8708-5F79A6C12529}" dt="2025-07-15T12:31:57.550" v="9640" actId="167"/>
          <ac:spMkLst>
            <pc:docMk/>
            <pc:sldMk cId="2050975698" sldId="399"/>
            <ac:spMk id="15" creationId="{D33ED064-AA0F-219A-239C-0866182F513F}"/>
          </ac:spMkLst>
        </pc:spChg>
        <pc:spChg chg="add mod">
          <ac:chgData name="Bart van Eijkelenburg" userId="32564be6-3772-4f77-8099-aa7e4c72ca61" providerId="ADAL" clId="{D6217290-A345-4D94-8708-5F79A6C12529}" dt="2025-07-15T12:36:06.686" v="10137" actId="20577"/>
          <ac:spMkLst>
            <pc:docMk/>
            <pc:sldMk cId="2050975698" sldId="399"/>
            <ac:spMk id="16" creationId="{726B1638-9360-98A4-B876-0AE1F89F0112}"/>
          </ac:spMkLst>
        </pc:spChg>
        <pc:spChg chg="mod">
          <ac:chgData name="Bart van Eijkelenburg" userId="32564be6-3772-4f77-8099-aa7e4c72ca61" providerId="ADAL" clId="{D6217290-A345-4D94-8708-5F79A6C12529}" dt="2025-07-15T12:15:13.314" v="9469" actId="20577"/>
          <ac:spMkLst>
            <pc:docMk/>
            <pc:sldMk cId="2050975698" sldId="399"/>
            <ac:spMk id="45" creationId="{DE9380F0-3F98-D101-A91D-1BF309CDA71A}"/>
          </ac:spMkLst>
        </pc:spChg>
        <pc:grpChg chg="add mod">
          <ac:chgData name="Bart van Eijkelenburg" userId="32564be6-3772-4f77-8099-aa7e4c72ca61" providerId="ADAL" clId="{D6217290-A345-4D94-8708-5F79A6C12529}" dt="2025-07-15T12:17:38.641" v="9629" actId="1037"/>
          <ac:grpSpMkLst>
            <pc:docMk/>
            <pc:sldMk cId="2050975698" sldId="399"/>
            <ac:grpSpMk id="4" creationId="{ED6E3661-D62B-C8E3-A97E-BB9E99B369B1}"/>
          </ac:grpSpMkLst>
        </pc:grpChg>
        <pc:grpChg chg="del">
          <ac:chgData name="Bart van Eijkelenburg" userId="32564be6-3772-4f77-8099-aa7e4c72ca61" providerId="ADAL" clId="{D6217290-A345-4D94-8708-5F79A6C12529}" dt="2025-07-15T12:16:08.309" v="9471" actId="478"/>
          <ac:grpSpMkLst>
            <pc:docMk/>
            <pc:sldMk cId="2050975698" sldId="399"/>
            <ac:grpSpMk id="5" creationId="{95E12670-BD94-9FD2-7EC4-ACF8545F9D30}"/>
          </ac:grpSpMkLst>
        </pc:grpChg>
        <pc:grpChg chg="add mod">
          <ac:chgData name="Bart van Eijkelenburg" userId="32564be6-3772-4f77-8099-aa7e4c72ca61" providerId="ADAL" clId="{D6217290-A345-4D94-8708-5F79A6C12529}" dt="2025-07-15T12:17:21.151" v="9596" actId="1076"/>
          <ac:grpSpMkLst>
            <pc:docMk/>
            <pc:sldMk cId="2050975698" sldId="399"/>
            <ac:grpSpMk id="12" creationId="{21869F30-46C8-FF16-9F26-CF3F439ED81E}"/>
          </ac:grpSpMkLst>
        </pc:grpChg>
      </pc:sldChg>
      <pc:sldChg chg="addSp delSp modSp add mod delAnim">
        <pc:chgData name="Bart van Eijkelenburg" userId="32564be6-3772-4f77-8099-aa7e4c72ca61" providerId="ADAL" clId="{D6217290-A345-4D94-8708-5F79A6C12529}" dt="2025-07-15T12:45:26.226" v="10432" actId="1076"/>
        <pc:sldMkLst>
          <pc:docMk/>
          <pc:sldMk cId="684890883" sldId="400"/>
        </pc:sldMkLst>
        <pc:spChg chg="mod">
          <ac:chgData name="Bart van Eijkelenburg" userId="32564be6-3772-4f77-8099-aa7e4c72ca61" providerId="ADAL" clId="{D6217290-A345-4D94-8708-5F79A6C12529}" dt="2025-07-15T12:40:57.495" v="10376" actId="20577"/>
          <ac:spMkLst>
            <pc:docMk/>
            <pc:sldMk cId="684890883" sldId="400"/>
            <ac:spMk id="2" creationId="{2AD694A7-74F5-D535-9035-3351F370D05B}"/>
          </ac:spMkLst>
        </pc:spChg>
        <pc:spChg chg="del">
          <ac:chgData name="Bart van Eijkelenburg" userId="32564be6-3772-4f77-8099-aa7e4c72ca61" providerId="ADAL" clId="{D6217290-A345-4D94-8708-5F79A6C12529}" dt="2025-07-15T12:36:46.073" v="10168" actId="478"/>
          <ac:spMkLst>
            <pc:docMk/>
            <pc:sldMk cId="684890883" sldId="400"/>
            <ac:spMk id="15" creationId="{75C97088-9E20-D32E-516C-A9075B695061}"/>
          </ac:spMkLst>
        </pc:spChg>
        <pc:spChg chg="del mod">
          <ac:chgData name="Bart van Eijkelenburg" userId="32564be6-3772-4f77-8099-aa7e4c72ca61" providerId="ADAL" clId="{D6217290-A345-4D94-8708-5F79A6C12529}" dt="2025-07-15T12:36:49.956" v="10172" actId="478"/>
          <ac:spMkLst>
            <pc:docMk/>
            <pc:sldMk cId="684890883" sldId="400"/>
            <ac:spMk id="16" creationId="{B49271B6-32BA-4E64-ED3F-3369AF6421A2}"/>
          </ac:spMkLst>
        </pc:spChg>
        <pc:spChg chg="mod">
          <ac:chgData name="Bart van Eijkelenburg" userId="32564be6-3772-4f77-8099-aa7e4c72ca61" providerId="ADAL" clId="{D6217290-A345-4D94-8708-5F79A6C12529}" dt="2025-07-15T12:36:41.416" v="10167" actId="20577"/>
          <ac:spMkLst>
            <pc:docMk/>
            <pc:sldMk cId="684890883" sldId="400"/>
            <ac:spMk id="45" creationId="{F71F8AE3-F734-37A2-63F0-728E2F44410C}"/>
          </ac:spMkLst>
        </pc:spChg>
        <pc:grpChg chg="del">
          <ac:chgData name="Bart van Eijkelenburg" userId="32564be6-3772-4f77-8099-aa7e4c72ca61" providerId="ADAL" clId="{D6217290-A345-4D94-8708-5F79A6C12529}" dt="2025-07-15T12:36:47.166" v="10169" actId="478"/>
          <ac:grpSpMkLst>
            <pc:docMk/>
            <pc:sldMk cId="684890883" sldId="400"/>
            <ac:grpSpMk id="4" creationId="{CD8E80E0-680A-503A-F230-271AC4661609}"/>
          </ac:grpSpMkLst>
        </pc:grpChg>
        <pc:grpChg chg="del">
          <ac:chgData name="Bart van Eijkelenburg" userId="32564be6-3772-4f77-8099-aa7e4c72ca61" providerId="ADAL" clId="{D6217290-A345-4D94-8708-5F79A6C12529}" dt="2025-07-15T12:36:48.436" v="10170" actId="478"/>
          <ac:grpSpMkLst>
            <pc:docMk/>
            <pc:sldMk cId="684890883" sldId="400"/>
            <ac:grpSpMk id="12" creationId="{32C78912-D4C5-AB9D-B235-11C0C9244219}"/>
          </ac:grpSpMkLst>
        </pc:grpChg>
        <pc:graphicFrameChg chg="add mod modGraphic">
          <ac:chgData name="Bart van Eijkelenburg" userId="32564be6-3772-4f77-8099-aa7e4c72ca61" providerId="ADAL" clId="{D6217290-A345-4D94-8708-5F79A6C12529}" dt="2025-07-15T12:45:26.226" v="10432" actId="1076"/>
          <ac:graphicFrameMkLst>
            <pc:docMk/>
            <pc:sldMk cId="684890883" sldId="400"/>
            <ac:graphicFrameMk id="3" creationId="{EF8C805E-DAF5-533D-7D50-305FBD50B56E}"/>
          </ac:graphicFrameMkLst>
        </pc:graphicFrameChg>
      </pc:sldChg>
    </pc:docChg>
  </pc:docChgLst>
  <pc:docChgLst>
    <pc:chgData name="Bart van Eijkelenburg" userId="32564be6-3772-4f77-8099-aa7e4c72ca61" providerId="ADAL" clId="{5C943E17-3B5D-4650-B575-ACB252E3C2AB}"/>
    <pc:docChg chg="delSld modSld">
      <pc:chgData name="Bart van Eijkelenburg" userId="32564be6-3772-4f77-8099-aa7e4c72ca61" providerId="ADAL" clId="{5C943E17-3B5D-4650-B575-ACB252E3C2AB}" dt="2023-06-07T09:55:42.281" v="151" actId="2696"/>
      <pc:docMkLst>
        <pc:docMk/>
      </pc:docMkLst>
      <pc:sldChg chg="modSp mod">
        <pc:chgData name="Bart van Eijkelenburg" userId="32564be6-3772-4f77-8099-aa7e4c72ca61" providerId="ADAL" clId="{5C943E17-3B5D-4650-B575-ACB252E3C2AB}" dt="2023-06-07T09:55:09.447" v="150" actId="20577"/>
        <pc:sldMkLst>
          <pc:docMk/>
          <pc:sldMk cId="284895414" sldId="256"/>
        </pc:sldMkLst>
      </pc:sldChg>
      <pc:sldChg chg="modSp mod">
        <pc:chgData name="Bart van Eijkelenburg" userId="32564be6-3772-4f77-8099-aa7e4c72ca61" providerId="ADAL" clId="{5C943E17-3B5D-4650-B575-ACB252E3C2AB}" dt="2023-06-07T09:53:22.678" v="111" actId="20577"/>
        <pc:sldMkLst>
          <pc:docMk/>
          <pc:sldMk cId="2318623463" sldId="257"/>
        </pc:sldMkLst>
      </pc:sldChg>
      <pc:sldChg chg="del">
        <pc:chgData name="Bart van Eijkelenburg" userId="32564be6-3772-4f77-8099-aa7e4c72ca61" providerId="ADAL" clId="{5C943E17-3B5D-4650-B575-ACB252E3C2AB}" dt="2023-06-07T08:32:38.249" v="0" actId="47"/>
        <pc:sldMkLst>
          <pc:docMk/>
          <pc:sldMk cId="3885237255" sldId="258"/>
        </pc:sldMkLst>
      </pc:sldChg>
      <pc:sldChg chg="del">
        <pc:chgData name="Bart van Eijkelenburg" userId="32564be6-3772-4f77-8099-aa7e4c72ca61" providerId="ADAL" clId="{5C943E17-3B5D-4650-B575-ACB252E3C2AB}" dt="2023-06-07T08:32:38.249" v="0" actId="47"/>
        <pc:sldMkLst>
          <pc:docMk/>
          <pc:sldMk cId="2778036380" sldId="259"/>
        </pc:sldMkLst>
      </pc:sldChg>
      <pc:sldChg chg="modSp mod">
        <pc:chgData name="Bart van Eijkelenburg" userId="32564be6-3772-4f77-8099-aa7e4c72ca61" providerId="ADAL" clId="{5C943E17-3B5D-4650-B575-ACB252E3C2AB}" dt="2023-06-07T08:45:52.598" v="80" actId="20577"/>
        <pc:sldMkLst>
          <pc:docMk/>
          <pc:sldMk cId="635267584" sldId="260"/>
        </pc:sldMkLst>
      </pc:sldChg>
      <pc:sldChg chg="del">
        <pc:chgData name="Bart van Eijkelenburg" userId="32564be6-3772-4f77-8099-aa7e4c72ca61" providerId="ADAL" clId="{5C943E17-3B5D-4650-B575-ACB252E3C2AB}" dt="2023-06-07T08:46:49.249" v="81" actId="47"/>
        <pc:sldMkLst>
          <pc:docMk/>
          <pc:sldMk cId="2669765799" sldId="263"/>
        </pc:sldMkLst>
      </pc:sldChg>
      <pc:sldChg chg="del">
        <pc:chgData name="Bart van Eijkelenburg" userId="32564be6-3772-4f77-8099-aa7e4c72ca61" providerId="ADAL" clId="{5C943E17-3B5D-4650-B575-ACB252E3C2AB}" dt="2023-06-07T09:55:42.281" v="151" actId="2696"/>
        <pc:sldMkLst>
          <pc:docMk/>
          <pc:sldMk cId="2671650231" sldId="269"/>
        </pc:sldMkLst>
      </pc:sldChg>
    </pc:docChg>
  </pc:docChgLst>
  <pc:docChgLst>
    <pc:chgData name="Bart van Eijkelenburg" userId="32564be6-3772-4f77-8099-aa7e4c72ca61" providerId="ADAL" clId="{0800EAB8-FB54-48C2-9980-178E47937E4D}"/>
    <pc:docChg chg="modSld">
      <pc:chgData name="Bart van Eijkelenburg" userId="32564be6-3772-4f77-8099-aa7e4c72ca61" providerId="ADAL" clId="{0800EAB8-FB54-48C2-9980-178E47937E4D}" dt="2023-05-15T12:29:03.691" v="0" actId="20577"/>
      <pc:docMkLst>
        <pc:docMk/>
      </pc:docMkLst>
      <pc:sldChg chg="modSp mod">
        <pc:chgData name="Bart van Eijkelenburg" userId="32564be6-3772-4f77-8099-aa7e4c72ca61" providerId="ADAL" clId="{0800EAB8-FB54-48C2-9980-178E47937E4D}" dt="2023-05-15T12:29:03.691" v="0" actId="20577"/>
        <pc:sldMkLst>
          <pc:docMk/>
          <pc:sldMk cId="284895414" sldId="256"/>
        </pc:sldMkLst>
      </pc:sldChg>
    </pc:docChg>
  </pc:docChgLst>
  <pc:docChgLst>
    <pc:chgData name="Bart van Eijkelenburg" userId="32564be6-3772-4f77-8099-aa7e4c72ca61" providerId="ADAL" clId="{86A459B7-7380-4AFF-84CF-129C315150FC}"/>
    <pc:docChg chg="undo redo custSel addSld delSld modSld">
      <pc:chgData name="Bart van Eijkelenburg" userId="32564be6-3772-4f77-8099-aa7e4c72ca61" providerId="ADAL" clId="{86A459B7-7380-4AFF-84CF-129C315150FC}" dt="2020-10-05T08:07:38.910" v="100" actId="2696"/>
      <pc:docMkLst>
        <pc:docMk/>
      </pc:docMkLst>
      <pc:sldChg chg="addSp delSp modSp mod">
        <pc:chgData name="Bart van Eijkelenburg" userId="32564be6-3772-4f77-8099-aa7e4c72ca61" providerId="ADAL" clId="{86A459B7-7380-4AFF-84CF-129C315150FC}" dt="2020-10-05T07:55:38.578" v="35"/>
        <pc:sldMkLst>
          <pc:docMk/>
          <pc:sldMk cId="2711810886" sldId="256"/>
        </pc:sldMkLst>
      </pc:sldChg>
      <pc:sldChg chg="addSp delSp modSp mod">
        <pc:chgData name="Bart van Eijkelenburg" userId="32564be6-3772-4f77-8099-aa7e4c72ca61" providerId="ADAL" clId="{86A459B7-7380-4AFF-84CF-129C315150FC}" dt="2020-10-05T07:55:51.903" v="38"/>
        <pc:sldMkLst>
          <pc:docMk/>
          <pc:sldMk cId="2318623463" sldId="257"/>
        </pc:sldMkLst>
      </pc:sldChg>
      <pc:sldChg chg="del">
        <pc:chgData name="Bart van Eijkelenburg" userId="32564be6-3772-4f77-8099-aa7e4c72ca61" providerId="ADAL" clId="{86A459B7-7380-4AFF-84CF-129C315150FC}" dt="2020-10-05T07:54:31.296" v="2" actId="2696"/>
        <pc:sldMkLst>
          <pc:docMk/>
          <pc:sldMk cId="1686947883" sldId="258"/>
        </pc:sldMkLst>
      </pc:sldChg>
      <pc:sldChg chg="addSp delSp modSp add mod">
        <pc:chgData name="Bart van Eijkelenburg" userId="32564be6-3772-4f77-8099-aa7e4c72ca61" providerId="ADAL" clId="{86A459B7-7380-4AFF-84CF-129C315150FC}" dt="2020-10-05T07:56:05.064" v="41"/>
        <pc:sldMkLst>
          <pc:docMk/>
          <pc:sldMk cId="3885237255" sldId="258"/>
        </pc:sldMkLst>
      </pc:sldChg>
      <pc:sldChg chg="del">
        <pc:chgData name="Bart van Eijkelenburg" userId="32564be6-3772-4f77-8099-aa7e4c72ca61" providerId="ADAL" clId="{86A459B7-7380-4AFF-84CF-129C315150FC}" dt="2020-10-05T07:54:31.296" v="2" actId="2696"/>
        <pc:sldMkLst>
          <pc:docMk/>
          <pc:sldMk cId="416639851" sldId="259"/>
        </pc:sldMkLst>
      </pc:sldChg>
      <pc:sldChg chg="addSp delSp modSp add modAnim">
        <pc:chgData name="Bart van Eijkelenburg" userId="32564be6-3772-4f77-8099-aa7e4c72ca61" providerId="ADAL" clId="{86A459B7-7380-4AFF-84CF-129C315150FC}" dt="2020-10-05T07:56:17.011" v="44"/>
        <pc:sldMkLst>
          <pc:docMk/>
          <pc:sldMk cId="2778036380" sldId="259"/>
        </pc:sldMkLst>
      </pc:sldChg>
      <pc:sldChg chg="addSp delSp modSp add mod">
        <pc:chgData name="Bart van Eijkelenburg" userId="32564be6-3772-4f77-8099-aa7e4c72ca61" providerId="ADAL" clId="{86A459B7-7380-4AFF-84CF-129C315150FC}" dt="2020-10-05T07:56:24.672" v="47"/>
        <pc:sldMkLst>
          <pc:docMk/>
          <pc:sldMk cId="635267584" sldId="260"/>
        </pc:sldMkLst>
      </pc:sldChg>
      <pc:sldChg chg="del">
        <pc:chgData name="Bart van Eijkelenburg" userId="32564be6-3772-4f77-8099-aa7e4c72ca61" providerId="ADAL" clId="{86A459B7-7380-4AFF-84CF-129C315150FC}" dt="2020-10-05T07:54:31.296" v="2" actId="2696"/>
        <pc:sldMkLst>
          <pc:docMk/>
          <pc:sldMk cId="1406139472" sldId="260"/>
        </pc:sldMkLst>
      </pc:sldChg>
      <pc:sldChg chg="addSp delSp modSp add modAnim">
        <pc:chgData name="Bart van Eijkelenburg" userId="32564be6-3772-4f77-8099-aa7e4c72ca61" providerId="ADAL" clId="{86A459B7-7380-4AFF-84CF-129C315150FC}" dt="2020-10-05T07:56:35.783" v="50"/>
        <pc:sldMkLst>
          <pc:docMk/>
          <pc:sldMk cId="1097656648" sldId="261"/>
        </pc:sldMkLst>
      </pc:sldChg>
      <pc:sldChg chg="del">
        <pc:chgData name="Bart van Eijkelenburg" userId="32564be6-3772-4f77-8099-aa7e4c72ca61" providerId="ADAL" clId="{86A459B7-7380-4AFF-84CF-129C315150FC}" dt="2020-10-05T07:54:31.296" v="2" actId="2696"/>
        <pc:sldMkLst>
          <pc:docMk/>
          <pc:sldMk cId="1919167115" sldId="261"/>
        </pc:sldMkLst>
      </pc:sldChg>
      <pc:sldChg chg="addSp delSp modSp add modAnim">
        <pc:chgData name="Bart van Eijkelenburg" userId="32564be6-3772-4f77-8099-aa7e4c72ca61" providerId="ADAL" clId="{86A459B7-7380-4AFF-84CF-129C315150FC}" dt="2020-10-05T07:56:43.595" v="53"/>
        <pc:sldMkLst>
          <pc:docMk/>
          <pc:sldMk cId="404345022" sldId="262"/>
        </pc:sldMkLst>
      </pc:sldChg>
      <pc:sldChg chg="del">
        <pc:chgData name="Bart van Eijkelenburg" userId="32564be6-3772-4f77-8099-aa7e4c72ca61" providerId="ADAL" clId="{86A459B7-7380-4AFF-84CF-129C315150FC}" dt="2020-10-05T07:54:31.296" v="2" actId="2696"/>
        <pc:sldMkLst>
          <pc:docMk/>
          <pc:sldMk cId="4107390451" sldId="262"/>
        </pc:sldMkLst>
      </pc:sldChg>
      <pc:sldChg chg="addSp delSp modSp add mod">
        <pc:chgData name="Bart van Eijkelenburg" userId="32564be6-3772-4f77-8099-aa7e4c72ca61" providerId="ADAL" clId="{86A459B7-7380-4AFF-84CF-129C315150FC}" dt="2020-10-05T07:56:51.672" v="56"/>
        <pc:sldMkLst>
          <pc:docMk/>
          <pc:sldMk cId="2669765799" sldId="263"/>
        </pc:sldMkLst>
      </pc:sldChg>
      <pc:sldChg chg="del">
        <pc:chgData name="Bart van Eijkelenburg" userId="32564be6-3772-4f77-8099-aa7e4c72ca61" providerId="ADAL" clId="{86A459B7-7380-4AFF-84CF-129C315150FC}" dt="2020-10-05T07:54:31.296" v="2" actId="2696"/>
        <pc:sldMkLst>
          <pc:docMk/>
          <pc:sldMk cId="3927023379" sldId="263"/>
        </pc:sldMkLst>
      </pc:sldChg>
      <pc:sldChg chg="del">
        <pc:chgData name="Bart van Eijkelenburg" userId="32564be6-3772-4f77-8099-aa7e4c72ca61" providerId="ADAL" clId="{86A459B7-7380-4AFF-84CF-129C315150FC}" dt="2020-10-05T07:54:31.296" v="2" actId="2696"/>
        <pc:sldMkLst>
          <pc:docMk/>
          <pc:sldMk cId="940914383" sldId="264"/>
        </pc:sldMkLst>
      </pc:sldChg>
      <pc:sldChg chg="addSp delSp modSp add modAnim">
        <pc:chgData name="Bart van Eijkelenburg" userId="32564be6-3772-4f77-8099-aa7e4c72ca61" providerId="ADAL" clId="{86A459B7-7380-4AFF-84CF-129C315150FC}" dt="2020-10-05T07:56:59.648" v="59"/>
        <pc:sldMkLst>
          <pc:docMk/>
          <pc:sldMk cId="3382024644" sldId="264"/>
        </pc:sldMkLst>
      </pc:sldChg>
      <pc:sldChg chg="del">
        <pc:chgData name="Bart van Eijkelenburg" userId="32564be6-3772-4f77-8099-aa7e4c72ca61" providerId="ADAL" clId="{86A459B7-7380-4AFF-84CF-129C315150FC}" dt="2020-10-05T07:54:31.296" v="2" actId="2696"/>
        <pc:sldMkLst>
          <pc:docMk/>
          <pc:sldMk cId="2029505551" sldId="265"/>
        </pc:sldMkLst>
      </pc:sldChg>
      <pc:sldChg chg="addSp delSp modSp add mod">
        <pc:chgData name="Bart van Eijkelenburg" userId="32564be6-3772-4f77-8099-aa7e4c72ca61" providerId="ADAL" clId="{86A459B7-7380-4AFF-84CF-129C315150FC}" dt="2020-10-05T07:57:09.384" v="62"/>
        <pc:sldMkLst>
          <pc:docMk/>
          <pc:sldMk cId="3213425614" sldId="265"/>
        </pc:sldMkLst>
      </pc:sldChg>
      <pc:sldChg chg="del">
        <pc:chgData name="Bart van Eijkelenburg" userId="32564be6-3772-4f77-8099-aa7e4c72ca61" providerId="ADAL" clId="{86A459B7-7380-4AFF-84CF-129C315150FC}" dt="2020-10-05T07:54:31.296" v="2" actId="2696"/>
        <pc:sldMkLst>
          <pc:docMk/>
          <pc:sldMk cId="324011218" sldId="266"/>
        </pc:sldMkLst>
      </pc:sldChg>
      <pc:sldChg chg="addSp delSp modSp add modAnim">
        <pc:chgData name="Bart van Eijkelenburg" userId="32564be6-3772-4f77-8099-aa7e4c72ca61" providerId="ADAL" clId="{86A459B7-7380-4AFF-84CF-129C315150FC}" dt="2020-10-05T07:57:26.136" v="65"/>
        <pc:sldMkLst>
          <pc:docMk/>
          <pc:sldMk cId="763968553" sldId="266"/>
        </pc:sldMkLst>
      </pc:sldChg>
      <pc:sldChg chg="addSp delSp modSp add modAnim">
        <pc:chgData name="Bart van Eijkelenburg" userId="32564be6-3772-4f77-8099-aa7e4c72ca61" providerId="ADAL" clId="{86A459B7-7380-4AFF-84CF-129C315150FC}" dt="2020-10-05T07:57:40.439" v="68"/>
        <pc:sldMkLst>
          <pc:docMk/>
          <pc:sldMk cId="2917583969" sldId="267"/>
        </pc:sldMkLst>
      </pc:sldChg>
      <pc:sldChg chg="del">
        <pc:chgData name="Bart van Eijkelenburg" userId="32564be6-3772-4f77-8099-aa7e4c72ca61" providerId="ADAL" clId="{86A459B7-7380-4AFF-84CF-129C315150FC}" dt="2020-10-05T07:54:31.296" v="2" actId="2696"/>
        <pc:sldMkLst>
          <pc:docMk/>
          <pc:sldMk cId="3357075213" sldId="267"/>
        </pc:sldMkLst>
      </pc:sldChg>
      <pc:sldChg chg="addSp delSp modSp add modAnim">
        <pc:chgData name="Bart van Eijkelenburg" userId="32564be6-3772-4f77-8099-aa7e4c72ca61" providerId="ADAL" clId="{86A459B7-7380-4AFF-84CF-129C315150FC}" dt="2020-10-05T07:57:49.677" v="71"/>
        <pc:sldMkLst>
          <pc:docMk/>
          <pc:sldMk cId="412973117" sldId="268"/>
        </pc:sldMkLst>
      </pc:sldChg>
      <pc:sldChg chg="del">
        <pc:chgData name="Bart van Eijkelenburg" userId="32564be6-3772-4f77-8099-aa7e4c72ca61" providerId="ADAL" clId="{86A459B7-7380-4AFF-84CF-129C315150FC}" dt="2020-10-05T07:54:31.296" v="2" actId="2696"/>
        <pc:sldMkLst>
          <pc:docMk/>
          <pc:sldMk cId="4067555730" sldId="268"/>
        </pc:sldMkLst>
      </pc:sldChg>
      <pc:sldChg chg="del">
        <pc:chgData name="Bart van Eijkelenburg" userId="32564be6-3772-4f77-8099-aa7e4c72ca61" providerId="ADAL" clId="{86A459B7-7380-4AFF-84CF-129C315150FC}" dt="2020-10-05T07:54:31.296" v="2" actId="2696"/>
        <pc:sldMkLst>
          <pc:docMk/>
          <pc:sldMk cId="1860151755" sldId="269"/>
        </pc:sldMkLst>
      </pc:sldChg>
      <pc:sldChg chg="addSp delSp modSp add mod">
        <pc:chgData name="Bart van Eijkelenburg" userId="32564be6-3772-4f77-8099-aa7e4c72ca61" providerId="ADAL" clId="{86A459B7-7380-4AFF-84CF-129C315150FC}" dt="2020-10-05T07:58:00.782" v="76"/>
        <pc:sldMkLst>
          <pc:docMk/>
          <pc:sldMk cId="2671650231" sldId="269"/>
        </pc:sldMkLst>
      </pc:sldChg>
      <pc:sldChg chg="addSp delSp modSp add modAnim">
        <pc:chgData name="Bart van Eijkelenburg" userId="32564be6-3772-4f77-8099-aa7e4c72ca61" providerId="ADAL" clId="{86A459B7-7380-4AFF-84CF-129C315150FC}" dt="2020-10-05T07:58:10.723" v="79"/>
        <pc:sldMkLst>
          <pc:docMk/>
          <pc:sldMk cId="430207665" sldId="270"/>
        </pc:sldMkLst>
      </pc:sldChg>
      <pc:sldChg chg="del">
        <pc:chgData name="Bart van Eijkelenburg" userId="32564be6-3772-4f77-8099-aa7e4c72ca61" providerId="ADAL" clId="{86A459B7-7380-4AFF-84CF-129C315150FC}" dt="2020-10-05T07:54:31.296" v="2" actId="2696"/>
        <pc:sldMkLst>
          <pc:docMk/>
          <pc:sldMk cId="3321815680" sldId="270"/>
        </pc:sldMkLst>
      </pc:sldChg>
      <pc:sldChg chg="del">
        <pc:chgData name="Bart van Eijkelenburg" userId="32564be6-3772-4f77-8099-aa7e4c72ca61" providerId="ADAL" clId="{86A459B7-7380-4AFF-84CF-129C315150FC}" dt="2020-10-05T07:54:31.296" v="2" actId="2696"/>
        <pc:sldMkLst>
          <pc:docMk/>
          <pc:sldMk cId="843713813" sldId="271"/>
        </pc:sldMkLst>
      </pc:sldChg>
      <pc:sldChg chg="addSp delSp modSp add mod">
        <pc:chgData name="Bart van Eijkelenburg" userId="32564be6-3772-4f77-8099-aa7e4c72ca61" providerId="ADAL" clId="{86A459B7-7380-4AFF-84CF-129C315150FC}" dt="2020-10-05T07:58:18.384" v="82"/>
        <pc:sldMkLst>
          <pc:docMk/>
          <pc:sldMk cId="1488594184" sldId="271"/>
        </pc:sldMkLst>
      </pc:sldChg>
      <pc:sldChg chg="addSp delSp modSp add modAnim">
        <pc:chgData name="Bart van Eijkelenburg" userId="32564be6-3772-4f77-8099-aa7e4c72ca61" providerId="ADAL" clId="{86A459B7-7380-4AFF-84CF-129C315150FC}" dt="2020-10-05T07:58:27.624" v="85"/>
        <pc:sldMkLst>
          <pc:docMk/>
          <pc:sldMk cId="2200172011" sldId="272"/>
        </pc:sldMkLst>
      </pc:sldChg>
      <pc:sldChg chg="del">
        <pc:chgData name="Bart van Eijkelenburg" userId="32564be6-3772-4f77-8099-aa7e4c72ca61" providerId="ADAL" clId="{86A459B7-7380-4AFF-84CF-129C315150FC}" dt="2020-10-05T07:54:31.296" v="2" actId="2696"/>
        <pc:sldMkLst>
          <pc:docMk/>
          <pc:sldMk cId="3219480973" sldId="272"/>
        </pc:sldMkLst>
      </pc:sldChg>
      <pc:sldChg chg="del">
        <pc:chgData name="Bart van Eijkelenburg" userId="32564be6-3772-4f77-8099-aa7e4c72ca61" providerId="ADAL" clId="{86A459B7-7380-4AFF-84CF-129C315150FC}" dt="2020-10-05T07:54:31.296" v="2" actId="2696"/>
        <pc:sldMkLst>
          <pc:docMk/>
          <pc:sldMk cId="471876541" sldId="273"/>
        </pc:sldMkLst>
      </pc:sldChg>
      <pc:sldChg chg="addSp delSp modSp add mod">
        <pc:chgData name="Bart van Eijkelenburg" userId="32564be6-3772-4f77-8099-aa7e4c72ca61" providerId="ADAL" clId="{86A459B7-7380-4AFF-84CF-129C315150FC}" dt="2020-10-05T07:58:36.062" v="88"/>
        <pc:sldMkLst>
          <pc:docMk/>
          <pc:sldMk cId="1129880805" sldId="273"/>
        </pc:sldMkLst>
      </pc:sldChg>
      <pc:sldChg chg="addSp delSp modSp add modAnim">
        <pc:chgData name="Bart van Eijkelenburg" userId="32564be6-3772-4f77-8099-aa7e4c72ca61" providerId="ADAL" clId="{86A459B7-7380-4AFF-84CF-129C315150FC}" dt="2020-10-05T07:58:43.789" v="91"/>
        <pc:sldMkLst>
          <pc:docMk/>
          <pc:sldMk cId="2952688865" sldId="274"/>
        </pc:sldMkLst>
      </pc:sldChg>
      <pc:sldChg chg="addSp delSp modSp add modAnim">
        <pc:chgData name="Bart van Eijkelenburg" userId="32564be6-3772-4f77-8099-aa7e4c72ca61" providerId="ADAL" clId="{86A459B7-7380-4AFF-84CF-129C315150FC}" dt="2020-10-05T07:58:52.077" v="94"/>
        <pc:sldMkLst>
          <pc:docMk/>
          <pc:sldMk cId="732824804" sldId="275"/>
        </pc:sldMkLst>
      </pc:sldChg>
      <pc:sldChg chg="addSp delSp modSp add mod">
        <pc:chgData name="Bart van Eijkelenburg" userId="32564be6-3772-4f77-8099-aa7e4c72ca61" providerId="ADAL" clId="{86A459B7-7380-4AFF-84CF-129C315150FC}" dt="2020-10-05T07:59:00.682" v="97"/>
        <pc:sldMkLst>
          <pc:docMk/>
          <pc:sldMk cId="3729410137" sldId="276"/>
        </pc:sldMkLst>
      </pc:sldChg>
      <pc:sldChg chg="addSp modSp add del">
        <pc:chgData name="Bart van Eijkelenburg" userId="32564be6-3772-4f77-8099-aa7e4c72ca61" providerId="ADAL" clId="{86A459B7-7380-4AFF-84CF-129C315150FC}" dt="2020-10-05T08:07:38.910" v="100" actId="2696"/>
        <pc:sldMkLst>
          <pc:docMk/>
          <pc:sldMk cId="3492094359" sldId="277"/>
        </pc:sldMkLst>
      </pc:sldChg>
      <pc:sldChg chg="addSp delSp modSp add mod">
        <pc:chgData name="Bart van Eijkelenburg" userId="32564be6-3772-4f77-8099-aa7e4c72ca61" providerId="ADAL" clId="{86A459B7-7380-4AFF-84CF-129C315150FC}" dt="2020-10-05T07:59:16.854" v="99"/>
        <pc:sldMkLst>
          <pc:docMk/>
          <pc:sldMk cId="3443347485" sldId="278"/>
        </pc:sldMkLst>
      </pc:sldChg>
    </pc:docChg>
  </pc:docChgLst>
  <pc:docChgLst>
    <pc:chgData name="Bart van Eijkelenburg" userId="32564be6-3772-4f77-8099-aa7e4c72ca61" providerId="ADAL" clId="{1EDE46C2-884E-4D95-AAB9-D72DF80C7912}"/>
    <pc:docChg chg="undo custSel addSld modSld modMainMaster">
      <pc:chgData name="Bart van Eijkelenburg" userId="32564be6-3772-4f77-8099-aa7e4c72ca61" providerId="ADAL" clId="{1EDE46C2-884E-4D95-AAB9-D72DF80C7912}" dt="2020-09-30T19:08:38.281" v="96" actId="1038"/>
      <pc:docMkLst>
        <pc:docMk/>
      </pc:docMkLst>
      <pc:sldChg chg="addSp delSp modSp new mod setBg">
        <pc:chgData name="Bart van Eijkelenburg" userId="32564be6-3772-4f77-8099-aa7e4c72ca61" providerId="ADAL" clId="{1EDE46C2-884E-4D95-AAB9-D72DF80C7912}" dt="2020-09-30T19:08:38.281" v="96" actId="1038"/>
        <pc:sldMkLst>
          <pc:docMk/>
          <pc:sldMk cId="2711810886" sldId="256"/>
        </pc:sldMkLst>
      </pc:sldChg>
      <pc:sldChg chg="addSp delSp modSp new mod setBg">
        <pc:chgData name="Bart van Eijkelenburg" userId="32564be6-3772-4f77-8099-aa7e4c72ca61" providerId="ADAL" clId="{1EDE46C2-884E-4D95-AAB9-D72DF80C7912}" dt="2020-09-28T18:49:23.782" v="87"/>
        <pc:sldMkLst>
          <pc:docMk/>
          <pc:sldMk cId="2318623463" sldId="257"/>
        </pc:sldMkLst>
      </pc:sldChg>
      <pc:sldChg chg="addSp delSp modSp add modAnim">
        <pc:chgData name="Bart van Eijkelenburg" userId="32564be6-3772-4f77-8099-aa7e4c72ca61" providerId="ADAL" clId="{1EDE46C2-884E-4D95-AAB9-D72DF80C7912}" dt="2020-09-28T18:46:07.431" v="30"/>
        <pc:sldMkLst>
          <pc:docMk/>
          <pc:sldMk cId="1686947883" sldId="258"/>
        </pc:sldMkLst>
      </pc:sldChg>
      <pc:sldChg chg="addSp delSp modSp add modAnim">
        <pc:chgData name="Bart van Eijkelenburg" userId="32564be6-3772-4f77-8099-aa7e4c72ca61" providerId="ADAL" clId="{1EDE46C2-884E-4D95-AAB9-D72DF80C7912}" dt="2020-09-28T18:46:14.508" v="33"/>
        <pc:sldMkLst>
          <pc:docMk/>
          <pc:sldMk cId="416639851" sldId="259"/>
        </pc:sldMkLst>
      </pc:sldChg>
      <pc:sldChg chg="addSp delSp modSp add modAnim">
        <pc:chgData name="Bart van Eijkelenburg" userId="32564be6-3772-4f77-8099-aa7e4c72ca61" providerId="ADAL" clId="{1EDE46C2-884E-4D95-AAB9-D72DF80C7912}" dt="2020-09-28T18:46:22.267" v="36"/>
        <pc:sldMkLst>
          <pc:docMk/>
          <pc:sldMk cId="1406139472" sldId="260"/>
        </pc:sldMkLst>
      </pc:sldChg>
      <pc:sldChg chg="addSp delSp modSp add modAnim">
        <pc:chgData name="Bart van Eijkelenburg" userId="32564be6-3772-4f77-8099-aa7e4c72ca61" providerId="ADAL" clId="{1EDE46C2-884E-4D95-AAB9-D72DF80C7912}" dt="2020-09-28T18:46:28.912" v="39"/>
        <pc:sldMkLst>
          <pc:docMk/>
          <pc:sldMk cId="1919167115" sldId="261"/>
        </pc:sldMkLst>
      </pc:sldChg>
      <pc:sldChg chg="addSp delSp modSp add modAnim">
        <pc:chgData name="Bart van Eijkelenburg" userId="32564be6-3772-4f77-8099-aa7e4c72ca61" providerId="ADAL" clId="{1EDE46C2-884E-4D95-AAB9-D72DF80C7912}" dt="2020-09-28T18:46:35.508" v="42"/>
        <pc:sldMkLst>
          <pc:docMk/>
          <pc:sldMk cId="4107390451" sldId="262"/>
        </pc:sldMkLst>
      </pc:sldChg>
      <pc:sldChg chg="addSp delSp modSp add modAnim">
        <pc:chgData name="Bart van Eijkelenburg" userId="32564be6-3772-4f77-8099-aa7e4c72ca61" providerId="ADAL" clId="{1EDE46C2-884E-4D95-AAB9-D72DF80C7912}" dt="2020-09-28T18:46:42.781" v="45"/>
        <pc:sldMkLst>
          <pc:docMk/>
          <pc:sldMk cId="3927023379" sldId="263"/>
        </pc:sldMkLst>
      </pc:sldChg>
      <pc:sldChg chg="addSp delSp modSp add modAnim">
        <pc:chgData name="Bart van Eijkelenburg" userId="32564be6-3772-4f77-8099-aa7e4c72ca61" providerId="ADAL" clId="{1EDE46C2-884E-4D95-AAB9-D72DF80C7912}" dt="2020-09-28T18:46:50.085" v="48"/>
        <pc:sldMkLst>
          <pc:docMk/>
          <pc:sldMk cId="940914383" sldId="264"/>
        </pc:sldMkLst>
      </pc:sldChg>
      <pc:sldChg chg="addSp delSp modSp add modAnim">
        <pc:chgData name="Bart van Eijkelenburg" userId="32564be6-3772-4f77-8099-aa7e4c72ca61" providerId="ADAL" clId="{1EDE46C2-884E-4D95-AAB9-D72DF80C7912}" dt="2020-09-28T18:46:58.200" v="51"/>
        <pc:sldMkLst>
          <pc:docMk/>
          <pc:sldMk cId="2029505551" sldId="265"/>
        </pc:sldMkLst>
      </pc:sldChg>
      <pc:sldChg chg="addSp delSp modSp add modAnim">
        <pc:chgData name="Bart van Eijkelenburg" userId="32564be6-3772-4f77-8099-aa7e4c72ca61" providerId="ADAL" clId="{1EDE46C2-884E-4D95-AAB9-D72DF80C7912}" dt="2020-09-28T18:47:08.991" v="54"/>
        <pc:sldMkLst>
          <pc:docMk/>
          <pc:sldMk cId="324011218" sldId="266"/>
        </pc:sldMkLst>
      </pc:sldChg>
      <pc:sldChg chg="addSp delSp modSp add modAnim">
        <pc:chgData name="Bart van Eijkelenburg" userId="32564be6-3772-4f77-8099-aa7e4c72ca61" providerId="ADAL" clId="{1EDE46C2-884E-4D95-AAB9-D72DF80C7912}" dt="2020-09-28T18:47:54.739" v="57"/>
        <pc:sldMkLst>
          <pc:docMk/>
          <pc:sldMk cId="3357075213" sldId="267"/>
        </pc:sldMkLst>
      </pc:sldChg>
      <pc:sldChg chg="addSp delSp modSp add modAnim">
        <pc:chgData name="Bart van Eijkelenburg" userId="32564be6-3772-4f77-8099-aa7e4c72ca61" providerId="ADAL" clId="{1EDE46C2-884E-4D95-AAB9-D72DF80C7912}" dt="2020-09-28T18:48:02.089" v="60"/>
        <pc:sldMkLst>
          <pc:docMk/>
          <pc:sldMk cId="4067555730" sldId="268"/>
        </pc:sldMkLst>
      </pc:sldChg>
      <pc:sldChg chg="addSp delSp modSp add modAnim">
        <pc:chgData name="Bart van Eijkelenburg" userId="32564be6-3772-4f77-8099-aa7e4c72ca61" providerId="ADAL" clId="{1EDE46C2-884E-4D95-AAB9-D72DF80C7912}" dt="2020-09-28T18:48:14.424" v="63"/>
        <pc:sldMkLst>
          <pc:docMk/>
          <pc:sldMk cId="1860151755" sldId="269"/>
        </pc:sldMkLst>
      </pc:sldChg>
      <pc:sldChg chg="addSp delSp modSp add modAnim">
        <pc:chgData name="Bart van Eijkelenburg" userId="32564be6-3772-4f77-8099-aa7e4c72ca61" providerId="ADAL" clId="{1EDE46C2-884E-4D95-AAB9-D72DF80C7912}" dt="2020-09-28T18:48:21.833" v="66"/>
        <pc:sldMkLst>
          <pc:docMk/>
          <pc:sldMk cId="3321815680" sldId="270"/>
        </pc:sldMkLst>
      </pc:sldChg>
      <pc:sldChg chg="addSp delSp modSp add modAnim">
        <pc:chgData name="Bart van Eijkelenburg" userId="32564be6-3772-4f77-8099-aa7e4c72ca61" providerId="ADAL" clId="{1EDE46C2-884E-4D95-AAB9-D72DF80C7912}" dt="2020-09-28T18:48:28.636" v="69"/>
        <pc:sldMkLst>
          <pc:docMk/>
          <pc:sldMk cId="843713813" sldId="271"/>
        </pc:sldMkLst>
      </pc:sldChg>
      <pc:sldChg chg="addSp delSp modSp add modAnim">
        <pc:chgData name="Bart van Eijkelenburg" userId="32564be6-3772-4f77-8099-aa7e4c72ca61" providerId="ADAL" clId="{1EDE46C2-884E-4D95-AAB9-D72DF80C7912}" dt="2020-09-28T18:48:42.480" v="72"/>
        <pc:sldMkLst>
          <pc:docMk/>
          <pc:sldMk cId="3219480973" sldId="272"/>
        </pc:sldMkLst>
      </pc:sldChg>
      <pc:sldChg chg="addSp delSp modSp add">
        <pc:chgData name="Bart van Eijkelenburg" userId="32564be6-3772-4f77-8099-aa7e4c72ca61" providerId="ADAL" clId="{1EDE46C2-884E-4D95-AAB9-D72DF80C7912}" dt="2020-09-28T18:48:49.318" v="75"/>
        <pc:sldMkLst>
          <pc:docMk/>
          <pc:sldMk cId="471876541" sldId="273"/>
        </pc:sldMkLst>
      </pc:sldChg>
      <pc:sldMasterChg chg="setBg modSldLayout">
        <pc:chgData name="Bart van Eijkelenburg" userId="32564be6-3772-4f77-8099-aa7e4c72ca61" providerId="ADAL" clId="{1EDE46C2-884E-4D95-AAB9-D72DF80C7912}" dt="2020-09-28T18:49:23.782" v="87"/>
        <pc:sldMasterMkLst>
          <pc:docMk/>
          <pc:sldMasterMk cId="1016079846" sldId="2147483648"/>
        </pc:sldMasterMkLst>
        <pc:sldLayoutChg chg="setBg">
          <pc:chgData name="Bart van Eijkelenburg" userId="32564be6-3772-4f77-8099-aa7e4c72ca61" providerId="ADAL" clId="{1EDE46C2-884E-4D95-AAB9-D72DF80C7912}" dt="2020-09-28T18:49:23.782" v="87"/>
          <pc:sldLayoutMkLst>
            <pc:docMk/>
            <pc:sldMasterMk cId="1016079846" sldId="2147483648"/>
            <pc:sldLayoutMk cId="1785355282" sldId="2147483649"/>
          </pc:sldLayoutMkLst>
        </pc:sldLayoutChg>
        <pc:sldLayoutChg chg="setBg">
          <pc:chgData name="Bart van Eijkelenburg" userId="32564be6-3772-4f77-8099-aa7e4c72ca61" providerId="ADAL" clId="{1EDE46C2-884E-4D95-AAB9-D72DF80C7912}" dt="2020-09-28T18:49:23.782" v="87"/>
          <pc:sldLayoutMkLst>
            <pc:docMk/>
            <pc:sldMasterMk cId="1016079846" sldId="2147483648"/>
            <pc:sldLayoutMk cId="1532882243" sldId="2147483650"/>
          </pc:sldLayoutMkLst>
        </pc:sldLayoutChg>
        <pc:sldLayoutChg chg="setBg">
          <pc:chgData name="Bart van Eijkelenburg" userId="32564be6-3772-4f77-8099-aa7e4c72ca61" providerId="ADAL" clId="{1EDE46C2-884E-4D95-AAB9-D72DF80C7912}" dt="2020-09-28T18:49:23.782" v="87"/>
          <pc:sldLayoutMkLst>
            <pc:docMk/>
            <pc:sldMasterMk cId="1016079846" sldId="2147483648"/>
            <pc:sldLayoutMk cId="3195599674" sldId="2147483651"/>
          </pc:sldLayoutMkLst>
        </pc:sldLayoutChg>
        <pc:sldLayoutChg chg="setBg">
          <pc:chgData name="Bart van Eijkelenburg" userId="32564be6-3772-4f77-8099-aa7e4c72ca61" providerId="ADAL" clId="{1EDE46C2-884E-4D95-AAB9-D72DF80C7912}" dt="2020-09-28T18:49:23.782" v="87"/>
          <pc:sldLayoutMkLst>
            <pc:docMk/>
            <pc:sldMasterMk cId="1016079846" sldId="2147483648"/>
            <pc:sldLayoutMk cId="2284101934" sldId="2147483652"/>
          </pc:sldLayoutMkLst>
        </pc:sldLayoutChg>
        <pc:sldLayoutChg chg="setBg">
          <pc:chgData name="Bart van Eijkelenburg" userId="32564be6-3772-4f77-8099-aa7e4c72ca61" providerId="ADAL" clId="{1EDE46C2-884E-4D95-AAB9-D72DF80C7912}" dt="2020-09-28T18:49:23.782" v="87"/>
          <pc:sldLayoutMkLst>
            <pc:docMk/>
            <pc:sldMasterMk cId="1016079846" sldId="2147483648"/>
            <pc:sldLayoutMk cId="3478871560" sldId="2147483653"/>
          </pc:sldLayoutMkLst>
        </pc:sldLayoutChg>
        <pc:sldLayoutChg chg="setBg">
          <pc:chgData name="Bart van Eijkelenburg" userId="32564be6-3772-4f77-8099-aa7e4c72ca61" providerId="ADAL" clId="{1EDE46C2-884E-4D95-AAB9-D72DF80C7912}" dt="2020-09-28T18:49:23.782" v="87"/>
          <pc:sldLayoutMkLst>
            <pc:docMk/>
            <pc:sldMasterMk cId="1016079846" sldId="2147483648"/>
            <pc:sldLayoutMk cId="3538778222" sldId="2147483654"/>
          </pc:sldLayoutMkLst>
        </pc:sldLayoutChg>
        <pc:sldLayoutChg chg="setBg">
          <pc:chgData name="Bart van Eijkelenburg" userId="32564be6-3772-4f77-8099-aa7e4c72ca61" providerId="ADAL" clId="{1EDE46C2-884E-4D95-AAB9-D72DF80C7912}" dt="2020-09-28T18:49:23.782" v="87"/>
          <pc:sldLayoutMkLst>
            <pc:docMk/>
            <pc:sldMasterMk cId="1016079846" sldId="2147483648"/>
            <pc:sldLayoutMk cId="3973630101" sldId="2147483655"/>
          </pc:sldLayoutMkLst>
        </pc:sldLayoutChg>
        <pc:sldLayoutChg chg="setBg">
          <pc:chgData name="Bart van Eijkelenburg" userId="32564be6-3772-4f77-8099-aa7e4c72ca61" providerId="ADAL" clId="{1EDE46C2-884E-4D95-AAB9-D72DF80C7912}" dt="2020-09-28T18:49:23.782" v="87"/>
          <pc:sldLayoutMkLst>
            <pc:docMk/>
            <pc:sldMasterMk cId="1016079846" sldId="2147483648"/>
            <pc:sldLayoutMk cId="179819156" sldId="2147483656"/>
          </pc:sldLayoutMkLst>
        </pc:sldLayoutChg>
        <pc:sldLayoutChg chg="setBg">
          <pc:chgData name="Bart van Eijkelenburg" userId="32564be6-3772-4f77-8099-aa7e4c72ca61" providerId="ADAL" clId="{1EDE46C2-884E-4D95-AAB9-D72DF80C7912}" dt="2020-09-28T18:49:23.782" v="87"/>
          <pc:sldLayoutMkLst>
            <pc:docMk/>
            <pc:sldMasterMk cId="1016079846" sldId="2147483648"/>
            <pc:sldLayoutMk cId="242747704" sldId="2147483657"/>
          </pc:sldLayoutMkLst>
        </pc:sldLayoutChg>
        <pc:sldLayoutChg chg="setBg">
          <pc:chgData name="Bart van Eijkelenburg" userId="32564be6-3772-4f77-8099-aa7e4c72ca61" providerId="ADAL" clId="{1EDE46C2-884E-4D95-AAB9-D72DF80C7912}" dt="2020-09-28T18:49:23.782" v="87"/>
          <pc:sldLayoutMkLst>
            <pc:docMk/>
            <pc:sldMasterMk cId="1016079846" sldId="2147483648"/>
            <pc:sldLayoutMk cId="4023541389" sldId="2147483658"/>
          </pc:sldLayoutMkLst>
        </pc:sldLayoutChg>
        <pc:sldLayoutChg chg="setBg">
          <pc:chgData name="Bart van Eijkelenburg" userId="32564be6-3772-4f77-8099-aa7e4c72ca61" providerId="ADAL" clId="{1EDE46C2-884E-4D95-AAB9-D72DF80C7912}" dt="2020-09-28T18:49:23.782" v="87"/>
          <pc:sldLayoutMkLst>
            <pc:docMk/>
            <pc:sldMasterMk cId="1016079846" sldId="2147483648"/>
            <pc:sldLayoutMk cId="3820867972" sldId="214748365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B5FBC3-A13D-4BED-AE99-57FE248D3A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878EA99E-083D-41AD-BBBA-0745C50EDA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F0486146-BA1E-4713-A883-1BF7C3FB0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66FFD-A7A7-470F-B56B-017862C35269}" type="datetimeFigureOut">
              <a:rPr lang="nl-NL" smtClean="0"/>
              <a:t>15-7-2025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E68EBF9F-444C-4523-93A7-A1E2DA9D1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834E6807-8EA9-4F4F-9729-DD05F3B47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586A0-1CF6-4F7E-BA44-0EF673A2B2B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853552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F897356-E3F2-4130-AED6-3C1E5C0F2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DF60C21A-F0BF-44A4-B3AD-CEF18FBD2E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C2E67596-11E4-499C-9ADF-AAB454CBD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66FFD-A7A7-470F-B56B-017862C35269}" type="datetimeFigureOut">
              <a:rPr lang="nl-NL" smtClean="0"/>
              <a:t>15-7-2025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23BA1927-1CB3-4842-8C31-39EA5A1C0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1AE1FCD-234C-4CB0-A11F-C3C0B3A8C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586A0-1CF6-4F7E-BA44-0EF673A2B2B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32882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E3B509-29E0-4B40-8294-A82AE4887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F6F3BF0A-FA2C-49C1-AB93-4AB9A55596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B255921E-B21A-4BD0-AF3D-A108E8D1E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66FFD-A7A7-470F-B56B-017862C35269}" type="datetimeFigureOut">
              <a:rPr lang="nl-NL" smtClean="0"/>
              <a:t>15-7-2025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819A19C-4B85-4857-997D-1983525AF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5F104AFB-2EA3-4C2A-BE24-DC66E1929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586A0-1CF6-4F7E-BA44-0EF673A2B2B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955996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B569CE1-F5F4-48CA-8FB8-65AB52BD9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4D3765B-89FF-4F2E-979F-87EDD8F8B6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266C6812-F5D6-4ACE-9685-BA5A80BEF2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A7A6EB5F-95C2-4345-ACE2-A88B17B6C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66FFD-A7A7-470F-B56B-017862C35269}" type="datetimeFigureOut">
              <a:rPr lang="nl-NL" smtClean="0"/>
              <a:t>15-7-2025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CAE77E88-9E40-4EBE-9EBB-AD48BFF8D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EE3C2DC1-DFA8-4AEA-ACFA-DA5CADE08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586A0-1CF6-4F7E-BA44-0EF673A2B2B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841019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215BB2-3AF8-430E-8C3A-DBDFC1F05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42112838-8975-459B-9BBD-6A0FACF620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0FE9B3C5-4034-4ABB-AE07-927A9C3EAE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F60A5019-4CA6-4E82-8E26-FFCBD0B0F5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BDBF2271-8A6E-4FDD-A69D-ECCE75D77F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0764C7AA-7F8D-4C6E-A03C-487F6D39F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66FFD-A7A7-470F-B56B-017862C35269}" type="datetimeFigureOut">
              <a:rPr lang="nl-NL" smtClean="0"/>
              <a:t>15-7-2025</a:t>
            </a:fld>
            <a:endParaRPr lang="nl-NL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C36E32F5-EE91-4FF2-A3C2-84BB163D0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C068184D-7C23-4AB2-B46F-651956B0A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586A0-1CF6-4F7E-BA44-0EF673A2B2B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788715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FD15C99-C97F-4D32-856A-89EE1C579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BA1B8649-7FB2-4C5A-AE5D-E4295F387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66FFD-A7A7-470F-B56B-017862C35269}" type="datetimeFigureOut">
              <a:rPr lang="nl-NL" smtClean="0"/>
              <a:t>15-7-2025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9D11F398-A93C-4AC0-920C-71EE7E59F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84738D45-C3F7-400D-B604-F0EAF6544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586A0-1CF6-4F7E-BA44-0EF673A2B2B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387782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FA6785CB-4818-4220-905C-012F89D25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66FFD-A7A7-470F-B56B-017862C35269}" type="datetimeFigureOut">
              <a:rPr lang="nl-NL" smtClean="0"/>
              <a:t>15-7-2025</a:t>
            </a:fld>
            <a:endParaRPr lang="nl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3BB5C763-BF50-4458-AB76-4F12B0283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42645FDA-EC18-429E-B377-0CC4F458B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586A0-1CF6-4F7E-BA44-0EF673A2B2B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736301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E8D9BE-3716-4BA9-A6CD-08D539ECD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FEEEFE2-6F96-48DF-8474-0768860BCF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F840BE56-1DC9-4A89-8259-05AFF2D2EE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DD51443A-3854-40C2-A6E5-E6852A910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66FFD-A7A7-470F-B56B-017862C35269}" type="datetimeFigureOut">
              <a:rPr lang="nl-NL" smtClean="0"/>
              <a:t>15-7-2025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BAD5C825-89E3-491C-95B7-88DAB2293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ABE928A7-DF4A-4FA6-BF45-88CD7F65A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586A0-1CF6-4F7E-BA44-0EF673A2B2B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98191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D4AF886-3A52-4781-8375-02C4D87F1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2CBA0785-2B84-4D91-91A7-63D64BC812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C91B1161-B7A1-4FA6-9DBF-6A4BDB5413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BAF42D4B-BBAF-4D88-9110-23D0C9974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66FFD-A7A7-470F-B56B-017862C35269}" type="datetimeFigureOut">
              <a:rPr lang="nl-NL" smtClean="0"/>
              <a:t>15-7-2025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0963D386-85CE-496E-8A3C-063DECD1F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1F3F8282-B579-4535-B19C-0A64485C5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586A0-1CF6-4F7E-BA44-0EF673A2B2B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2747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74AFFB-090F-4287-BD94-183EBD25C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0D36831A-B37B-4A4B-B5DD-618FC752A6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86A783E-07BE-4C33-A1D3-61571D1AC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66FFD-A7A7-470F-B56B-017862C35269}" type="datetimeFigureOut">
              <a:rPr lang="nl-NL" smtClean="0"/>
              <a:t>15-7-2025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7BB515BA-DC14-4F3B-95C1-0AE57A770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F3AE70CE-2C27-4CE6-9F4F-28D0D7FF2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586A0-1CF6-4F7E-BA44-0EF673A2B2B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235413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69E6BC41-346E-42B2-B4D2-1432AC3DB8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DED9DEF1-83A5-477C-839F-CC92AAC370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7806E4DB-1CFC-4965-9E8A-1D269B1B6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66FFD-A7A7-470F-B56B-017862C35269}" type="datetimeFigureOut">
              <a:rPr lang="nl-NL" smtClean="0"/>
              <a:t>15-7-2025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679CDFBA-8ACF-4637-BCBB-44BE9AAE8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59E53E9F-2625-4605-8275-CEE138538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586A0-1CF6-4F7E-BA44-0EF673A2B2B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208679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B5FBC3-A13D-4BED-AE99-57FE248D3A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878EA99E-083D-41AD-BBBA-0745C50EDA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F0486146-BA1E-4713-A883-1BF7C3FB0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66FFD-A7A7-470F-B56B-017862C35269}" type="datetimeFigureOut">
              <a:rPr lang="nl-NL" smtClean="0"/>
              <a:t>15-7-2025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E68EBF9F-444C-4523-93A7-A1E2DA9D1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834E6807-8EA9-4F4F-9729-DD05F3B47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586A0-1CF6-4F7E-BA44-0EF673A2B2B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123203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F897356-E3F2-4130-AED6-3C1E5C0F2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DF60C21A-F0BF-44A4-B3AD-CEF18FBD2E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C2E67596-11E4-499C-9ADF-AAB454CBD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66FFD-A7A7-470F-B56B-017862C35269}" type="datetimeFigureOut">
              <a:rPr lang="nl-NL" smtClean="0"/>
              <a:t>15-7-2025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23BA1927-1CB3-4842-8C31-39EA5A1C0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1AE1FCD-234C-4CB0-A11F-C3C0B3A8C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586A0-1CF6-4F7E-BA44-0EF673A2B2B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30959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E3B509-29E0-4B40-8294-A82AE4887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F6F3BF0A-FA2C-49C1-AB93-4AB9A55596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B255921E-B21A-4BD0-AF3D-A108E8D1E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66FFD-A7A7-470F-B56B-017862C35269}" type="datetimeFigureOut">
              <a:rPr lang="nl-NL" smtClean="0"/>
              <a:t>15-7-2025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819A19C-4B85-4857-997D-1983525AF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5F104AFB-2EA3-4C2A-BE24-DC66E1929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586A0-1CF6-4F7E-BA44-0EF673A2B2B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51755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B569CE1-F5F4-48CA-8FB8-65AB52BD9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4D3765B-89FF-4F2E-979F-87EDD8F8B6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266C6812-F5D6-4ACE-9685-BA5A80BEF2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A7A6EB5F-95C2-4345-ACE2-A88B17B6C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66FFD-A7A7-470F-B56B-017862C35269}" type="datetimeFigureOut">
              <a:rPr lang="nl-NL" smtClean="0"/>
              <a:t>15-7-2025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CAE77E88-9E40-4EBE-9EBB-AD48BFF8D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EE3C2DC1-DFA8-4AEA-ACFA-DA5CADE08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586A0-1CF6-4F7E-BA44-0EF673A2B2B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225476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215BB2-3AF8-430E-8C3A-DBDFC1F05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42112838-8975-459B-9BBD-6A0FACF620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0FE9B3C5-4034-4ABB-AE07-927A9C3EAE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F60A5019-4CA6-4E82-8E26-FFCBD0B0F5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BDBF2271-8A6E-4FDD-A69D-ECCE75D77F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0764C7AA-7F8D-4C6E-A03C-487F6D39F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66FFD-A7A7-470F-B56B-017862C35269}" type="datetimeFigureOut">
              <a:rPr lang="nl-NL" smtClean="0"/>
              <a:t>15-7-2025</a:t>
            </a:fld>
            <a:endParaRPr lang="nl-NL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C36E32F5-EE91-4FF2-A3C2-84BB163D0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C068184D-7C23-4AB2-B46F-651956B0A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586A0-1CF6-4F7E-BA44-0EF673A2B2B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754948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FD15C99-C97F-4D32-856A-89EE1C579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BA1B8649-7FB2-4C5A-AE5D-E4295F387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66FFD-A7A7-470F-B56B-017862C35269}" type="datetimeFigureOut">
              <a:rPr lang="nl-NL" smtClean="0"/>
              <a:t>15-7-2025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9D11F398-A93C-4AC0-920C-71EE7E59F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84738D45-C3F7-400D-B604-F0EAF6544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586A0-1CF6-4F7E-BA44-0EF673A2B2B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2724993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FA6785CB-4818-4220-905C-012F89D25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66FFD-A7A7-470F-B56B-017862C35269}" type="datetimeFigureOut">
              <a:rPr lang="nl-NL" smtClean="0"/>
              <a:t>15-7-2025</a:t>
            </a:fld>
            <a:endParaRPr lang="nl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3BB5C763-BF50-4458-AB76-4F12B0283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42645FDA-EC18-429E-B377-0CC4F458B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586A0-1CF6-4F7E-BA44-0EF673A2B2B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3725874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E8D9BE-3716-4BA9-A6CD-08D539ECD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FEEEFE2-6F96-48DF-8474-0768860BCF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F840BE56-1DC9-4A89-8259-05AFF2D2EE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DD51443A-3854-40C2-A6E5-E6852A910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66FFD-A7A7-470F-B56B-017862C35269}" type="datetimeFigureOut">
              <a:rPr lang="nl-NL" smtClean="0"/>
              <a:t>15-7-2025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BAD5C825-89E3-491C-95B7-88DAB2293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ABE928A7-DF4A-4FA6-BF45-88CD7F65A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586A0-1CF6-4F7E-BA44-0EF673A2B2B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61960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D4AF886-3A52-4781-8375-02C4D87F1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2CBA0785-2B84-4D91-91A7-63D64BC812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C91B1161-B7A1-4FA6-9DBF-6A4BDB5413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BAF42D4B-BBAF-4D88-9110-23D0C9974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66FFD-A7A7-470F-B56B-017862C35269}" type="datetimeFigureOut">
              <a:rPr lang="nl-NL" smtClean="0"/>
              <a:t>15-7-2025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0963D386-85CE-496E-8A3C-063DECD1F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1F3F8282-B579-4535-B19C-0A64485C5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586A0-1CF6-4F7E-BA44-0EF673A2B2B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9218331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74AFFB-090F-4287-BD94-183EBD25C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0D36831A-B37B-4A4B-B5DD-618FC752A6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86A783E-07BE-4C33-A1D3-61571D1AC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66FFD-A7A7-470F-B56B-017862C35269}" type="datetimeFigureOut">
              <a:rPr lang="nl-NL" smtClean="0"/>
              <a:t>15-7-2025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7BB515BA-DC14-4F3B-95C1-0AE57A770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F3AE70CE-2C27-4CE6-9F4F-28D0D7FF2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586A0-1CF6-4F7E-BA44-0EF673A2B2B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5330062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69E6BC41-346E-42B2-B4D2-1432AC3DB8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DED9DEF1-83A5-477C-839F-CC92AAC370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7806E4DB-1CFC-4965-9E8A-1D269B1B6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66FFD-A7A7-470F-B56B-017862C35269}" type="datetimeFigureOut">
              <a:rPr lang="nl-NL" smtClean="0"/>
              <a:t>15-7-2025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679CDFBA-8ACF-4637-BCBB-44BE9AAE8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59E53E9F-2625-4605-8275-CEE138538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586A0-1CF6-4F7E-BA44-0EF673A2B2B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104399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5000" t="-3000" r="-2000" b="-2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449976E9-A55F-475C-8B3F-561268364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61A53B2D-A81D-48FE-9368-47A37672B5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37526E96-288A-4DF7-BFD4-C4170E4386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E66FFD-A7A7-470F-B56B-017862C35269}" type="datetimeFigureOut">
              <a:rPr lang="nl-NL" smtClean="0"/>
              <a:t>15-7-2025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75E5BC9C-B6F6-4471-982E-40E4A8C08A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A5887E06-04D7-4FF4-9F92-43290EFF40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B586A0-1CF6-4F7E-BA44-0EF673A2B2B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16079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8000" t="-2000" r="23000" b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449976E9-A55F-475C-8B3F-561268364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61A53B2D-A81D-48FE-9368-47A37672B5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37526E96-288A-4DF7-BFD4-C4170E4386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E66FFD-A7A7-470F-B56B-017862C35269}" type="datetimeFigureOut">
              <a:rPr lang="nl-NL" smtClean="0"/>
              <a:t>15-7-2025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75E5BC9C-B6F6-4471-982E-40E4A8C08A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A5887E06-04D7-4FF4-9F92-43290EFF40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B586A0-1CF6-4F7E-BA44-0EF673A2B2B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60763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hyperlink" Target="https://creativecommons.org/licenses/by-nd/2.0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www.flickr.com/photos/hikingartist/" TargetMode="External"/><Relationship Id="rId5" Type="http://schemas.openxmlformats.org/officeDocument/2006/relationships/hyperlink" Target="https://www.flickr.com/photos/hikingartist/5727278512/in/photolist-9J6Nnf-6v4Xhz-9rESs-87NA7G-8GJvbJ-qBne5u-8SRJFm-87KfnD-paxfD8-9h2Dio-nxbANX-paxh9n-87KoSM-8w3jZT-651mrd-8GFm3n-4yj7N1-nZZvut-pMSq4Q-ab1Z5h-8BY6Ub-7v2CGM-8KVkvz-bV1L4r-n35vqE-bV1L5v-98HAv9-a" TargetMode="External"/><Relationship Id="rId4" Type="http://schemas.openxmlformats.org/officeDocument/2006/relationships/image" Target="../media/image4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u.testvision.nl/online/kandidaten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https://forms.gle/ssnNSC3c2yofQddJ9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r="2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Shape 171">
            <a:extLst>
              <a:ext uri="{FF2B5EF4-FFF2-40B4-BE49-F238E27FC236}">
                <a16:creationId xmlns:a16="http://schemas.microsoft.com/office/drawing/2014/main" id="{45000B5C-0FD5-4D09-BFEB-B7AADB6DBC58}"/>
              </a:ext>
            </a:extLst>
          </p:cNvPr>
          <p:cNvGrpSpPr/>
          <p:nvPr/>
        </p:nvGrpSpPr>
        <p:grpSpPr>
          <a:xfrm>
            <a:off x="71593" y="4244662"/>
            <a:ext cx="8964612" cy="2189518"/>
            <a:chOff x="179388" y="4668482"/>
            <a:chExt cx="8713786" cy="2029179"/>
          </a:xfrm>
        </p:grpSpPr>
        <p:sp>
          <p:nvSpPr>
            <p:cNvPr id="30" name="Shape 172">
              <a:extLst>
                <a:ext uri="{FF2B5EF4-FFF2-40B4-BE49-F238E27FC236}">
                  <a16:creationId xmlns:a16="http://schemas.microsoft.com/office/drawing/2014/main" id="{B277D13F-D2AC-4BE2-B6A4-DD5C4FEAF5C1}"/>
                </a:ext>
              </a:extLst>
            </p:cNvPr>
            <p:cNvSpPr/>
            <p:nvPr/>
          </p:nvSpPr>
          <p:spPr>
            <a:xfrm>
              <a:off x="179388" y="4668482"/>
              <a:ext cx="8713786" cy="2029179"/>
            </a:xfrm>
            <a:prstGeom prst="rect">
              <a:avLst/>
            </a:prstGeom>
            <a:solidFill>
              <a:sysClr val="window" lastClr="FFFFFF"/>
            </a:solidFill>
            <a:ln w="9525" cap="flat">
              <a:solidFill>
                <a:srgbClr val="3399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>
              <a:def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1pPr>
              <a:lvl2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2pPr>
              <a:lvl3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3pPr>
              <a:lvl4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4pPr>
              <a:lvl5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5pPr>
              <a:lvl6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6pPr>
              <a:lvl7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7pPr>
              <a:lvl8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8pPr>
              <a:lvl9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  <a:sym typeface="Arial"/>
                <a:rtl val="0"/>
              </a:endParaRPr>
            </a:p>
          </p:txBody>
        </p:sp>
        <p:sp>
          <p:nvSpPr>
            <p:cNvPr id="31" name="Shape 173">
              <a:extLst>
                <a:ext uri="{FF2B5EF4-FFF2-40B4-BE49-F238E27FC236}">
                  <a16:creationId xmlns:a16="http://schemas.microsoft.com/office/drawing/2014/main" id="{A269139A-D599-4028-B580-3189E4E6B372}"/>
                </a:ext>
              </a:extLst>
            </p:cNvPr>
            <p:cNvSpPr/>
            <p:nvPr/>
          </p:nvSpPr>
          <p:spPr>
            <a:xfrm>
              <a:off x="323850" y="4780525"/>
              <a:ext cx="8424862" cy="869011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>
              <a:def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1pPr>
              <a:lvl2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2pPr>
              <a:lvl3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3pPr>
              <a:lvl4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4pPr>
              <a:lvl5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5pPr>
              <a:lvl6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6pPr>
              <a:lvl7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7pPr>
              <a:lvl8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8pPr>
              <a:lvl9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  <a:sym typeface="Arial"/>
                <a:rtl val="0"/>
              </a:endParaRPr>
            </a:p>
          </p:txBody>
        </p:sp>
        <p:sp>
          <p:nvSpPr>
            <p:cNvPr id="32" name="Shape 174">
              <a:extLst>
                <a:ext uri="{FF2B5EF4-FFF2-40B4-BE49-F238E27FC236}">
                  <a16:creationId xmlns:a16="http://schemas.microsoft.com/office/drawing/2014/main" id="{42B5F9EB-D082-42D3-9071-A2A2C0C51108}"/>
                </a:ext>
              </a:extLst>
            </p:cNvPr>
            <p:cNvSpPr txBox="1"/>
            <p:nvPr/>
          </p:nvSpPr>
          <p:spPr>
            <a:xfrm>
              <a:off x="509587" y="4889500"/>
              <a:ext cx="8043745" cy="584776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>
              <a:def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1pPr>
              <a:lvl2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2pPr>
              <a:lvl3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3pPr>
              <a:lvl4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4pPr>
              <a:lvl5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5pPr>
              <a:lvl6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6pPr>
              <a:lvl7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7pPr>
              <a:lvl8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8pPr>
              <a:lvl9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tabLst/>
                <a:defRPr/>
              </a:pPr>
              <a:r>
                <a:rPr kumimoji="0" lang="nl-NL" sz="3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cs typeface="Arial"/>
                  <a:sym typeface="Arial"/>
                  <a:rtl val="0"/>
                </a:rPr>
                <a:t>Les 9: </a:t>
              </a:r>
              <a:r>
                <a:rPr kumimoji="0" lang="nl-NL" sz="3000" b="1" i="0" u="none" strike="noStrike" kern="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cs typeface="Arial"/>
                  <a:sym typeface="Arial"/>
                  <a:rtl val="0"/>
                </a:rPr>
                <a:t>Encoding</a:t>
              </a:r>
              <a:r>
                <a:rPr kumimoji="0" lang="nl-NL" sz="3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cs typeface="Arial"/>
                  <a:sym typeface="Arial"/>
                  <a:rtl val="0"/>
                </a:rPr>
                <a:t>, </a:t>
              </a:r>
              <a:r>
                <a:rPr kumimoji="0" lang="nl-NL" sz="3000" b="1" i="0" u="none" strike="noStrike" kern="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cs typeface="Arial"/>
                  <a:sym typeface="Arial"/>
                  <a:rtl val="0"/>
                </a:rPr>
                <a:t>Namespaces</a:t>
              </a:r>
              <a:r>
                <a:rPr kumimoji="0" lang="nl-NL" sz="3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cs typeface="Arial"/>
                  <a:sym typeface="Arial"/>
                  <a:rtl val="0"/>
                </a:rPr>
                <a:t> &amp; </a:t>
              </a:r>
              <a:r>
                <a:rPr kumimoji="0" lang="nl-NL" sz="3000" b="1" i="0" u="none" strike="noStrike" kern="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cs typeface="Arial"/>
                  <a:sym typeface="Arial"/>
                  <a:rtl val="0"/>
                </a:rPr>
                <a:t>Exceptions</a:t>
              </a:r>
              <a:endParaRPr kumimoji="0" lang="nl-NL" sz="3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/>
                <a:sym typeface="Arial"/>
                <a:rtl val="0"/>
              </a:endParaRPr>
            </a:p>
          </p:txBody>
        </p:sp>
        <p:pic>
          <p:nvPicPr>
            <p:cNvPr id="33" name="Shape 175">
              <a:extLst>
                <a:ext uri="{FF2B5EF4-FFF2-40B4-BE49-F238E27FC236}">
                  <a16:creationId xmlns:a16="http://schemas.microsoft.com/office/drawing/2014/main" id="{8BA281DD-ACA0-480D-80D1-AA2F05F9CFB8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 b="14706"/>
            <a:stretch/>
          </p:blipFill>
          <p:spPr>
            <a:xfrm>
              <a:off x="5867398" y="5667342"/>
              <a:ext cx="2881312" cy="90588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" name="Shape 176">
              <a:extLst>
                <a:ext uri="{FF2B5EF4-FFF2-40B4-BE49-F238E27FC236}">
                  <a16:creationId xmlns:a16="http://schemas.microsoft.com/office/drawing/2014/main" id="{B57F0A55-BD83-436E-9A8F-113DE21699F3}"/>
                </a:ext>
              </a:extLst>
            </p:cNvPr>
            <p:cNvSpPr/>
            <p:nvPr/>
          </p:nvSpPr>
          <p:spPr>
            <a:xfrm>
              <a:off x="323850" y="5733673"/>
              <a:ext cx="5441949" cy="839788"/>
            </a:xfrm>
            <a:prstGeom prst="rect">
              <a:avLst/>
            </a:prstGeom>
            <a:solidFill>
              <a:srgbClr val="3399FF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>
              <a:def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1pPr>
              <a:lvl2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2pPr>
              <a:lvl3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3pPr>
              <a:lvl4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4pPr>
              <a:lvl5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5pPr>
              <a:lvl6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6pPr>
              <a:lvl7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7pPr>
              <a:lvl8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8pPr>
              <a:lvl9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  <a:sym typeface="Arial"/>
                <a:rtl val="0"/>
              </a:endParaRPr>
            </a:p>
          </p:txBody>
        </p:sp>
        <p:sp>
          <p:nvSpPr>
            <p:cNvPr id="35" name="Shape 177">
              <a:extLst>
                <a:ext uri="{FF2B5EF4-FFF2-40B4-BE49-F238E27FC236}">
                  <a16:creationId xmlns:a16="http://schemas.microsoft.com/office/drawing/2014/main" id="{750FE8D6-229D-4289-8C70-948B956F3D2B}"/>
                </a:ext>
              </a:extLst>
            </p:cNvPr>
            <p:cNvSpPr txBox="1"/>
            <p:nvPr/>
          </p:nvSpPr>
          <p:spPr>
            <a:xfrm>
              <a:off x="323850" y="5797173"/>
              <a:ext cx="5213349" cy="646331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>
              <a:def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1pPr>
              <a:lvl2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2pPr>
              <a:lvl3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3pPr>
              <a:lvl4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4pPr>
              <a:lvl5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5pPr>
              <a:lvl6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6pPr>
              <a:lvl7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7pPr>
              <a:lvl8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8pPr>
              <a:lvl9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Pct val="25000"/>
                <a:buFontTx/>
                <a:buNone/>
                <a:tabLst/>
                <a:defRPr/>
              </a:pPr>
              <a:r>
                <a:rPr kumimoji="0" lang="nl-NL" sz="1800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Programming (onderdeel van </a:t>
              </a:r>
              <a:r>
                <a:rPr lang="nl-NL" sz="1800" b="1" kern="0" dirty="0">
                  <a:solidFill>
                    <a:schemeClr val="bg1"/>
                  </a:solidFill>
                </a:rPr>
                <a:t>TICT-V1SE1-24</a:t>
              </a:r>
              <a:r>
                <a:rPr kumimoji="0" lang="nl-NL" sz="1800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)</a:t>
              </a: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Pct val="25000"/>
                <a:buFontTx/>
                <a:buNone/>
                <a:tabLst/>
                <a:defRPr/>
              </a:pPr>
              <a:r>
                <a:rPr kumimoji="0" lang="nl-NL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cs typeface="Arial"/>
                  <a:sym typeface="Arial"/>
                  <a:rtl val="0"/>
                </a:rPr>
                <a:t>HBO-ICT propedeuse blok 1</a:t>
              </a:r>
            </a:p>
          </p:txBody>
        </p:sp>
      </p:grpSp>
      <p:pic>
        <p:nvPicPr>
          <p:cNvPr id="36" name="Afbeelding 35" descr="evolution_man_pc.jpg">
            <a:extLst>
              <a:ext uri="{FF2B5EF4-FFF2-40B4-BE49-F238E27FC236}">
                <a16:creationId xmlns:a16="http://schemas.microsoft.com/office/drawing/2014/main" id="{DDBE84F3-E973-4024-AB24-25BCD1A7A1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9261" y="1632778"/>
            <a:ext cx="5855624" cy="2213426"/>
          </a:xfrm>
          <a:prstGeom prst="rect">
            <a:avLst/>
          </a:prstGeom>
        </p:spPr>
      </p:pic>
      <p:sp>
        <p:nvSpPr>
          <p:cNvPr id="37" name="Rechthoek 36">
            <a:extLst>
              <a:ext uri="{FF2B5EF4-FFF2-40B4-BE49-F238E27FC236}">
                <a16:creationId xmlns:a16="http://schemas.microsoft.com/office/drawing/2014/main" id="{1D4B4204-DC0E-4AB1-866D-2F6D75429F92}"/>
              </a:ext>
            </a:extLst>
          </p:cNvPr>
          <p:cNvSpPr/>
          <p:nvPr/>
        </p:nvSpPr>
        <p:spPr>
          <a:xfrm>
            <a:off x="4001717" y="3809133"/>
            <a:ext cx="3596182" cy="246221"/>
          </a:xfrm>
          <a:prstGeom prst="rect">
            <a:avLst/>
          </a:prstGeom>
        </p:spPr>
        <p:txBody>
          <a:bodyPr wrap="none">
            <a:spAutoFit/>
          </a:bodyPr>
          <a:lstStyle>
            <a:def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1pPr>
            <a:lvl2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2pPr>
            <a:lvl3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3pPr>
            <a:lvl4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4pPr>
            <a:lvl5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5pPr>
            <a:lvl6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6pPr>
            <a:lvl7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7pPr>
            <a:lvl8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8pPr>
            <a:lvl9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  <a:hlinkClick r:id="rId5"/>
                <a:rtl val="0"/>
              </a:rPr>
              <a:t>Man Chain </a:t>
            </a:r>
            <a:r>
              <a:rPr kumimoji="0" lang="nl-NL" sz="1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  <a:hlinkClick r:id="rId5"/>
                <a:rtl val="0"/>
              </a:rPr>
              <a:t>illustration</a:t>
            </a:r>
            <a:r>
              <a:rPr kumimoji="0" lang="nl-NL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  <a:rtl val="0"/>
              </a:rPr>
              <a:t> </a:t>
            </a:r>
            <a:r>
              <a:rPr kumimoji="0" lang="nl-NL" sz="1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  <a:rtl val="0"/>
              </a:rPr>
              <a:t>by</a:t>
            </a:r>
            <a:r>
              <a:rPr kumimoji="0" lang="nl-NL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  <a:rtl val="0"/>
              </a:rPr>
              <a:t> </a:t>
            </a:r>
            <a:r>
              <a:rPr kumimoji="0" lang="nl-NL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  <a:hlinkClick r:id="rId6"/>
                <a:rtl val="0"/>
              </a:rPr>
              <a:t>Frits </a:t>
            </a:r>
            <a:r>
              <a:rPr kumimoji="0" lang="nl-NL" sz="1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  <a:hlinkClick r:id="rId6"/>
                <a:rtl val="0"/>
              </a:rPr>
              <a:t>Ahlefeldt-Laurvig</a:t>
            </a:r>
            <a:r>
              <a:rPr kumimoji="0" lang="nl-NL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  <a:rtl val="0"/>
              </a:rPr>
              <a:t> | </a:t>
            </a:r>
            <a:r>
              <a:rPr kumimoji="0" lang="nl-NL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  <a:hlinkClick r:id="rId7"/>
                <a:rtl val="0"/>
              </a:rPr>
              <a:t>CC BY-ND</a:t>
            </a:r>
            <a:endParaRPr kumimoji="0" lang="nl-NL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  <a:rtl val="0"/>
            </a:endParaRPr>
          </a:p>
        </p:txBody>
      </p:sp>
    </p:spTree>
    <p:extLst>
      <p:ext uri="{BB962C8B-B14F-4D97-AF65-F5344CB8AC3E}">
        <p14:creationId xmlns:p14="http://schemas.microsoft.com/office/powerpoint/2010/main" val="2848954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5000" t="-3000" r="-2000" b="-2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3E8967C-3495-8376-49AC-64E1E2EBF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sz="3600" b="1" kern="0" dirty="0">
                <a:solidFill>
                  <a:prstClr val="black"/>
                </a:solidFill>
                <a:latin typeface="+mn-lt"/>
                <a:ea typeface="+mn-ea"/>
                <a:cs typeface="+mn-cs"/>
              </a:rPr>
              <a:t>Korte bespreking oefentoets</a:t>
            </a:r>
          </a:p>
        </p:txBody>
      </p:sp>
      <p:sp>
        <p:nvSpPr>
          <p:cNvPr id="4" name="Tekstvak 3">
            <a:extLst>
              <a:ext uri="{FF2B5EF4-FFF2-40B4-BE49-F238E27FC236}">
                <a16:creationId xmlns:a16="http://schemas.microsoft.com/office/drawing/2014/main" id="{E1187D45-2389-7847-7995-14FF473A72CF}"/>
              </a:ext>
            </a:extLst>
          </p:cNvPr>
          <p:cNvSpPr txBox="1"/>
          <p:nvPr/>
        </p:nvSpPr>
        <p:spPr>
          <a:xfrm>
            <a:off x="838200" y="1886079"/>
            <a:ext cx="8092440" cy="4240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500"/>
              </a:lnSpc>
            </a:pPr>
            <a:r>
              <a:rPr lang="nl-NL" sz="1800" kern="0" dirty="0">
                <a:solidFill>
                  <a:srgbClr val="294171"/>
                </a:solidFill>
              </a:rPr>
              <a:t>Oefentoets, geeft indicatie van de echte toets volgende week!</a:t>
            </a:r>
          </a:p>
          <a:p>
            <a:pPr>
              <a:lnSpc>
                <a:spcPts val="2500"/>
              </a:lnSpc>
            </a:pPr>
            <a:r>
              <a:rPr lang="nl-NL" kern="0" dirty="0">
                <a:solidFill>
                  <a:srgbClr val="294171"/>
                </a:solidFill>
              </a:rPr>
              <a:t>Herinnering voor volgende week tijdens toets:</a:t>
            </a:r>
            <a:endParaRPr lang="nl-NL" sz="1800" kern="0" dirty="0">
              <a:solidFill>
                <a:srgbClr val="294171"/>
              </a:solidFill>
            </a:endParaRPr>
          </a:p>
          <a:p>
            <a:pPr marL="285750" indent="-285750">
              <a:lnSpc>
                <a:spcPts val="2500"/>
              </a:lnSpc>
              <a:buFont typeface="Arial" panose="020B0604020202020204" pitchFamily="34" charset="0"/>
              <a:buChar char="•"/>
            </a:pPr>
            <a:endParaRPr lang="nl-NL" sz="1800" kern="0" dirty="0">
              <a:solidFill>
                <a:srgbClr val="294171"/>
              </a:solidFill>
            </a:endParaRPr>
          </a:p>
          <a:p>
            <a:pPr marL="285750" indent="-285750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nl-NL" sz="1800" kern="0" dirty="0">
                <a:solidFill>
                  <a:srgbClr val="294171"/>
                </a:solidFill>
              </a:rPr>
              <a:t>Laptop aan de stroom!</a:t>
            </a:r>
          </a:p>
          <a:p>
            <a:pPr marL="285750" indent="-285750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nl-NL" kern="0" dirty="0">
                <a:solidFill>
                  <a:srgbClr val="294171"/>
                </a:solidFill>
              </a:rPr>
              <a:t>T</a:t>
            </a:r>
            <a:r>
              <a:rPr lang="nl-NL" sz="1800" kern="0" dirty="0">
                <a:solidFill>
                  <a:srgbClr val="294171"/>
                </a:solidFill>
              </a:rPr>
              <a:t>elefoons, smartwatches etc. in de broekzak of tas</a:t>
            </a:r>
          </a:p>
          <a:p>
            <a:pPr marL="285750" indent="-285750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nl-NL" sz="1800" kern="0" dirty="0">
                <a:solidFill>
                  <a:srgbClr val="294171"/>
                </a:solidFill>
              </a:rPr>
              <a:t>ID op tafel klaarleggen voor controle</a:t>
            </a:r>
          </a:p>
          <a:p>
            <a:pPr marL="285750" indent="-285750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en-US" sz="1800" kern="0" dirty="0" err="1">
                <a:solidFill>
                  <a:srgbClr val="294171"/>
                </a:solidFill>
              </a:rPr>
              <a:t>Tijdslimiet</a:t>
            </a:r>
            <a:r>
              <a:rPr lang="en-US" sz="1800" kern="0" dirty="0">
                <a:solidFill>
                  <a:srgbClr val="294171"/>
                </a:solidFill>
              </a:rPr>
              <a:t>: 60 </a:t>
            </a:r>
            <a:r>
              <a:rPr lang="en-US" sz="1800" kern="0" dirty="0" err="1">
                <a:solidFill>
                  <a:srgbClr val="294171"/>
                </a:solidFill>
              </a:rPr>
              <a:t>minuten</a:t>
            </a:r>
            <a:r>
              <a:rPr lang="en-US" sz="1800" kern="0" dirty="0">
                <a:solidFill>
                  <a:srgbClr val="294171"/>
                </a:solidFill>
              </a:rPr>
              <a:t> + 20 </a:t>
            </a:r>
            <a:r>
              <a:rPr lang="en-US" sz="1800" kern="0" dirty="0" err="1">
                <a:solidFill>
                  <a:srgbClr val="294171"/>
                </a:solidFill>
              </a:rPr>
              <a:t>minuten</a:t>
            </a:r>
            <a:r>
              <a:rPr lang="en-US" sz="1800" kern="0" dirty="0">
                <a:solidFill>
                  <a:srgbClr val="294171"/>
                </a:solidFill>
              </a:rPr>
              <a:t> extra </a:t>
            </a:r>
            <a:r>
              <a:rPr lang="en-US" sz="1800" kern="0" dirty="0" err="1">
                <a:solidFill>
                  <a:srgbClr val="294171"/>
                </a:solidFill>
              </a:rPr>
              <a:t>tijd</a:t>
            </a:r>
            <a:endParaRPr lang="nl-NL" kern="0" dirty="0">
              <a:solidFill>
                <a:srgbClr val="294171"/>
              </a:solidFill>
            </a:endParaRPr>
          </a:p>
          <a:p>
            <a:pPr marL="285750" indent="-285750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nl-NL" sz="1800" kern="0" dirty="0">
                <a:solidFill>
                  <a:srgbClr val="294171"/>
                </a:solidFill>
              </a:rPr>
              <a:t>Starten toets:</a:t>
            </a:r>
          </a:p>
          <a:p>
            <a:pPr marL="742950" lvl="1" indent="-285750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nl-NL" kern="0" dirty="0">
                <a:solidFill>
                  <a:srgbClr val="294171"/>
                </a:solidFill>
              </a:rPr>
              <a:t>b</a:t>
            </a:r>
            <a:r>
              <a:rPr lang="nl-NL" sz="1800" kern="0" dirty="0">
                <a:solidFill>
                  <a:srgbClr val="294171"/>
                </a:solidFill>
              </a:rPr>
              <a:t>rowser: Chrome, Firefox of </a:t>
            </a:r>
            <a:r>
              <a:rPr lang="nl-NL" sz="1800" kern="0" dirty="0" err="1">
                <a:solidFill>
                  <a:srgbClr val="294171"/>
                </a:solidFill>
              </a:rPr>
              <a:t>Edge</a:t>
            </a:r>
            <a:endParaRPr lang="nl-NL" sz="1800" kern="0" dirty="0">
              <a:solidFill>
                <a:srgbClr val="294171"/>
              </a:solidFill>
            </a:endParaRPr>
          </a:p>
          <a:p>
            <a:pPr marL="742950" lvl="1" indent="-285750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nl-NL" kern="0" dirty="0">
                <a:solidFill>
                  <a:srgbClr val="294171"/>
                </a:solidFill>
              </a:rPr>
              <a:t>U</a:t>
            </a:r>
            <a:r>
              <a:rPr lang="nl-NL" sz="1800" kern="0" dirty="0">
                <a:solidFill>
                  <a:srgbClr val="294171"/>
                </a:solidFill>
              </a:rPr>
              <a:t>RL: </a:t>
            </a:r>
            <a:r>
              <a:rPr lang="nl-NL" sz="1800" dirty="0">
                <a:solidFill>
                  <a:schemeClr val="accent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hu.testvision.nl/online/kandidaten</a:t>
            </a:r>
            <a:endParaRPr lang="nl-NL" sz="1800" dirty="0">
              <a:solidFill>
                <a:schemeClr val="accent1"/>
              </a:solidFill>
            </a:endParaRPr>
          </a:p>
          <a:p>
            <a:pPr marL="742950" lvl="1" indent="-285750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nl-NL" dirty="0">
                <a:solidFill>
                  <a:schemeClr val="accent1"/>
                </a:solidFill>
              </a:rPr>
              <a:t>i</a:t>
            </a:r>
            <a:r>
              <a:rPr lang="nl-NL" sz="1800" kern="0" dirty="0">
                <a:solidFill>
                  <a:srgbClr val="294171"/>
                </a:solidFill>
              </a:rPr>
              <a:t>nloggen met je HU account</a:t>
            </a:r>
          </a:p>
          <a:p>
            <a:pPr marL="742950" lvl="1" indent="-285750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nl-NL" kern="0" dirty="0">
                <a:solidFill>
                  <a:srgbClr val="294171"/>
                </a:solidFill>
              </a:rPr>
              <a:t>K</a:t>
            </a:r>
            <a:r>
              <a:rPr lang="nl-NL" sz="1800" kern="0" dirty="0">
                <a:solidFill>
                  <a:srgbClr val="294171"/>
                </a:solidFill>
              </a:rPr>
              <a:t>iezen voor ‘Toets maken’</a:t>
            </a:r>
          </a:p>
          <a:p>
            <a:pPr marL="742950" lvl="1" indent="-285750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nl-NL" sz="1800" kern="0" dirty="0">
                <a:solidFill>
                  <a:srgbClr val="294171"/>
                </a:solidFill>
              </a:rPr>
              <a:t>Niet eerst </a:t>
            </a:r>
            <a:r>
              <a:rPr lang="nl-NL" sz="1800" kern="0" dirty="0" err="1">
                <a:solidFill>
                  <a:srgbClr val="294171"/>
                </a:solidFill>
              </a:rPr>
              <a:t>schoolyear</a:t>
            </a:r>
            <a:r>
              <a:rPr lang="nl-NL" sz="1800" kern="0" dirty="0">
                <a:solidFill>
                  <a:srgbClr val="294171"/>
                </a:solidFill>
              </a:rPr>
              <a:t> zoeken ofzo</a:t>
            </a:r>
            <a:endParaRPr lang="en-US" sz="1800" kern="0" dirty="0">
              <a:solidFill>
                <a:srgbClr val="29417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01416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5000" t="-3000" r="-2000" b="-2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3E8967C-3495-8376-49AC-64E1E2EBF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sz="3600" b="1" kern="0" dirty="0">
                <a:solidFill>
                  <a:prstClr val="black"/>
                </a:solidFill>
                <a:latin typeface="+mn-lt"/>
                <a:ea typeface="+mn-ea"/>
                <a:cs typeface="+mn-cs"/>
              </a:rPr>
              <a:t>Oefentoets – vraag #1</a:t>
            </a:r>
          </a:p>
        </p:txBody>
      </p:sp>
      <p:sp>
        <p:nvSpPr>
          <p:cNvPr id="8" name="Tekstvak 7">
            <a:extLst>
              <a:ext uri="{FF2B5EF4-FFF2-40B4-BE49-F238E27FC236}">
                <a16:creationId xmlns:a16="http://schemas.microsoft.com/office/drawing/2014/main" id="{AEE992D7-FFEC-C7F6-3F1D-29AB15D085C5}"/>
              </a:ext>
            </a:extLst>
          </p:cNvPr>
          <p:cNvSpPr txBox="1"/>
          <p:nvPr/>
        </p:nvSpPr>
        <p:spPr>
          <a:xfrm>
            <a:off x="838200" y="1967874"/>
            <a:ext cx="609777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dirty="0"/>
              <a:t>Schrijf een programma waarin je de gebruiker een string laat invoeren. Gebruik vervolgens een for-loop om de omgekeerde string te printen.</a:t>
            </a:r>
          </a:p>
          <a:p>
            <a:endParaRPr lang="nl-NL" dirty="0"/>
          </a:p>
          <a:p>
            <a:r>
              <a:rPr lang="nl-NL" dirty="0"/>
              <a:t>Voorbeeld:</a:t>
            </a:r>
          </a:p>
          <a:p>
            <a:endParaRPr lang="nl-NL" dirty="0"/>
          </a:p>
          <a:p>
            <a:endParaRPr lang="nl-NL" dirty="0"/>
          </a:p>
        </p:txBody>
      </p:sp>
      <p:pic>
        <p:nvPicPr>
          <p:cNvPr id="13" name="Afbeelding 12">
            <a:extLst>
              <a:ext uri="{FF2B5EF4-FFF2-40B4-BE49-F238E27FC236}">
                <a16:creationId xmlns:a16="http://schemas.microsoft.com/office/drawing/2014/main" id="{5D0FF736-3A4F-6E7B-C2D5-29B8B72625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391" y="3595301"/>
            <a:ext cx="6058473" cy="807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7280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blipFill dpi="0" rotWithShape="1">
          <a:blip r:embed="rId2">
            <a:lum/>
          </a:blip>
          <a:srcRect/>
          <a:stretch>
            <a:fillRect l="5000" t="-3000" r="-2000" b="-2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3E8967C-3495-8376-49AC-64E1E2EBF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sz="3600" b="1" kern="0" dirty="0">
                <a:solidFill>
                  <a:prstClr val="black"/>
                </a:solidFill>
                <a:latin typeface="+mn-lt"/>
                <a:ea typeface="+mn-ea"/>
                <a:cs typeface="+mn-cs"/>
              </a:rPr>
              <a:t>Oefentoets – antwoord #1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581F5AC-2E71-9BEA-7C39-925FF8C288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008" y="2151727"/>
            <a:ext cx="8824852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NL" altLang="nl-NL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input("Voer een string in: ")             # 1p input + var-</a:t>
            </a:r>
            <a:r>
              <a:rPr kumimoji="0" lang="nl-NL" altLang="nl-NL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decl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nl-NL" altLang="nl-NL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reversed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""</a:t>
            </a: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kumimoji="0" lang="nl-NL" altLang="nl-NL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in </a:t>
            </a:r>
            <a:r>
              <a:rPr kumimoji="0" lang="nl-NL" altLang="nl-NL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                                # 3p</a:t>
            </a: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</a:t>
            </a:r>
            <a:r>
              <a:rPr kumimoji="0" lang="nl-NL" altLang="nl-NL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reversed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kumimoji="0" lang="nl-NL" altLang="nl-NL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+ </a:t>
            </a:r>
            <a:r>
              <a:rPr kumimoji="0" lang="nl-NL" altLang="nl-NL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reversed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                 # 2p</a:t>
            </a: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kumimoji="0" lang="nl-NL" altLang="nl-NL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f"Deze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string omgekeerd: {</a:t>
            </a:r>
            <a:r>
              <a:rPr kumimoji="0" lang="nl-NL" altLang="nl-NL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reversed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}")     # 1p </a:t>
            </a:r>
          </a:p>
        </p:txBody>
      </p:sp>
    </p:spTree>
    <p:extLst>
      <p:ext uri="{BB962C8B-B14F-4D97-AF65-F5344CB8AC3E}">
        <p14:creationId xmlns:p14="http://schemas.microsoft.com/office/powerpoint/2010/main" val="27858057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5000" t="-3000" r="-2000" b="-2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3E8967C-3495-8376-49AC-64E1E2EBF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sz="3600" b="1" kern="0" dirty="0">
                <a:solidFill>
                  <a:prstClr val="black"/>
                </a:solidFill>
                <a:latin typeface="+mn-lt"/>
                <a:ea typeface="+mn-ea"/>
                <a:cs typeface="+mn-cs"/>
              </a:rPr>
              <a:t>Oefentoets – vraag #2</a:t>
            </a:r>
          </a:p>
        </p:txBody>
      </p:sp>
      <p:sp>
        <p:nvSpPr>
          <p:cNvPr id="8" name="Tekstvak 7">
            <a:extLst>
              <a:ext uri="{FF2B5EF4-FFF2-40B4-BE49-F238E27FC236}">
                <a16:creationId xmlns:a16="http://schemas.microsoft.com/office/drawing/2014/main" id="{AEE992D7-FFEC-C7F6-3F1D-29AB15D085C5}"/>
              </a:ext>
            </a:extLst>
          </p:cNvPr>
          <p:cNvSpPr txBox="1"/>
          <p:nvPr/>
        </p:nvSpPr>
        <p:spPr>
          <a:xfrm>
            <a:off x="838200" y="1967874"/>
            <a:ext cx="609777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dirty="0"/>
              <a:t>Schrijf een programma waarin de gebruiker drie getallen kan invullen. Print vervolgens het </a:t>
            </a:r>
            <a:r>
              <a:rPr lang="nl-NL" b="1" dirty="0"/>
              <a:t>middelste </a:t>
            </a:r>
            <a:r>
              <a:rPr lang="nl-NL" dirty="0"/>
              <a:t>(qua grootte) getal.</a:t>
            </a:r>
          </a:p>
          <a:p>
            <a:endParaRPr lang="nl-NL" dirty="0"/>
          </a:p>
          <a:p>
            <a:r>
              <a:rPr lang="nl-NL" dirty="0"/>
              <a:t>Voorbeeld:</a:t>
            </a:r>
          </a:p>
          <a:p>
            <a:endParaRPr lang="nl-NL" dirty="0"/>
          </a:p>
          <a:p>
            <a:endParaRPr lang="nl-NL" dirty="0"/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824A9248-BD01-9C37-FF14-AACF5FBBD9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8551" y="3296920"/>
            <a:ext cx="5683605" cy="1659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7907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blipFill dpi="0" rotWithShape="1">
          <a:blip r:embed="rId2">
            <a:lum/>
          </a:blip>
          <a:srcRect/>
          <a:stretch>
            <a:fillRect l="5000" t="-3000" r="-2000" b="-2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3E8967C-3495-8376-49AC-64E1E2EBF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sz="3600" b="1" kern="0" dirty="0">
                <a:solidFill>
                  <a:prstClr val="black"/>
                </a:solidFill>
                <a:latin typeface="+mn-lt"/>
                <a:ea typeface="+mn-ea"/>
                <a:cs typeface="+mn-cs"/>
              </a:rPr>
              <a:t>Oefentoets – antwoord #2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A5B8D15-1CB8-D67C-6CFB-990D8E3052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008" y="2151727"/>
            <a:ext cx="11675832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number1 = </a:t>
            </a:r>
            <a:r>
              <a:rPr kumimoji="0" lang="nl-NL" altLang="nl-NL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(input("Getal 1: "))                           # 1p input</a:t>
            </a: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number2 = </a:t>
            </a:r>
            <a:r>
              <a:rPr kumimoji="0" lang="nl-NL" altLang="nl-NL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(input("Getal 2: "))</a:t>
            </a: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number3 = </a:t>
            </a:r>
            <a:r>
              <a:rPr kumimoji="0" lang="nl-NL" altLang="nl-NL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(input("Getal 3: "))</a:t>
            </a: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nl-NL" altLang="nl-NL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lst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[number1, number2, number3]                             # 3p list + 2p </a:t>
            </a:r>
            <a:r>
              <a:rPr kumimoji="0" lang="nl-NL" altLang="nl-NL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sort</a:t>
            </a: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nl-NL" altLang="nl-NL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lst.sort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                                                    # mag ook met </a:t>
            </a:r>
            <a:r>
              <a:rPr kumimoji="0" lang="nl-NL" altLang="nl-NL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if's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zie onder</a:t>
            </a: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kumimoji="0" lang="nl-NL" altLang="nl-NL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f"Het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middelste getal is: {</a:t>
            </a:r>
            <a:r>
              <a:rPr kumimoji="0" lang="nl-NL" altLang="nl-NL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lst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[1]}")                    # 1p uitvoer </a:t>
            </a:r>
          </a:p>
        </p:txBody>
      </p:sp>
    </p:spTree>
    <p:extLst>
      <p:ext uri="{BB962C8B-B14F-4D97-AF65-F5344CB8AC3E}">
        <p14:creationId xmlns:p14="http://schemas.microsoft.com/office/powerpoint/2010/main" val="22534787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5000" t="-3000" r="-2000" b="-2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3E8967C-3495-8376-49AC-64E1E2EBF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sz="3600" b="1" kern="0" dirty="0">
                <a:solidFill>
                  <a:prstClr val="black"/>
                </a:solidFill>
                <a:latin typeface="+mn-lt"/>
                <a:ea typeface="+mn-ea"/>
                <a:cs typeface="+mn-cs"/>
              </a:rPr>
              <a:t>Oefentoets – vraag #3</a:t>
            </a:r>
          </a:p>
        </p:txBody>
      </p:sp>
      <p:sp>
        <p:nvSpPr>
          <p:cNvPr id="8" name="Tekstvak 7">
            <a:extLst>
              <a:ext uri="{FF2B5EF4-FFF2-40B4-BE49-F238E27FC236}">
                <a16:creationId xmlns:a16="http://schemas.microsoft.com/office/drawing/2014/main" id="{AEE992D7-FFEC-C7F6-3F1D-29AB15D085C5}"/>
              </a:ext>
            </a:extLst>
          </p:cNvPr>
          <p:cNvSpPr txBox="1"/>
          <p:nvPr/>
        </p:nvSpPr>
        <p:spPr>
          <a:xfrm>
            <a:off x="838200" y="1967874"/>
            <a:ext cx="849884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dirty="0"/>
              <a:t>De afstand tussen twee coördinaten kan je uitrekenen met de volgende formule:</a:t>
            </a:r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r>
              <a:rPr lang="nl-NL" altLang="nl-NL" dirty="0"/>
              <a:t>Let op: worteltrekken doe je met </a:t>
            </a:r>
            <a:r>
              <a:rPr lang="nl-NL" altLang="nl-NL" dirty="0" err="1">
                <a:latin typeface="Consolas" panose="020B0609020204030204" pitchFamily="49" charset="0"/>
              </a:rPr>
              <a:t>math.sqrt</a:t>
            </a:r>
            <a:r>
              <a:rPr lang="nl-NL" altLang="nl-NL" dirty="0">
                <a:latin typeface="Consolas" panose="020B0609020204030204" pitchFamily="49" charset="0"/>
              </a:rPr>
              <a:t>()</a:t>
            </a:r>
            <a:r>
              <a:rPr lang="nl-NL" altLang="nl-NL" dirty="0"/>
              <a:t> of machtsverheffen met exponent 0.5! </a:t>
            </a:r>
          </a:p>
          <a:p>
            <a:endParaRPr lang="nl-NL" dirty="0"/>
          </a:p>
          <a:p>
            <a:r>
              <a:rPr lang="nl-NL" dirty="0"/>
              <a:t>Voorbeeld:</a:t>
            </a:r>
          </a:p>
          <a:p>
            <a:endParaRPr lang="nl-NL" dirty="0"/>
          </a:p>
          <a:p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30301ED9-195F-69A3-759C-1D876FE5A9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9357" y="2487119"/>
            <a:ext cx="3985605" cy="403895"/>
          </a:xfrm>
          <a:prstGeom prst="rect">
            <a:avLst/>
          </a:prstGeom>
        </p:spPr>
      </p:pic>
      <p:pic>
        <p:nvPicPr>
          <p:cNvPr id="14" name="Afbeelding 13">
            <a:extLst>
              <a:ext uri="{FF2B5EF4-FFF2-40B4-BE49-F238E27FC236}">
                <a16:creationId xmlns:a16="http://schemas.microsoft.com/office/drawing/2014/main" id="{00E982E3-ED5A-1DD6-DEC3-CDF6AD946C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9357" y="4194058"/>
            <a:ext cx="7159168" cy="1637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16742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blipFill dpi="0" rotWithShape="1">
          <a:blip r:embed="rId2">
            <a:lum/>
          </a:blip>
          <a:srcRect/>
          <a:stretch>
            <a:fillRect l="5000" t="-3000" r="-2000" b="-2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3E8967C-3495-8376-49AC-64E1E2EBF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sz="3600" b="1" kern="0" dirty="0">
                <a:solidFill>
                  <a:prstClr val="black"/>
                </a:solidFill>
                <a:latin typeface="+mn-lt"/>
                <a:ea typeface="+mn-ea"/>
                <a:cs typeface="+mn-cs"/>
              </a:rPr>
              <a:t>Oefentoets – antwoord #3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8704963-F799-4F68-47D0-E3B03F66D2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008" y="2151726"/>
            <a:ext cx="11687984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kumimoji="0" lang="nl-NL" altLang="nl-NL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math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                           # geen punten + of -</a:t>
            </a: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x1 = int(input("X-positie van coördinaat 1 (x1): "))                   # 2p inlezen </a:t>
            </a:r>
            <a:r>
              <a:rPr kumimoji="0" lang="nl-NL" altLang="nl-NL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coörds</a:t>
            </a: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y1 = int(input("Y-positie van coördinaat 1 (y1): "))</a:t>
            </a: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x2 = int(input("X-positie van coördinaat 2 (x2): "))</a:t>
            </a: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y2 = int(input("Y-positie van coördinaat 2 (y2): "))</a:t>
            </a: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dist = </a:t>
            </a:r>
            <a:r>
              <a:rPr kumimoji="0" lang="nl-NL" altLang="nl-NL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math.sqrt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(((x2-x1) ** 2) + ((y1-y2) ** 2))                      # 4p berekenen formule</a:t>
            </a: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                                      # 2p uitvoer/afronding </a:t>
            </a: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kumimoji="0" lang="nl-NL" altLang="nl-NL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f"Afstand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tussen de coördinaten ({x1},{y1}) en ({x2},{y2}): {dist:.4f}")</a:t>
            </a:r>
          </a:p>
        </p:txBody>
      </p:sp>
    </p:spTree>
    <p:extLst>
      <p:ext uri="{BB962C8B-B14F-4D97-AF65-F5344CB8AC3E}">
        <p14:creationId xmlns:p14="http://schemas.microsoft.com/office/powerpoint/2010/main" val="27047987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5000" t="-3000" r="-2000" b="-2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3E8967C-3495-8376-49AC-64E1E2EBF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sz="3600" b="1" kern="0" dirty="0">
                <a:solidFill>
                  <a:prstClr val="black"/>
                </a:solidFill>
                <a:latin typeface="+mn-lt"/>
                <a:ea typeface="+mn-ea"/>
                <a:cs typeface="+mn-cs"/>
              </a:rPr>
              <a:t>Oefentoets – vraag #4</a:t>
            </a:r>
          </a:p>
        </p:txBody>
      </p:sp>
      <p:sp>
        <p:nvSpPr>
          <p:cNvPr id="8" name="Tekstvak 7">
            <a:extLst>
              <a:ext uri="{FF2B5EF4-FFF2-40B4-BE49-F238E27FC236}">
                <a16:creationId xmlns:a16="http://schemas.microsoft.com/office/drawing/2014/main" id="{AEE992D7-FFEC-C7F6-3F1D-29AB15D085C5}"/>
              </a:ext>
            </a:extLst>
          </p:cNvPr>
          <p:cNvSpPr txBox="1"/>
          <p:nvPr/>
        </p:nvSpPr>
        <p:spPr>
          <a:xfrm>
            <a:off x="838200" y="1967874"/>
            <a:ext cx="751332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dirty="0"/>
              <a:t>Schrijf een programma waarin een gebruiker getallen moet invoeren. Dit gaat door totdat de gebruiker ‘stop’ intoetst. De getallen moeten met elkaar vermenigvuldigd worden. Print het resultaat.</a:t>
            </a:r>
          </a:p>
          <a:p>
            <a:endParaRPr lang="nl-NL" dirty="0"/>
          </a:p>
          <a:p>
            <a:r>
              <a:rPr lang="nl-NL" dirty="0"/>
              <a:t>Voorbeeld:</a:t>
            </a:r>
          </a:p>
          <a:p>
            <a:endParaRPr lang="nl-NL" dirty="0"/>
          </a:p>
          <a:p>
            <a:endParaRPr lang="nl-NL" dirty="0"/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17DDE21C-1A60-16CB-0CD8-D3024B4825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633" y="3624356"/>
            <a:ext cx="7854897" cy="1532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5047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blipFill dpi="0" rotWithShape="1">
          <a:blip r:embed="rId2">
            <a:lum/>
          </a:blip>
          <a:srcRect/>
          <a:stretch>
            <a:fillRect l="5000" t="-3000" r="-2000" b="-2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3E8967C-3495-8376-49AC-64E1E2EBF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sz="3600" b="1" kern="0" dirty="0">
                <a:solidFill>
                  <a:prstClr val="black"/>
                </a:solidFill>
                <a:latin typeface="+mn-lt"/>
                <a:ea typeface="+mn-ea"/>
                <a:cs typeface="+mn-cs"/>
              </a:rPr>
              <a:t>Oefentoets – antwoord #4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76BFE8A-7688-74EF-0200-00F065AFAA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008" y="2274838"/>
            <a:ext cx="11736792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string = input("Voer een getal in: ")</a:t>
            </a: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nl-NL" altLang="nl-NL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result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0</a:t>
            </a: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                                           # 1p </a:t>
            </a:r>
            <a:r>
              <a:rPr kumimoji="0" lang="nl-NL" altLang="nl-NL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nl-NL" altLang="nl-NL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string != "stop":                                                         / 2p expressie</a:t>
            </a: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0" lang="nl-NL" altLang="nl-NL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number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int(string)</a:t>
            </a: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0" lang="nl-NL" altLang="nl-NL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nl-NL" altLang="nl-NL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result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== 0:                                                         # 1p</a:t>
            </a: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kumimoji="0" lang="nl-NL" altLang="nl-NL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result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kumimoji="0" lang="nl-NL" altLang="nl-NL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number</a:t>
            </a: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0" lang="nl-NL" altLang="nl-NL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kumimoji="0" lang="nl-NL" altLang="nl-NL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result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*= </a:t>
            </a:r>
            <a:r>
              <a:rPr kumimoji="0" lang="nl-NL" altLang="nl-NL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number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                   # 2p</a:t>
            </a: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string = input("Voer een getal in: ")                                   # 1p</a:t>
            </a: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kumimoji="0" lang="nl-NL" altLang="nl-NL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f"Als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je deze getallen vermenigvuldigt, is het resultaat: {</a:t>
            </a:r>
            <a:r>
              <a:rPr kumimoji="0" lang="nl-NL" altLang="nl-NL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result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}")  # 1p output </a:t>
            </a:r>
            <a:r>
              <a:rPr kumimoji="0" lang="nl-NL" altLang="nl-NL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result</a:t>
            </a:r>
            <a:endParaRPr kumimoji="0" lang="nl-NL" altLang="nl-NL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24547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5000" t="-3000" r="-2000" b="-2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3E8967C-3495-8376-49AC-64E1E2EBF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sz="3600" b="1" kern="0" dirty="0">
                <a:solidFill>
                  <a:prstClr val="black"/>
                </a:solidFill>
                <a:latin typeface="+mn-lt"/>
                <a:ea typeface="+mn-ea"/>
                <a:cs typeface="+mn-cs"/>
              </a:rPr>
              <a:t>Oefentoets – vraag #5</a:t>
            </a:r>
          </a:p>
        </p:txBody>
      </p:sp>
      <p:sp>
        <p:nvSpPr>
          <p:cNvPr id="8" name="Tekstvak 7">
            <a:extLst>
              <a:ext uri="{FF2B5EF4-FFF2-40B4-BE49-F238E27FC236}">
                <a16:creationId xmlns:a16="http://schemas.microsoft.com/office/drawing/2014/main" id="{AEE992D7-FFEC-C7F6-3F1D-29AB15D085C5}"/>
              </a:ext>
            </a:extLst>
          </p:cNvPr>
          <p:cNvSpPr txBox="1"/>
          <p:nvPr/>
        </p:nvSpPr>
        <p:spPr>
          <a:xfrm>
            <a:off x="838200" y="1967874"/>
            <a:ext cx="8255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nl-NL" altLang="nl-NL" dirty="0"/>
              <a:t>Schrijf een functie </a:t>
            </a:r>
            <a:r>
              <a:rPr lang="nl-NL" altLang="nl-NL" sz="1600" dirty="0" err="1">
                <a:latin typeface="Consolas" panose="020B0609020204030204" pitchFamily="49" charset="0"/>
              </a:rPr>
              <a:t>isPositiefEnKleinerDan</a:t>
            </a:r>
            <a:r>
              <a:rPr lang="nl-NL" altLang="nl-NL" sz="1600" dirty="0">
                <a:latin typeface="Consolas" panose="020B0609020204030204" pitchFamily="49" charset="0"/>
              </a:rPr>
              <a:t>(x, y)</a:t>
            </a:r>
            <a:r>
              <a:rPr lang="nl-NL" altLang="nl-NL" dirty="0"/>
              <a:t> waarin je bepaalt of gegeven getal ‘</a:t>
            </a:r>
            <a:r>
              <a:rPr lang="nl-NL" altLang="nl-NL" sz="1600" dirty="0">
                <a:latin typeface="Consolas" panose="020B0609020204030204" pitchFamily="49" charset="0"/>
              </a:rPr>
              <a:t>x</a:t>
            </a:r>
            <a:r>
              <a:rPr lang="nl-NL" altLang="nl-NL" dirty="0"/>
              <a:t>’ een positief getal is, en kleiner dan getal ‘</a:t>
            </a:r>
            <a:r>
              <a:rPr lang="nl-NL" altLang="nl-NL" sz="1600" dirty="0">
                <a:latin typeface="Consolas" panose="020B0609020204030204" pitchFamily="49" charset="0"/>
              </a:rPr>
              <a:t>y</a:t>
            </a:r>
            <a:r>
              <a:rPr lang="nl-NL" altLang="nl-NL" dirty="0"/>
              <a:t>’. De parameters </a:t>
            </a:r>
            <a:r>
              <a:rPr lang="nl-NL" altLang="nl-NL" sz="1600" dirty="0">
                <a:latin typeface="Consolas" panose="020B0609020204030204" pitchFamily="49" charset="0"/>
              </a:rPr>
              <a:t>x</a:t>
            </a:r>
            <a:r>
              <a:rPr lang="nl-NL" altLang="nl-NL" dirty="0"/>
              <a:t> en </a:t>
            </a:r>
            <a:r>
              <a:rPr lang="nl-NL" altLang="nl-NL" sz="1600" dirty="0">
                <a:latin typeface="Consolas" panose="020B0609020204030204" pitchFamily="49" charset="0"/>
              </a:rPr>
              <a:t>y</a:t>
            </a:r>
            <a:r>
              <a:rPr lang="nl-NL" altLang="nl-NL" dirty="0"/>
              <a:t> zijn van het type </a:t>
            </a:r>
            <a:r>
              <a:rPr lang="nl-NL" altLang="nl-NL" sz="1600" dirty="0">
                <a:latin typeface="Consolas" panose="020B0609020204030204" pitchFamily="49" charset="0"/>
              </a:rPr>
              <a:t>int</a:t>
            </a:r>
            <a:r>
              <a:rPr lang="nl-NL" altLang="nl-NL" dirty="0"/>
              <a:t>. De functie geeft </a:t>
            </a:r>
            <a:r>
              <a:rPr lang="nl-NL" altLang="nl-NL" sz="1600" dirty="0">
                <a:latin typeface="Consolas" panose="020B0609020204030204" pitchFamily="49" charset="0"/>
              </a:rPr>
              <a:t>True</a:t>
            </a:r>
            <a:r>
              <a:rPr lang="nl-NL" altLang="nl-NL" dirty="0"/>
              <a:t> terug als dat zo is, anders </a:t>
            </a:r>
            <a:r>
              <a:rPr lang="nl-NL" altLang="nl-NL" sz="1600" dirty="0" err="1">
                <a:latin typeface="Consolas" panose="020B0609020204030204" pitchFamily="49" charset="0"/>
              </a:rPr>
              <a:t>False</a:t>
            </a:r>
            <a:r>
              <a:rPr lang="nl-NL" altLang="nl-NL" dirty="0"/>
              <a:t>. </a:t>
            </a:r>
          </a:p>
          <a:p>
            <a:endParaRPr lang="nl-NL" dirty="0"/>
          </a:p>
          <a:p>
            <a:r>
              <a:rPr lang="nl-NL" dirty="0"/>
              <a:t>Voorbeeld:</a:t>
            </a:r>
          </a:p>
          <a:p>
            <a:endParaRPr lang="nl-NL" dirty="0"/>
          </a:p>
          <a:p>
            <a:endParaRPr lang="nl-NL" dirty="0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F863B1EC-A15C-53E3-B9DE-67E076678C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1576" y="3647309"/>
            <a:ext cx="5179384" cy="866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0725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blipFill dpi="0" rotWithShape="1">
          <a:blip r:embed="rId2">
            <a:lum/>
          </a:blip>
          <a:srcRect/>
          <a:stretch>
            <a:fillRect l="5000" t="-3000" r="-2000" b="-2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3E8967C-3495-8376-49AC-64E1E2EBF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sz="3600" b="1" kern="0" dirty="0">
                <a:solidFill>
                  <a:prstClr val="black"/>
                </a:solidFill>
                <a:latin typeface="+mn-lt"/>
                <a:ea typeface="+mn-ea"/>
                <a:cs typeface="+mn-cs"/>
              </a:rPr>
              <a:t>Oefentoets – antwoord #5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B3F1B08-E67D-6D6C-47AC-92E4CDF419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008" y="2151727"/>
            <a:ext cx="1075127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NL" altLang="nl-NL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nl-NL" altLang="nl-NL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isPositiefEnKleinerDan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(x, y</a:t>
            </a:r>
            <a: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):                           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 1p correcte </a:t>
            </a:r>
            <a:r>
              <a:rPr kumimoji="0" lang="nl-NL" altLang="nl-NL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decl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return 0 &lt; x &lt; y                                        # 2p return + 3p expressie </a:t>
            </a:r>
          </a:p>
        </p:txBody>
      </p:sp>
    </p:spTree>
    <p:extLst>
      <p:ext uri="{BB962C8B-B14F-4D97-AF65-F5344CB8AC3E}">
        <p14:creationId xmlns:p14="http://schemas.microsoft.com/office/powerpoint/2010/main" val="27146213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7B07A39D-9101-42AB-8D40-7A85BADC9100}"/>
              </a:ext>
            </a:extLst>
          </p:cNvPr>
          <p:cNvSpPr txBox="1">
            <a:spLocks/>
          </p:cNvSpPr>
          <p:nvPr/>
        </p:nvSpPr>
        <p:spPr bwMode="auto">
          <a:xfrm>
            <a:off x="685800" y="1216526"/>
            <a:ext cx="7772400" cy="147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Encoding, Namespaces &amp; Exceptions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93642476-5FC9-4978-B1E7-2A957EC9D636}"/>
              </a:ext>
            </a:extLst>
          </p:cNvPr>
          <p:cNvSpPr txBox="1"/>
          <p:nvPr/>
        </p:nvSpPr>
        <p:spPr>
          <a:xfrm>
            <a:off x="685799" y="3323652"/>
            <a:ext cx="8541327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4488" marR="0" lvl="0" indent="-344488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8000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</a:rPr>
              <a:t>Codering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</a:rPr>
              <a:t> van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</a:rPr>
              <a:t>tekens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</a:rPr>
              <a:t>									§10.7</a:t>
            </a:r>
          </a:p>
          <a:p>
            <a:pPr marL="344488" marR="0" lvl="0" indent="-344488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800000"/>
              </a:buClr>
              <a:buSzTx/>
              <a:buFont typeface="Wingdings" charset="2"/>
              <a:buChar char="§"/>
              <a:tabLst/>
              <a:defRPr/>
            </a:pPr>
            <a:r>
              <a:rPr lang="en-US" sz="2400" kern="0" dirty="0" err="1">
                <a:solidFill>
                  <a:srgbClr val="294171"/>
                </a:solidFill>
              </a:rPr>
              <a:t>Globale</a:t>
            </a:r>
            <a:r>
              <a:rPr lang="en-US" sz="2400" kern="0" dirty="0">
                <a:solidFill>
                  <a:srgbClr val="294171"/>
                </a:solidFill>
              </a:rPr>
              <a:t> </a:t>
            </a:r>
            <a:r>
              <a:rPr lang="en-US" sz="2400" kern="0" dirty="0" err="1">
                <a:solidFill>
                  <a:srgbClr val="294171"/>
                </a:solidFill>
              </a:rPr>
              <a:t>variabelen</a:t>
            </a:r>
            <a:r>
              <a:rPr lang="en-US" sz="2400" kern="0" dirty="0">
                <a:solidFill>
                  <a:srgbClr val="294171"/>
                </a:solidFill>
              </a:rPr>
              <a:t>										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</a:rPr>
              <a:t>§8.3.2</a:t>
            </a:r>
            <a:endParaRPr lang="en-US" sz="2400" kern="0" dirty="0">
              <a:solidFill>
                <a:srgbClr val="294171"/>
              </a:solidFill>
            </a:endParaRPr>
          </a:p>
          <a:p>
            <a:pPr marL="344488" marR="0" lvl="0" indent="-344488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FF00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</a:rPr>
              <a:t>Exceptions												</a:t>
            </a:r>
            <a:r>
              <a:rPr lang="en-US" sz="2400" kern="0" dirty="0">
                <a:solidFill>
                  <a:srgbClr val="294171"/>
                </a:solidFill>
              </a:rPr>
              <a:t>H17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29417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3186234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1D033-A260-105C-E510-86A0B9159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itle 1">
            <a:extLst>
              <a:ext uri="{FF2B5EF4-FFF2-40B4-BE49-F238E27FC236}">
                <a16:creationId xmlns:a16="http://schemas.microsoft.com/office/drawing/2014/main" id="{6AB273EF-BDEE-0695-E277-B49B6CDA1458}"/>
              </a:ext>
            </a:extLst>
          </p:cNvPr>
          <p:cNvSpPr txBox="1">
            <a:spLocks/>
          </p:cNvSpPr>
          <p:nvPr/>
        </p:nvSpPr>
        <p:spPr bwMode="auto">
          <a:xfrm>
            <a:off x="709358" y="0"/>
            <a:ext cx="9080662" cy="146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sz="36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Tekencodering</a:t>
            </a: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  <a:r>
              <a:rPr lang="en-US" sz="2000" b="1" kern="0" dirty="0">
                <a:solidFill>
                  <a:prstClr val="black"/>
                </a:solidFill>
              </a:rPr>
              <a:t>(§10.7)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" name="TextBox 22">
            <a:extLst>
              <a:ext uri="{FF2B5EF4-FFF2-40B4-BE49-F238E27FC236}">
                <a16:creationId xmlns:a16="http://schemas.microsoft.com/office/drawing/2014/main" id="{2AC99AB6-F544-5E7D-FB0B-CE2B92CF7164}"/>
              </a:ext>
            </a:extLst>
          </p:cNvPr>
          <p:cNvSpPr txBox="1"/>
          <p:nvPr/>
        </p:nvSpPr>
        <p:spPr bwMode="auto">
          <a:xfrm>
            <a:off x="440519" y="1818914"/>
            <a:ext cx="6505971" cy="2862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nl-NL" sz="2000" kern="0" dirty="0">
                <a:solidFill>
                  <a:srgbClr val="294171"/>
                </a:solidFill>
              </a:rPr>
              <a:t>Tekens in een string worden opgeslagen als getallen!</a:t>
            </a:r>
          </a:p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endParaRPr lang="nl-NL" sz="2000" kern="0" dirty="0">
              <a:solidFill>
                <a:srgbClr val="294171"/>
              </a:solidFill>
            </a:endParaRPr>
          </a:p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nl-NL" sz="2000" kern="0" dirty="0">
                <a:solidFill>
                  <a:srgbClr val="294171"/>
                </a:solidFill>
              </a:rPr>
              <a:t>Een string bestaat uit 0 of meer gecodeerde tekens!</a:t>
            </a:r>
          </a:p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endParaRPr lang="nl-NL" sz="2000" kern="0" dirty="0">
              <a:solidFill>
                <a:srgbClr val="294171"/>
              </a:solidFill>
            </a:endParaRPr>
          </a:p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nl-NL" sz="2000" kern="0" dirty="0">
                <a:solidFill>
                  <a:srgbClr val="294171"/>
                </a:solidFill>
              </a:rPr>
              <a:t>De basiscodering: standaard ASCII:</a:t>
            </a:r>
          </a:p>
          <a:p>
            <a:pPr marL="800100" lvl="1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nl-NL" sz="2000" kern="0" dirty="0">
                <a:solidFill>
                  <a:srgbClr val="294171"/>
                </a:solidFill>
              </a:rPr>
              <a:t>American Standard Code </a:t>
            </a:r>
            <a:r>
              <a:rPr lang="nl-NL" sz="2000" kern="0" dirty="0" err="1">
                <a:solidFill>
                  <a:srgbClr val="294171"/>
                </a:solidFill>
              </a:rPr>
              <a:t>for</a:t>
            </a:r>
            <a:r>
              <a:rPr lang="nl-NL" sz="2000" kern="0" dirty="0">
                <a:solidFill>
                  <a:srgbClr val="294171"/>
                </a:solidFill>
              </a:rPr>
              <a:t> Information </a:t>
            </a:r>
            <a:r>
              <a:rPr lang="nl-NL" sz="2000" kern="0" dirty="0" err="1">
                <a:solidFill>
                  <a:srgbClr val="294171"/>
                </a:solidFill>
              </a:rPr>
              <a:t>Interchange</a:t>
            </a:r>
            <a:endParaRPr lang="nl-NL" sz="2000" kern="0" dirty="0">
              <a:solidFill>
                <a:srgbClr val="294171"/>
              </a:solidFill>
            </a:endParaRPr>
          </a:p>
          <a:p>
            <a:pPr marL="800100" lvl="1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nl-NL" sz="2000" kern="0" dirty="0">
                <a:solidFill>
                  <a:srgbClr val="294171"/>
                </a:solidFill>
              </a:rPr>
              <a:t>Elk teken heeft een eigen ‘nummer’ (codepoint)</a:t>
            </a:r>
          </a:p>
          <a:p>
            <a:pPr marL="800100" lvl="1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nl-NL" sz="2000" kern="0" dirty="0">
                <a:solidFill>
                  <a:srgbClr val="294171"/>
                </a:solidFill>
              </a:rPr>
              <a:t>7 bits codering, dus max. (2</a:t>
            </a:r>
            <a:r>
              <a:rPr lang="nl-NL" sz="2000" kern="0" baseline="30000" dirty="0">
                <a:solidFill>
                  <a:srgbClr val="294171"/>
                </a:solidFill>
              </a:rPr>
              <a:t>7</a:t>
            </a:r>
            <a:r>
              <a:rPr lang="nl-NL" sz="2000" kern="0" dirty="0">
                <a:solidFill>
                  <a:srgbClr val="294171"/>
                </a:solidFill>
              </a:rPr>
              <a:t> =) 128 tekens</a:t>
            </a:r>
          </a:p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endParaRPr lang="nl-NL" sz="2000" kern="0" dirty="0">
              <a:solidFill>
                <a:srgbClr val="294171"/>
              </a:solidFill>
            </a:endParaRPr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E38501E3-EB6D-5702-1FB9-F5FFF43C28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9726" y="1273820"/>
            <a:ext cx="4952475" cy="5267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6790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0"/>
            <a:lum/>
          </a:blip>
          <a:srcRect/>
          <a:stretch>
            <a:fillRect l="5000" t="-3000" r="-2000" b="-20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66E415-6E6C-3216-E4CE-631C5A266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itle 1">
            <a:extLst>
              <a:ext uri="{FF2B5EF4-FFF2-40B4-BE49-F238E27FC236}">
                <a16:creationId xmlns:a16="http://schemas.microsoft.com/office/drawing/2014/main" id="{3AC03657-2AD5-5C63-7387-4BB996FEBC64}"/>
              </a:ext>
            </a:extLst>
          </p:cNvPr>
          <p:cNvSpPr txBox="1">
            <a:spLocks/>
          </p:cNvSpPr>
          <p:nvPr/>
        </p:nvSpPr>
        <p:spPr bwMode="auto">
          <a:xfrm>
            <a:off x="709358" y="0"/>
            <a:ext cx="9080662" cy="146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Unicode </a:t>
            </a:r>
            <a:r>
              <a:rPr lang="en-US" sz="2000" b="1" kern="0" dirty="0">
                <a:solidFill>
                  <a:prstClr val="black"/>
                </a:solidFill>
              </a:rPr>
              <a:t>(§10.7)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" name="TextBox 22">
            <a:extLst>
              <a:ext uri="{FF2B5EF4-FFF2-40B4-BE49-F238E27FC236}">
                <a16:creationId xmlns:a16="http://schemas.microsoft.com/office/drawing/2014/main" id="{E64328A0-3CA7-3D0E-19C7-2BEB643D9E56}"/>
              </a:ext>
            </a:extLst>
          </p:cNvPr>
          <p:cNvSpPr txBox="1"/>
          <p:nvPr/>
        </p:nvSpPr>
        <p:spPr bwMode="auto">
          <a:xfrm>
            <a:off x="440519" y="1818914"/>
            <a:ext cx="5171009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34290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nl-NL" sz="2000" kern="0" dirty="0">
                <a:solidFill>
                  <a:srgbClr val="294171"/>
                </a:solidFill>
              </a:rPr>
              <a:t>Gebruikt in Python</a:t>
            </a:r>
          </a:p>
          <a:p>
            <a:pPr marL="34290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nl-NL" sz="2000" kern="0" dirty="0">
                <a:solidFill>
                  <a:srgbClr val="294171"/>
                </a:solidFill>
              </a:rPr>
              <a:t>Max. 1.114.112 tekens!</a:t>
            </a:r>
          </a:p>
          <a:p>
            <a:pPr marL="34290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endParaRPr lang="nl-NL" sz="2000" kern="0" dirty="0">
              <a:solidFill>
                <a:srgbClr val="294171"/>
              </a:solidFill>
            </a:endParaRPr>
          </a:p>
          <a:p>
            <a:pPr marL="34290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nl-NL" sz="2000" kern="0" dirty="0">
                <a:solidFill>
                  <a:srgbClr val="294171"/>
                </a:solidFill>
              </a:rPr>
              <a:t>Codepoint vaak hexadecimaal weergegeven:</a:t>
            </a:r>
          </a:p>
          <a:p>
            <a:pPr marL="34290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nl-NL" sz="2000" kern="0" dirty="0">
                <a:solidFill>
                  <a:srgbClr val="294171"/>
                </a:solidFill>
              </a:rPr>
              <a:t>Eerste 127 tekens = ASCII</a:t>
            </a:r>
          </a:p>
          <a:p>
            <a:pPr marL="34290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endParaRPr lang="nl-NL" sz="2000" kern="0" dirty="0">
              <a:solidFill>
                <a:srgbClr val="294171"/>
              </a:solidFill>
            </a:endParaRPr>
          </a:p>
          <a:p>
            <a:pPr marL="34290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endParaRPr lang="nl-NL" sz="2000" kern="0" dirty="0">
              <a:solidFill>
                <a:srgbClr val="294171"/>
              </a:solidFill>
            </a:endParaRPr>
          </a:p>
          <a:p>
            <a:pPr marL="34290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nl-NL" sz="2000" kern="0" dirty="0">
                <a:solidFill>
                  <a:srgbClr val="294171"/>
                </a:solidFill>
              </a:rPr>
              <a:t>Kan je in verschillende coderingen noteren:</a:t>
            </a:r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A5D17729-B3CE-EFFD-C018-6144B5107C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2282" y="1010754"/>
            <a:ext cx="6000898" cy="3555312"/>
          </a:xfrm>
          <a:prstGeom prst="rect">
            <a:avLst/>
          </a:prstGeom>
        </p:spPr>
      </p:pic>
      <p:graphicFrame>
        <p:nvGraphicFramePr>
          <p:cNvPr id="7" name="Tabel 6">
            <a:extLst>
              <a:ext uri="{FF2B5EF4-FFF2-40B4-BE49-F238E27FC236}">
                <a16:creationId xmlns:a16="http://schemas.microsoft.com/office/drawing/2014/main" id="{54CAA8B4-6B98-B7A8-BD4F-30A820A8C8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5152769"/>
              </p:ext>
            </p:extLst>
          </p:nvPr>
        </p:nvGraphicFramePr>
        <p:xfrm>
          <a:off x="231006" y="4891412"/>
          <a:ext cx="11722174" cy="1277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0395">
                  <a:extLst>
                    <a:ext uri="{9D8B030D-6E8A-4147-A177-3AD203B41FA5}">
                      <a16:colId xmlns:a16="http://schemas.microsoft.com/office/drawing/2014/main" val="1419703753"/>
                    </a:ext>
                  </a:extLst>
                </a:gridCol>
                <a:gridCol w="2377462">
                  <a:extLst>
                    <a:ext uri="{9D8B030D-6E8A-4147-A177-3AD203B41FA5}">
                      <a16:colId xmlns:a16="http://schemas.microsoft.com/office/drawing/2014/main" val="693662828"/>
                    </a:ext>
                  </a:extLst>
                </a:gridCol>
                <a:gridCol w="7814317">
                  <a:extLst>
                    <a:ext uri="{9D8B030D-6E8A-4147-A177-3AD203B41FA5}">
                      <a16:colId xmlns:a16="http://schemas.microsoft.com/office/drawing/2014/main" val="1830859937"/>
                    </a:ext>
                  </a:extLst>
                </a:gridCol>
              </a:tblGrid>
              <a:tr h="227811">
                <a:tc>
                  <a:txBody>
                    <a:bodyPr/>
                    <a:lstStyle/>
                    <a:p>
                      <a:r>
                        <a:rPr lang="nl-NL" sz="1400" dirty="0"/>
                        <a:t>Coderingsvorm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400" dirty="0"/>
                        <a:t>Benodigde ruimte per teken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400" dirty="0"/>
                        <a:t>Voordeel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6259877"/>
                  </a:ext>
                </a:extLst>
              </a:tr>
              <a:tr h="227811">
                <a:tc>
                  <a:txBody>
                    <a:bodyPr/>
                    <a:lstStyle/>
                    <a:p>
                      <a:r>
                        <a:rPr lang="nl-NL" sz="1500" kern="0" dirty="0">
                          <a:solidFill>
                            <a:srgbClr val="294171"/>
                          </a:solidFill>
                          <a:latin typeface="+mn-lt"/>
                          <a:ea typeface="+mn-ea"/>
                          <a:cs typeface="+mn-cs"/>
                        </a:rPr>
                        <a:t>UTF-8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500" kern="0" dirty="0">
                          <a:solidFill>
                            <a:srgbClr val="294171"/>
                          </a:solidFill>
                          <a:latin typeface="+mn-lt"/>
                          <a:ea typeface="+mn-ea"/>
                          <a:cs typeface="+mn-cs"/>
                        </a:rPr>
                        <a:t>1 – 4 bytes (8 – 32 bits)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500" kern="0" dirty="0">
                          <a:solidFill>
                            <a:srgbClr val="294171"/>
                          </a:solidFill>
                        </a:rPr>
                        <a:t>Efficiënt voor tekst bestaande uit ASCII-tekens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3053242"/>
                  </a:ext>
                </a:extLst>
              </a:tr>
              <a:tr h="332230">
                <a:tc>
                  <a:txBody>
                    <a:bodyPr/>
                    <a:lstStyle/>
                    <a:p>
                      <a:r>
                        <a:rPr lang="nl-NL" sz="1500" kern="0" dirty="0">
                          <a:solidFill>
                            <a:srgbClr val="294171"/>
                          </a:solidFill>
                          <a:latin typeface="+mn-lt"/>
                          <a:ea typeface="+mn-ea"/>
                          <a:cs typeface="+mn-cs"/>
                        </a:rPr>
                        <a:t>UTF-16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500" kern="0" dirty="0">
                          <a:solidFill>
                            <a:srgbClr val="294171"/>
                          </a:solidFill>
                          <a:latin typeface="+mn-lt"/>
                          <a:ea typeface="+mn-ea"/>
                          <a:cs typeface="+mn-cs"/>
                        </a:rPr>
                        <a:t>2 (of 2x2) bytes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nl-NL" sz="1500" kern="0" dirty="0">
                          <a:solidFill>
                            <a:srgbClr val="294171"/>
                          </a:solidFill>
                          <a:latin typeface="+mn-lt"/>
                          <a:ea typeface="+mn-ea"/>
                          <a:cs typeface="+mn-cs"/>
                        </a:rPr>
                        <a:t>Efficiënter voor niet-ASCII; bijv. Chinese tekens: kosten in UTF-8 vaak 3 bytes, in UTF-16 slechts 2.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9739431"/>
                  </a:ext>
                </a:extLst>
              </a:tr>
              <a:tr h="227811">
                <a:tc>
                  <a:txBody>
                    <a:bodyPr/>
                    <a:lstStyle/>
                    <a:p>
                      <a:r>
                        <a:rPr lang="nl-NL" sz="1500" kern="0" dirty="0">
                          <a:solidFill>
                            <a:srgbClr val="294171"/>
                          </a:solidFill>
                          <a:latin typeface="+mn-lt"/>
                          <a:ea typeface="+mn-ea"/>
                          <a:cs typeface="+mn-cs"/>
                        </a:rPr>
                        <a:t>UTF-32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500" kern="0" dirty="0">
                          <a:solidFill>
                            <a:srgbClr val="294171"/>
                          </a:solidFill>
                          <a:latin typeface="+mn-lt"/>
                          <a:ea typeface="+mn-ea"/>
                          <a:cs typeface="+mn-cs"/>
                        </a:rPr>
                        <a:t>4 bytes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500" kern="0" dirty="0">
                          <a:solidFill>
                            <a:srgbClr val="294171"/>
                          </a:solidFill>
                        </a:rPr>
                        <a:t>Eenvoudig te verwerken (alle tekens 4 bytes; teken[x] is snel gevonden)</a:t>
                      </a:r>
                      <a:endParaRPr lang="nl-NL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71250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802092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5000" t="-3000" r="-2000" b="-20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69A0D6-6256-AC0B-5A13-28AFC2C29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itle 1">
            <a:extLst>
              <a:ext uri="{FF2B5EF4-FFF2-40B4-BE49-F238E27FC236}">
                <a16:creationId xmlns:a16="http://schemas.microsoft.com/office/drawing/2014/main" id="{8A8B8531-231F-561F-B498-43FA602B7433}"/>
              </a:ext>
            </a:extLst>
          </p:cNvPr>
          <p:cNvSpPr txBox="1">
            <a:spLocks/>
          </p:cNvSpPr>
          <p:nvPr/>
        </p:nvSpPr>
        <p:spPr bwMode="auto">
          <a:xfrm>
            <a:off x="709358" y="0"/>
            <a:ext cx="9080662" cy="146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Python, strings &amp; Unicode </a:t>
            </a:r>
            <a:r>
              <a:rPr lang="en-US" sz="2000" b="1" kern="0" dirty="0">
                <a:solidFill>
                  <a:prstClr val="black"/>
                </a:solidFill>
              </a:rPr>
              <a:t>(§10.7)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" name="TextBox 22">
            <a:extLst>
              <a:ext uri="{FF2B5EF4-FFF2-40B4-BE49-F238E27FC236}">
                <a16:creationId xmlns:a16="http://schemas.microsoft.com/office/drawing/2014/main" id="{AEC47D0F-B073-605E-2913-8C2C6816520A}"/>
              </a:ext>
            </a:extLst>
          </p:cNvPr>
          <p:cNvSpPr txBox="1"/>
          <p:nvPr/>
        </p:nvSpPr>
        <p:spPr bwMode="auto">
          <a:xfrm>
            <a:off x="440519" y="1818914"/>
            <a:ext cx="5376084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34290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nl-NL" sz="2000" kern="0" dirty="0">
                <a:solidFill>
                  <a:srgbClr val="294171"/>
                </a:solidFill>
              </a:rPr>
              <a:t>Met bijv. </a:t>
            </a:r>
            <a:r>
              <a:rPr lang="nl-NL" sz="2000" kern="0" dirty="0" err="1">
                <a:solidFill>
                  <a:srgbClr val="294171"/>
                </a:solidFill>
              </a:rPr>
              <a:t>ord</a:t>
            </a:r>
            <a:r>
              <a:rPr lang="nl-NL" sz="2000" kern="0" dirty="0">
                <a:solidFill>
                  <a:srgbClr val="294171"/>
                </a:solidFill>
              </a:rPr>
              <a:t>('a') kan je het codepoint</a:t>
            </a:r>
            <a:br>
              <a:rPr lang="nl-NL" sz="2000" kern="0" dirty="0">
                <a:solidFill>
                  <a:srgbClr val="294171"/>
                </a:solidFill>
              </a:rPr>
            </a:br>
            <a:r>
              <a:rPr lang="nl-NL" sz="2000" kern="0" dirty="0">
                <a:solidFill>
                  <a:srgbClr val="294171"/>
                </a:solidFill>
              </a:rPr>
              <a:t>van de letter ‘a’ achterhalen:</a:t>
            </a:r>
          </a:p>
          <a:p>
            <a:pPr marL="34290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endParaRPr lang="nl-NL" sz="2000" kern="0" dirty="0">
              <a:solidFill>
                <a:srgbClr val="294171"/>
              </a:solidFill>
            </a:endParaRPr>
          </a:p>
          <a:p>
            <a:pPr marL="34290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endParaRPr lang="nl-NL" sz="2000" kern="0" dirty="0">
              <a:solidFill>
                <a:srgbClr val="294171"/>
              </a:solidFill>
            </a:endParaRPr>
          </a:p>
          <a:p>
            <a:pPr marL="34290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nl-NL" sz="2000" kern="0" dirty="0">
                <a:solidFill>
                  <a:srgbClr val="294171"/>
                </a:solidFill>
              </a:rPr>
              <a:t>Functie </a:t>
            </a:r>
            <a:r>
              <a:rPr lang="nl-NL" sz="2000" kern="0" dirty="0" err="1">
                <a:solidFill>
                  <a:srgbClr val="294171"/>
                </a:solidFill>
              </a:rPr>
              <a:t>chr</a:t>
            </a:r>
            <a:r>
              <a:rPr lang="nl-NL" sz="2000" kern="0" dirty="0">
                <a:solidFill>
                  <a:srgbClr val="294171"/>
                </a:solidFill>
              </a:rPr>
              <a:t>(33) geeft je het </a:t>
            </a:r>
            <a:br>
              <a:rPr lang="nl-NL" sz="2000" kern="0" dirty="0">
                <a:solidFill>
                  <a:srgbClr val="294171"/>
                </a:solidFill>
              </a:rPr>
            </a:br>
            <a:r>
              <a:rPr lang="nl-NL" sz="2000" kern="0" dirty="0">
                <a:solidFill>
                  <a:srgbClr val="294171"/>
                </a:solidFill>
              </a:rPr>
              <a:t>teken dat bij codepoint 33 hoort</a:t>
            </a:r>
          </a:p>
          <a:p>
            <a:pPr marL="34290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endParaRPr lang="nl-NL" sz="2000" kern="0" dirty="0">
              <a:solidFill>
                <a:srgbClr val="294171"/>
              </a:solidFill>
            </a:endParaRPr>
          </a:p>
          <a:p>
            <a:pPr marL="34290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endParaRPr lang="nl-NL" sz="2000" kern="0" dirty="0">
              <a:solidFill>
                <a:srgbClr val="294171"/>
              </a:solidFill>
            </a:endParaRPr>
          </a:p>
          <a:p>
            <a:pPr marL="34290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nl-NL" sz="2000" kern="0" dirty="0">
                <a:solidFill>
                  <a:srgbClr val="294171"/>
                </a:solidFill>
              </a:rPr>
              <a:t>Omdat elk teken een codepoint heeft (en </a:t>
            </a:r>
            <a:br>
              <a:rPr lang="nl-NL" sz="2000" kern="0" dirty="0">
                <a:solidFill>
                  <a:srgbClr val="294171"/>
                </a:solidFill>
              </a:rPr>
            </a:br>
            <a:r>
              <a:rPr lang="nl-NL" sz="2000" kern="0" dirty="0">
                <a:solidFill>
                  <a:srgbClr val="294171"/>
                </a:solidFill>
              </a:rPr>
              <a:t>de letters niet toevallig op alfabetische</a:t>
            </a:r>
            <a:br>
              <a:rPr lang="nl-NL" sz="2000" kern="0" dirty="0">
                <a:solidFill>
                  <a:srgbClr val="294171"/>
                </a:solidFill>
              </a:rPr>
            </a:br>
            <a:r>
              <a:rPr lang="nl-NL" sz="2000" kern="0" dirty="0">
                <a:solidFill>
                  <a:srgbClr val="294171"/>
                </a:solidFill>
              </a:rPr>
              <a:t>volgorde…), kan je strings ook vergelijken:</a:t>
            </a:r>
          </a:p>
          <a:p>
            <a:pPr marL="34290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endParaRPr lang="nl-NL" sz="2000" kern="0" dirty="0">
              <a:solidFill>
                <a:srgbClr val="294171"/>
              </a:solidFill>
            </a:endParaRPr>
          </a:p>
          <a:p>
            <a:pPr marL="34290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endParaRPr lang="nl-NL" sz="2000" kern="0" dirty="0">
              <a:solidFill>
                <a:srgbClr val="294171"/>
              </a:solidFill>
            </a:endParaRPr>
          </a:p>
          <a:p>
            <a:pPr marL="34290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nl-NL" sz="2000" kern="0" dirty="0" err="1">
                <a:solidFill>
                  <a:srgbClr val="294171"/>
                </a:solidFill>
              </a:rPr>
              <a:t>Unicode</a:t>
            </a:r>
            <a:r>
              <a:rPr lang="nl-NL" sz="2000" kern="0" dirty="0">
                <a:solidFill>
                  <a:srgbClr val="294171"/>
                </a:solidFill>
              </a:rPr>
              <a:t>-tekens in een string opnemen: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D989E7E5-3AD5-6AB2-8785-87C616A54B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6603" y="4358071"/>
            <a:ext cx="4764446" cy="36933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NL" altLang="nl-NL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NL" altLang="nl-NL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NL" altLang="nl-NL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mango"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nl-NL" altLang="nl-NL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mangaan"</a:t>
            </a:r>
            <a:r>
              <a:rPr kumimoji="0" lang="nl-NL" altLang="nl-NL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	# True </a:t>
            </a:r>
            <a:endParaRPr kumimoji="0" lang="nl-NL" altLang="nl-NL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481B43CB-AE58-C766-5B7D-6B35CC4791AD}"/>
              </a:ext>
            </a:extLst>
          </p:cNvPr>
          <p:cNvSpPr txBox="1"/>
          <p:nvPr/>
        </p:nvSpPr>
        <p:spPr>
          <a:xfrm>
            <a:off x="5816603" y="3105834"/>
            <a:ext cx="480064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nl-NL" altLang="nl-NL" sz="18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NL" altLang="nl-NL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 </a:t>
            </a:r>
            <a:r>
              <a:rPr kumimoji="0" lang="nl-NL" altLang="nl-NL" sz="1800" b="0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chr</a:t>
            </a:r>
            <a:r>
              <a:rPr kumimoji="0" lang="nl-NL" altLang="nl-NL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 </a:t>
            </a:r>
            <a:r>
              <a:rPr kumimoji="0" lang="nl-NL" altLang="nl-NL" sz="18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33 </a:t>
            </a:r>
            <a:r>
              <a:rPr kumimoji="0" lang="nl-NL" altLang="nl-NL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 )		# '!'</a:t>
            </a:r>
            <a:br>
              <a:rPr kumimoji="0" lang="nl-NL" altLang="nl-NL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sz="18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NL" altLang="nl-NL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 </a:t>
            </a:r>
            <a:r>
              <a:rPr kumimoji="0" lang="nl-NL" altLang="nl-NL" sz="1800" b="0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chr</a:t>
            </a:r>
            <a:r>
              <a:rPr kumimoji="0" lang="nl-NL" altLang="nl-NL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 </a:t>
            </a:r>
            <a:r>
              <a:rPr kumimoji="0" lang="nl-NL" altLang="nl-NL" sz="18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97 </a:t>
            </a:r>
            <a:r>
              <a:rPr kumimoji="0" lang="nl-NL" altLang="nl-NL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 )		# 'a'</a:t>
            </a:r>
            <a:endParaRPr lang="nl-NL" dirty="0"/>
          </a:p>
        </p:txBody>
      </p:sp>
      <p:sp>
        <p:nvSpPr>
          <p:cNvPr id="9" name="Tekstvak 8">
            <a:extLst>
              <a:ext uri="{FF2B5EF4-FFF2-40B4-BE49-F238E27FC236}">
                <a16:creationId xmlns:a16="http://schemas.microsoft.com/office/drawing/2014/main" id="{4095DFD7-EFD3-74F4-5916-64C636F8BB6C}"/>
              </a:ext>
            </a:extLst>
          </p:cNvPr>
          <p:cNvSpPr txBox="1"/>
          <p:nvPr/>
        </p:nvSpPr>
        <p:spPr>
          <a:xfrm>
            <a:off x="5816603" y="1853597"/>
            <a:ext cx="49082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nl-NL" altLang="nl-NL" sz="18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NL" altLang="nl-NL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 </a:t>
            </a:r>
            <a:r>
              <a:rPr kumimoji="0" lang="nl-NL" altLang="nl-NL" sz="1800" b="0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ord</a:t>
            </a:r>
            <a:r>
              <a:rPr kumimoji="0" lang="nl-NL" altLang="nl-NL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NL" altLang="nl-NL" sz="18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'A'</a:t>
            </a:r>
            <a:r>
              <a:rPr kumimoji="0" lang="nl-NL" altLang="nl-NL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 )		# 65</a:t>
            </a:r>
            <a:br>
              <a:rPr kumimoji="0" lang="nl-NL" altLang="nl-NL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sz="18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NL" altLang="nl-NL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 </a:t>
            </a:r>
            <a:r>
              <a:rPr kumimoji="0" lang="nl-NL" altLang="nl-NL" sz="1800" b="0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ord</a:t>
            </a:r>
            <a:r>
              <a:rPr kumimoji="0" lang="nl-NL" altLang="nl-NL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NL" altLang="nl-NL" sz="18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'a'</a:t>
            </a:r>
            <a:r>
              <a:rPr kumimoji="0" lang="nl-NL" altLang="nl-NL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 )		# 97</a:t>
            </a:r>
            <a:endParaRPr lang="nl-NL" dirty="0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2E0FA2B7-6ED2-40BF-D771-804F68BD67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6603" y="5608471"/>
            <a:ext cx="5214070" cy="64633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boodschap =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Consolas" panose="020B0609020204030204" pitchFamily="49" charset="0"/>
              </a:rPr>
              <a:t>\u4F60 \u597D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	</a:t>
            </a:r>
            <a:br>
              <a:rPr kumimoji="0" lang="nl-NL" altLang="nl-NL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</a:b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(boodschap)		</a:t>
            </a:r>
            <a:r>
              <a:rPr lang="nl-NL" altLang="nl-NL" dirty="0">
                <a:latin typeface="Consolas" panose="020B0609020204030204" pitchFamily="49" charset="0"/>
              </a:rPr>
              <a:t># </a:t>
            </a:r>
            <a:r>
              <a:rPr lang="ja-JP" altLang="nl-NL" b="1" dirty="0">
                <a:latin typeface="Consolas" panose="020B0609020204030204" pitchFamily="49" charset="0"/>
              </a:rPr>
              <a:t>你 好</a:t>
            </a:r>
            <a:endParaRPr kumimoji="0" lang="nl-NL" altLang="nl-NL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5043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D712648-A749-4D8F-BF8D-320A30BE0286}"/>
              </a:ext>
            </a:extLst>
          </p:cNvPr>
          <p:cNvSpPr txBox="1">
            <a:spLocks/>
          </p:cNvSpPr>
          <p:nvPr/>
        </p:nvSpPr>
        <p:spPr bwMode="auto">
          <a:xfrm>
            <a:off x="709358" y="0"/>
            <a:ext cx="7772400" cy="147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Oefening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" name="TextBox 15">
            <a:extLst>
              <a:ext uri="{FF2B5EF4-FFF2-40B4-BE49-F238E27FC236}">
                <a16:creationId xmlns:a16="http://schemas.microsoft.com/office/drawing/2014/main" id="{4BE06C53-7688-498D-B6CC-39020F2B65C3}"/>
              </a:ext>
            </a:extLst>
          </p:cNvPr>
          <p:cNvSpPr txBox="1"/>
          <p:nvPr/>
        </p:nvSpPr>
        <p:spPr bwMode="auto">
          <a:xfrm>
            <a:off x="709358" y="1814897"/>
            <a:ext cx="393248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nl-NL" sz="2000" kern="0" dirty="0">
                <a:solidFill>
                  <a:srgbClr val="294171"/>
                </a:solidFill>
              </a:rPr>
              <a:t>Maak oefening PROG9.1 op Canvas!</a:t>
            </a:r>
            <a:endParaRPr lang="nl-NL" sz="2000" b="1" dirty="0"/>
          </a:p>
        </p:txBody>
      </p:sp>
    </p:spTree>
    <p:extLst>
      <p:ext uri="{BB962C8B-B14F-4D97-AF65-F5344CB8AC3E}">
        <p14:creationId xmlns:p14="http://schemas.microsoft.com/office/powerpoint/2010/main" val="33157788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45765D-1BBA-91ED-4108-2E00C0F7D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8F808396-D768-A081-D788-B3E035F880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7600" y="2703600"/>
            <a:ext cx="2210862" cy="2308324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NL" altLang="nl-NL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verander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x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10</a:t>
            </a:r>
            <a:b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</a:br>
            <a:b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</a:br>
            <a:b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x =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5</a:t>
            </a:r>
            <a:b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(x)</a:t>
            </a:r>
            <a:b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verander(x)</a:t>
            </a:r>
            <a:b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(x)</a:t>
            </a:r>
            <a:endParaRPr kumimoji="0" lang="nl-NL" altLang="nl-NL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1" name="Ovaal 10">
            <a:extLst>
              <a:ext uri="{FF2B5EF4-FFF2-40B4-BE49-F238E27FC236}">
                <a16:creationId xmlns:a16="http://schemas.microsoft.com/office/drawing/2014/main" id="{EF2BD0ED-639D-EA07-334B-02B285E2BA97}"/>
              </a:ext>
            </a:extLst>
          </p:cNvPr>
          <p:cNvSpPr/>
          <p:nvPr/>
        </p:nvSpPr>
        <p:spPr>
          <a:xfrm>
            <a:off x="906687" y="2505122"/>
            <a:ext cx="4306783" cy="2678538"/>
          </a:xfrm>
          <a:prstGeom prst="ellipse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Ovaal 9">
            <a:extLst>
              <a:ext uri="{FF2B5EF4-FFF2-40B4-BE49-F238E27FC236}">
                <a16:creationId xmlns:a16="http://schemas.microsoft.com/office/drawing/2014/main" id="{9570E889-0393-1412-2A20-86B912CA4CDF}"/>
              </a:ext>
            </a:extLst>
          </p:cNvPr>
          <p:cNvSpPr/>
          <p:nvPr/>
        </p:nvSpPr>
        <p:spPr>
          <a:xfrm>
            <a:off x="2853604" y="2844552"/>
            <a:ext cx="2057400" cy="1762554"/>
          </a:xfrm>
          <a:prstGeom prst="ellipse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cxnSp>
        <p:nvCxnSpPr>
          <p:cNvPr id="26" name="Rechte verbindingslijn met pijl 25">
            <a:extLst>
              <a:ext uri="{FF2B5EF4-FFF2-40B4-BE49-F238E27FC236}">
                <a16:creationId xmlns:a16="http://schemas.microsoft.com/office/drawing/2014/main" id="{0149CEEC-F505-F6BB-ECF9-DE367A918029}"/>
              </a:ext>
            </a:extLst>
          </p:cNvPr>
          <p:cNvCxnSpPr/>
          <p:nvPr/>
        </p:nvCxnSpPr>
        <p:spPr>
          <a:xfrm>
            <a:off x="6867525" y="2908495"/>
            <a:ext cx="68580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Rechte verbindingslijn met pijl 26">
            <a:extLst>
              <a:ext uri="{FF2B5EF4-FFF2-40B4-BE49-F238E27FC236}">
                <a16:creationId xmlns:a16="http://schemas.microsoft.com/office/drawing/2014/main" id="{AB755D16-8BDF-7BAF-A60A-15119D2B7F2F}"/>
              </a:ext>
            </a:extLst>
          </p:cNvPr>
          <p:cNvCxnSpPr/>
          <p:nvPr/>
        </p:nvCxnSpPr>
        <p:spPr>
          <a:xfrm>
            <a:off x="6867525" y="3175195"/>
            <a:ext cx="68580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Rechte verbindingslijn met pijl 23">
            <a:extLst>
              <a:ext uri="{FF2B5EF4-FFF2-40B4-BE49-F238E27FC236}">
                <a16:creationId xmlns:a16="http://schemas.microsoft.com/office/drawing/2014/main" id="{A757E928-A5F1-EA37-1902-8FA306A8476F}"/>
              </a:ext>
            </a:extLst>
          </p:cNvPr>
          <p:cNvCxnSpPr/>
          <p:nvPr/>
        </p:nvCxnSpPr>
        <p:spPr>
          <a:xfrm>
            <a:off x="6867525" y="4280095"/>
            <a:ext cx="68580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itle 1">
            <a:extLst>
              <a:ext uri="{FF2B5EF4-FFF2-40B4-BE49-F238E27FC236}">
                <a16:creationId xmlns:a16="http://schemas.microsoft.com/office/drawing/2014/main" id="{85174EA0-88B8-FEA3-68B9-81F84E9DA3A5}"/>
              </a:ext>
            </a:extLst>
          </p:cNvPr>
          <p:cNvSpPr txBox="1">
            <a:spLocks/>
          </p:cNvSpPr>
          <p:nvPr/>
        </p:nvSpPr>
        <p:spPr bwMode="auto">
          <a:xfrm>
            <a:off x="709358" y="0"/>
            <a:ext cx="9080662" cy="146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Namespaces</a:t>
            </a:r>
            <a:r>
              <a:rPr lang="en-US" sz="3600" b="1" kern="0" dirty="0">
                <a:solidFill>
                  <a:prstClr val="black"/>
                </a:solidFill>
              </a:rPr>
              <a:t> (</a:t>
            </a:r>
            <a:r>
              <a:rPr lang="en-US" sz="3600" b="1" kern="0" dirty="0" err="1">
                <a:solidFill>
                  <a:prstClr val="black"/>
                </a:solidFill>
              </a:rPr>
              <a:t>terugblik</a:t>
            </a:r>
            <a:r>
              <a:rPr lang="en-US" sz="3600" b="1" kern="0" dirty="0">
                <a:solidFill>
                  <a:prstClr val="black"/>
                </a:solidFill>
              </a:rPr>
              <a:t>)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" name="TextBox 22">
            <a:extLst>
              <a:ext uri="{FF2B5EF4-FFF2-40B4-BE49-F238E27FC236}">
                <a16:creationId xmlns:a16="http://schemas.microsoft.com/office/drawing/2014/main" id="{BB03D2A5-0575-AE47-A4FF-7494C46ED086}"/>
              </a:ext>
            </a:extLst>
          </p:cNvPr>
          <p:cNvSpPr txBox="1"/>
          <p:nvPr/>
        </p:nvSpPr>
        <p:spPr bwMode="auto">
          <a:xfrm>
            <a:off x="424808" y="1658738"/>
            <a:ext cx="6433192" cy="677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nl-NL" kern="0" dirty="0">
                <a:solidFill>
                  <a:srgbClr val="294171"/>
                </a:solidFill>
              </a:rPr>
              <a:t>Parameters verwijzen naar de oorspronkelijke waarden:</a:t>
            </a:r>
          </a:p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endParaRPr lang="nl-NL" sz="2000" kern="0" dirty="0">
              <a:solidFill>
                <a:srgbClr val="294171"/>
              </a:solidFill>
            </a:endParaRPr>
          </a:p>
        </p:txBody>
      </p:sp>
      <p:sp>
        <p:nvSpPr>
          <p:cNvPr id="6" name="Tekstvak 5">
            <a:extLst>
              <a:ext uri="{FF2B5EF4-FFF2-40B4-BE49-F238E27FC236}">
                <a16:creationId xmlns:a16="http://schemas.microsoft.com/office/drawing/2014/main" id="{1E292B05-BD6A-9696-30E7-1388EACBCBF6}"/>
              </a:ext>
            </a:extLst>
          </p:cNvPr>
          <p:cNvSpPr txBox="1"/>
          <p:nvPr/>
        </p:nvSpPr>
        <p:spPr>
          <a:xfrm>
            <a:off x="10513920" y="2704517"/>
            <a:ext cx="1087530" cy="772108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lIns="108000" tIns="144000" rIns="108000" bIns="72000">
            <a:spAutoFit/>
          </a:bodyPr>
          <a:lstStyle/>
          <a:p>
            <a:r>
              <a:rPr lang="nl-NL" dirty="0">
                <a:highlight>
                  <a:srgbClr val="FFFF00"/>
                </a:highlight>
              </a:rPr>
              <a:t>5</a:t>
            </a:r>
          </a:p>
          <a:p>
            <a:r>
              <a:rPr lang="nl-NL" dirty="0">
                <a:highlight>
                  <a:srgbClr val="FFFF00"/>
                </a:highlight>
              </a:rPr>
              <a:t>5</a:t>
            </a: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594455F7-AF94-DE73-B827-976195DFA0BC}"/>
              </a:ext>
            </a:extLst>
          </p:cNvPr>
          <p:cNvSpPr txBox="1"/>
          <p:nvPr/>
        </p:nvSpPr>
        <p:spPr>
          <a:xfrm>
            <a:off x="10700358" y="2587489"/>
            <a:ext cx="608017" cy="285188"/>
          </a:xfrm>
          <a:prstGeom prst="rect">
            <a:avLst/>
          </a:prstGeom>
          <a:solidFill>
            <a:schemeClr val="bg1"/>
          </a:solidFill>
        </p:spPr>
        <p:txBody>
          <a:bodyPr wrap="square" lIns="36000" tIns="0" rIns="0" bIns="0" rtlCol="0">
            <a:spAutoFit/>
          </a:bodyPr>
          <a:lstStyle/>
          <a:p>
            <a:pPr algn="ctr"/>
            <a:r>
              <a:rPr lang="nl-NL" sz="1400" dirty="0"/>
              <a:t>uitvoer</a:t>
            </a:r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E4692A65-B5C0-276D-A748-6DAF29E1342D}"/>
              </a:ext>
            </a:extLst>
          </p:cNvPr>
          <p:cNvSpPr/>
          <p:nvPr/>
        </p:nvSpPr>
        <p:spPr>
          <a:xfrm>
            <a:off x="1424854" y="3097685"/>
            <a:ext cx="485775" cy="457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x</a:t>
            </a:r>
          </a:p>
        </p:txBody>
      </p:sp>
      <p:sp>
        <p:nvSpPr>
          <p:cNvPr id="9" name="Rechthoek 8">
            <a:extLst>
              <a:ext uri="{FF2B5EF4-FFF2-40B4-BE49-F238E27FC236}">
                <a16:creationId xmlns:a16="http://schemas.microsoft.com/office/drawing/2014/main" id="{A88CE6D8-D7E1-2A6D-40A1-83A2F28B18F7}"/>
              </a:ext>
            </a:extLst>
          </p:cNvPr>
          <p:cNvSpPr/>
          <p:nvPr/>
        </p:nvSpPr>
        <p:spPr>
          <a:xfrm>
            <a:off x="3232808" y="3097685"/>
            <a:ext cx="485775" cy="457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x</a:t>
            </a:r>
          </a:p>
        </p:txBody>
      </p:sp>
      <p:sp>
        <p:nvSpPr>
          <p:cNvPr id="12" name="Rechthoek 11">
            <a:extLst>
              <a:ext uri="{FF2B5EF4-FFF2-40B4-BE49-F238E27FC236}">
                <a16:creationId xmlns:a16="http://schemas.microsoft.com/office/drawing/2014/main" id="{94A49080-B2DC-E8FF-26D0-186CF8916184}"/>
              </a:ext>
            </a:extLst>
          </p:cNvPr>
          <p:cNvSpPr/>
          <p:nvPr/>
        </p:nvSpPr>
        <p:spPr>
          <a:xfrm>
            <a:off x="2120179" y="4402610"/>
            <a:ext cx="485775" cy="4286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5</a:t>
            </a:r>
          </a:p>
        </p:txBody>
      </p:sp>
      <p:cxnSp>
        <p:nvCxnSpPr>
          <p:cNvPr id="14" name="Rechte verbindingslijn met pijl 13">
            <a:extLst>
              <a:ext uri="{FF2B5EF4-FFF2-40B4-BE49-F238E27FC236}">
                <a16:creationId xmlns:a16="http://schemas.microsoft.com/office/drawing/2014/main" id="{B02BA479-8A1C-8805-992B-49530F5C42F6}"/>
              </a:ext>
            </a:extLst>
          </p:cNvPr>
          <p:cNvCxnSpPr/>
          <p:nvPr/>
        </p:nvCxnSpPr>
        <p:spPr>
          <a:xfrm>
            <a:off x="6867525" y="3995172"/>
            <a:ext cx="68580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Rechte verbindingslijn met pijl 15">
            <a:extLst>
              <a:ext uri="{FF2B5EF4-FFF2-40B4-BE49-F238E27FC236}">
                <a16:creationId xmlns:a16="http://schemas.microsoft.com/office/drawing/2014/main" id="{E2BE6C8D-4831-B58F-724E-538C6CC2C349}"/>
              </a:ext>
            </a:extLst>
          </p:cNvPr>
          <p:cNvCxnSpPr>
            <a:endCxn id="12" idx="0"/>
          </p:cNvCxnSpPr>
          <p:nvPr/>
        </p:nvCxnSpPr>
        <p:spPr>
          <a:xfrm>
            <a:off x="1805854" y="3554885"/>
            <a:ext cx="438150" cy="84772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Rechte verbindingslijn met pijl 24">
            <a:extLst>
              <a:ext uri="{FF2B5EF4-FFF2-40B4-BE49-F238E27FC236}">
                <a16:creationId xmlns:a16="http://schemas.microsoft.com/office/drawing/2014/main" id="{B3DAA00D-6DC9-6EC3-5431-81F59026A1FB}"/>
              </a:ext>
            </a:extLst>
          </p:cNvPr>
          <p:cNvCxnSpPr/>
          <p:nvPr/>
        </p:nvCxnSpPr>
        <p:spPr>
          <a:xfrm>
            <a:off x="6867525" y="4538097"/>
            <a:ext cx="68580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Rechte verbindingslijn met pijl 27">
            <a:extLst>
              <a:ext uri="{FF2B5EF4-FFF2-40B4-BE49-F238E27FC236}">
                <a16:creationId xmlns:a16="http://schemas.microsoft.com/office/drawing/2014/main" id="{848A253F-76AA-7A42-B298-7B3C62B91E95}"/>
              </a:ext>
            </a:extLst>
          </p:cNvPr>
          <p:cNvCxnSpPr/>
          <p:nvPr/>
        </p:nvCxnSpPr>
        <p:spPr>
          <a:xfrm>
            <a:off x="6867525" y="4813495"/>
            <a:ext cx="68580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Rechte verbindingslijn met pijl 28">
            <a:extLst>
              <a:ext uri="{FF2B5EF4-FFF2-40B4-BE49-F238E27FC236}">
                <a16:creationId xmlns:a16="http://schemas.microsoft.com/office/drawing/2014/main" id="{38B3D0E4-881E-C9A8-277F-06F2276FA2C3}"/>
              </a:ext>
            </a:extLst>
          </p:cNvPr>
          <p:cNvCxnSpPr>
            <a:cxnSpLocks/>
          </p:cNvCxnSpPr>
          <p:nvPr/>
        </p:nvCxnSpPr>
        <p:spPr>
          <a:xfrm flipH="1">
            <a:off x="2474354" y="3553231"/>
            <a:ext cx="848309" cy="84937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hthoek 32">
            <a:extLst>
              <a:ext uri="{FF2B5EF4-FFF2-40B4-BE49-F238E27FC236}">
                <a16:creationId xmlns:a16="http://schemas.microsoft.com/office/drawing/2014/main" id="{A4F3B848-2AE0-245E-1560-26F51B8D642C}"/>
              </a:ext>
            </a:extLst>
          </p:cNvPr>
          <p:cNvSpPr/>
          <p:nvPr/>
        </p:nvSpPr>
        <p:spPr>
          <a:xfrm>
            <a:off x="3966233" y="3973985"/>
            <a:ext cx="485775" cy="4286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10</a:t>
            </a:r>
          </a:p>
        </p:txBody>
      </p:sp>
      <p:cxnSp>
        <p:nvCxnSpPr>
          <p:cNvPr id="34" name="Rechte verbindingslijn met pijl 33">
            <a:extLst>
              <a:ext uri="{FF2B5EF4-FFF2-40B4-BE49-F238E27FC236}">
                <a16:creationId xmlns:a16="http://schemas.microsoft.com/office/drawing/2014/main" id="{33F93370-E947-EE37-3EBC-316D5829D2C9}"/>
              </a:ext>
            </a:extLst>
          </p:cNvPr>
          <p:cNvCxnSpPr>
            <a:cxnSpLocks/>
            <a:endCxn id="33" idx="0"/>
          </p:cNvCxnSpPr>
          <p:nvPr/>
        </p:nvCxnSpPr>
        <p:spPr>
          <a:xfrm>
            <a:off x="3718583" y="3553231"/>
            <a:ext cx="490538" cy="42075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kstvak 38">
            <a:extLst>
              <a:ext uri="{FF2B5EF4-FFF2-40B4-BE49-F238E27FC236}">
                <a16:creationId xmlns:a16="http://schemas.microsoft.com/office/drawing/2014/main" id="{D580117C-E51D-291E-1AAB-89F29BB76E8F}"/>
              </a:ext>
            </a:extLst>
          </p:cNvPr>
          <p:cNvSpPr txBox="1"/>
          <p:nvPr/>
        </p:nvSpPr>
        <p:spPr>
          <a:xfrm>
            <a:off x="424808" y="5989651"/>
            <a:ext cx="86048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nl-NL" sz="1800" kern="0" dirty="0">
                <a:solidFill>
                  <a:srgbClr val="294171"/>
                </a:solidFill>
              </a:rPr>
              <a:t>Overschrijven creëert enkel een nieuwe waarde in de functie </a:t>
            </a:r>
            <a:r>
              <a:rPr lang="nl-NL" sz="1800" kern="0" dirty="0" err="1">
                <a:solidFill>
                  <a:srgbClr val="294171"/>
                </a:solidFill>
              </a:rPr>
              <a:t>namespace</a:t>
            </a:r>
            <a:r>
              <a:rPr lang="nl-NL" sz="1800" kern="0" dirty="0">
                <a:solidFill>
                  <a:srgbClr val="294171"/>
                </a:solidFill>
              </a:rPr>
              <a:t>!</a:t>
            </a:r>
          </a:p>
        </p:txBody>
      </p:sp>
      <p:sp>
        <p:nvSpPr>
          <p:cNvPr id="40" name="Bijschrift: lijn 39">
            <a:extLst>
              <a:ext uri="{FF2B5EF4-FFF2-40B4-BE49-F238E27FC236}">
                <a16:creationId xmlns:a16="http://schemas.microsoft.com/office/drawing/2014/main" id="{7D2C50BC-54B9-33F7-AEE5-0B5D2BBD5DDC}"/>
              </a:ext>
            </a:extLst>
          </p:cNvPr>
          <p:cNvSpPr/>
          <p:nvPr/>
        </p:nvSpPr>
        <p:spPr>
          <a:xfrm>
            <a:off x="366736" y="5228695"/>
            <a:ext cx="1844496" cy="338554"/>
          </a:xfrm>
          <a:prstGeom prst="borderCallout1">
            <a:avLst>
              <a:gd name="adj1" fmla="val -11789"/>
              <a:gd name="adj2" fmla="val 16561"/>
              <a:gd name="adj3" fmla="val -192390"/>
              <a:gd name="adj4" fmla="val 55192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nl-NL" sz="1600" b="1" kern="0" dirty="0">
                <a:solidFill>
                  <a:srgbClr val="294171"/>
                </a:solidFill>
              </a:rPr>
              <a:t>Global </a:t>
            </a:r>
            <a:r>
              <a:rPr lang="nl-NL" sz="1600" b="1" kern="0" dirty="0" err="1">
                <a:solidFill>
                  <a:srgbClr val="294171"/>
                </a:solidFill>
              </a:rPr>
              <a:t>namespace</a:t>
            </a:r>
            <a:endParaRPr lang="nl-NL" sz="1600" b="1" kern="0" dirty="0">
              <a:solidFill>
                <a:srgbClr val="294171"/>
              </a:solidFill>
            </a:endParaRPr>
          </a:p>
        </p:txBody>
      </p:sp>
      <p:sp>
        <p:nvSpPr>
          <p:cNvPr id="13" name="Bijschrift: lijn 12">
            <a:extLst>
              <a:ext uri="{FF2B5EF4-FFF2-40B4-BE49-F238E27FC236}">
                <a16:creationId xmlns:a16="http://schemas.microsoft.com/office/drawing/2014/main" id="{FDCDA6A3-8149-91AE-7279-03CBB85B51A5}"/>
              </a:ext>
            </a:extLst>
          </p:cNvPr>
          <p:cNvSpPr/>
          <p:nvPr/>
        </p:nvSpPr>
        <p:spPr>
          <a:xfrm>
            <a:off x="4480347" y="2300237"/>
            <a:ext cx="1844496" cy="338554"/>
          </a:xfrm>
          <a:prstGeom prst="borderCallout1">
            <a:avLst>
              <a:gd name="adj1" fmla="val 114816"/>
              <a:gd name="adj2" fmla="val 31537"/>
              <a:gd name="adj3" fmla="val 243840"/>
              <a:gd name="adj4" fmla="val -933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nl-NL" sz="1600" b="1" kern="0" dirty="0">
                <a:solidFill>
                  <a:srgbClr val="294171"/>
                </a:solidFill>
              </a:rPr>
              <a:t>Functie </a:t>
            </a:r>
            <a:r>
              <a:rPr lang="nl-NL" sz="1600" b="1" kern="0" dirty="0" err="1">
                <a:solidFill>
                  <a:srgbClr val="294171"/>
                </a:solidFill>
              </a:rPr>
              <a:t>namespace</a:t>
            </a:r>
            <a:endParaRPr lang="nl-NL" sz="1600" b="1" kern="0" dirty="0">
              <a:solidFill>
                <a:srgbClr val="29417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9285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5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0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500"/>
                            </p:stCondLst>
                            <p:childTnLst>
                              <p:par>
                                <p:cTn id="5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000"/>
                            </p:stCondLst>
                            <p:childTnLst>
                              <p:par>
                                <p:cTn id="74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500"/>
                            </p:stCondLst>
                            <p:childTnLst>
                              <p:par>
                                <p:cTn id="8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7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1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5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6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1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500"/>
                            </p:stCondLst>
                            <p:childTnLst>
                              <p:par>
                                <p:cTn id="1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1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  <p:bldP spid="8" grpId="0" animBg="1"/>
      <p:bldP spid="9" grpId="0" animBg="1"/>
      <p:bldP spid="9" grpId="1" animBg="1"/>
      <p:bldP spid="12" grpId="0" animBg="1"/>
      <p:bldP spid="33" grpId="0" animBg="1"/>
      <p:bldP spid="33" grpId="1" animBg="1"/>
      <p:bldP spid="39" grpId="0"/>
      <p:bldP spid="13" grpId="0" animBg="1"/>
      <p:bldP spid="13" grpId="1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38F46-952C-B01A-69B3-5747C3479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vaal 10">
            <a:extLst>
              <a:ext uri="{FF2B5EF4-FFF2-40B4-BE49-F238E27FC236}">
                <a16:creationId xmlns:a16="http://schemas.microsoft.com/office/drawing/2014/main" id="{2E15778C-34F2-B9A5-6989-6BC0BAAEB297}"/>
              </a:ext>
            </a:extLst>
          </p:cNvPr>
          <p:cNvSpPr/>
          <p:nvPr/>
        </p:nvSpPr>
        <p:spPr>
          <a:xfrm>
            <a:off x="906687" y="2505122"/>
            <a:ext cx="4306783" cy="2678538"/>
          </a:xfrm>
          <a:prstGeom prst="ellipse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Ovaal 9">
            <a:extLst>
              <a:ext uri="{FF2B5EF4-FFF2-40B4-BE49-F238E27FC236}">
                <a16:creationId xmlns:a16="http://schemas.microsoft.com/office/drawing/2014/main" id="{38D7B1C9-BAD2-9952-AE5E-BBEF1C1E5FA4}"/>
              </a:ext>
            </a:extLst>
          </p:cNvPr>
          <p:cNvSpPr/>
          <p:nvPr/>
        </p:nvSpPr>
        <p:spPr>
          <a:xfrm>
            <a:off x="2853604" y="2844552"/>
            <a:ext cx="2057400" cy="1762554"/>
          </a:xfrm>
          <a:prstGeom prst="ellipse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cxnSp>
        <p:nvCxnSpPr>
          <p:cNvPr id="26" name="Rechte verbindingslijn met pijl 25">
            <a:extLst>
              <a:ext uri="{FF2B5EF4-FFF2-40B4-BE49-F238E27FC236}">
                <a16:creationId xmlns:a16="http://schemas.microsoft.com/office/drawing/2014/main" id="{9FC897CE-C088-1DE6-A5B8-62CFCAF9455D}"/>
              </a:ext>
            </a:extLst>
          </p:cNvPr>
          <p:cNvCxnSpPr/>
          <p:nvPr/>
        </p:nvCxnSpPr>
        <p:spPr>
          <a:xfrm>
            <a:off x="6870889" y="2902833"/>
            <a:ext cx="68580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Rechte verbindingslijn met pijl 26">
            <a:extLst>
              <a:ext uri="{FF2B5EF4-FFF2-40B4-BE49-F238E27FC236}">
                <a16:creationId xmlns:a16="http://schemas.microsoft.com/office/drawing/2014/main" id="{D20C0F46-253D-E3CD-5814-2D8D1CA9AF25}"/>
              </a:ext>
            </a:extLst>
          </p:cNvPr>
          <p:cNvCxnSpPr/>
          <p:nvPr/>
        </p:nvCxnSpPr>
        <p:spPr>
          <a:xfrm>
            <a:off x="6870889" y="3179058"/>
            <a:ext cx="68580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Rechte verbindingslijn met pijl 23">
            <a:extLst>
              <a:ext uri="{FF2B5EF4-FFF2-40B4-BE49-F238E27FC236}">
                <a16:creationId xmlns:a16="http://schemas.microsoft.com/office/drawing/2014/main" id="{DD5A9B24-458D-5188-0452-6AFC0CBF55AF}"/>
              </a:ext>
            </a:extLst>
          </p:cNvPr>
          <p:cNvCxnSpPr/>
          <p:nvPr/>
        </p:nvCxnSpPr>
        <p:spPr>
          <a:xfrm>
            <a:off x="6870889" y="4560183"/>
            <a:ext cx="68580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itle 1">
            <a:extLst>
              <a:ext uri="{FF2B5EF4-FFF2-40B4-BE49-F238E27FC236}">
                <a16:creationId xmlns:a16="http://schemas.microsoft.com/office/drawing/2014/main" id="{74F447DC-03A1-4388-8A4F-59D77E437D1D}"/>
              </a:ext>
            </a:extLst>
          </p:cNvPr>
          <p:cNvSpPr txBox="1">
            <a:spLocks/>
          </p:cNvSpPr>
          <p:nvPr/>
        </p:nvSpPr>
        <p:spPr bwMode="auto">
          <a:xfrm>
            <a:off x="709358" y="0"/>
            <a:ext cx="9080662" cy="146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sz="36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Globale</a:t>
            </a: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  <a:r>
              <a:rPr kumimoji="0" lang="en-US" sz="36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variabelen</a:t>
            </a: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  <a:r>
              <a:rPr kumimoji="0" lang="en-US" sz="36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wijzigen</a:t>
            </a: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  <a:r>
              <a:rPr lang="en-US" sz="2000" b="1" kern="0" dirty="0">
                <a:solidFill>
                  <a:prstClr val="black"/>
                </a:solidFill>
              </a:rPr>
              <a:t>(§8.3.2)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" name="TextBox 22">
            <a:extLst>
              <a:ext uri="{FF2B5EF4-FFF2-40B4-BE49-F238E27FC236}">
                <a16:creationId xmlns:a16="http://schemas.microsoft.com/office/drawing/2014/main" id="{D841B3D4-94D4-50C3-545D-25801E6AFD45}"/>
              </a:ext>
            </a:extLst>
          </p:cNvPr>
          <p:cNvSpPr txBox="1"/>
          <p:nvPr/>
        </p:nvSpPr>
        <p:spPr bwMode="auto">
          <a:xfrm>
            <a:off x="424807" y="1489461"/>
            <a:ext cx="10278915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nl-NL" sz="2000" kern="0" dirty="0">
                <a:solidFill>
                  <a:srgbClr val="294171"/>
                </a:solidFill>
              </a:rPr>
              <a:t>Als je toch een globale variabele wilt wijzigen gebruik je in een functie het </a:t>
            </a:r>
            <a:r>
              <a:rPr lang="nl-NL" sz="2000" kern="0" dirty="0" err="1">
                <a:solidFill>
                  <a:srgbClr val="294171"/>
                </a:solidFill>
              </a:rPr>
              <a:t>keyword</a:t>
            </a:r>
            <a:r>
              <a:rPr lang="nl-NL" sz="2000" kern="0" dirty="0">
                <a:solidFill>
                  <a:srgbClr val="294171"/>
                </a:solidFill>
              </a:rPr>
              <a:t> ‘</a:t>
            </a:r>
            <a:r>
              <a:rPr lang="nl-NL" sz="2000" kern="0" dirty="0" err="1">
                <a:solidFill>
                  <a:srgbClr val="294171"/>
                </a:solidFill>
              </a:rPr>
              <a:t>global</a:t>
            </a:r>
            <a:r>
              <a:rPr lang="nl-NL" sz="2000" kern="0" dirty="0">
                <a:solidFill>
                  <a:srgbClr val="294171"/>
                </a:solidFill>
              </a:rPr>
              <a:t>’:</a:t>
            </a:r>
          </a:p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endParaRPr lang="nl-NL" sz="2000" kern="0" dirty="0">
              <a:solidFill>
                <a:srgbClr val="294171"/>
              </a:solidFill>
            </a:endParaRPr>
          </a:p>
        </p:txBody>
      </p:sp>
      <p:sp>
        <p:nvSpPr>
          <p:cNvPr id="6" name="Tekstvak 5">
            <a:extLst>
              <a:ext uri="{FF2B5EF4-FFF2-40B4-BE49-F238E27FC236}">
                <a16:creationId xmlns:a16="http://schemas.microsoft.com/office/drawing/2014/main" id="{90CBE26D-F383-AEAF-337C-ED750059B43D}"/>
              </a:ext>
            </a:extLst>
          </p:cNvPr>
          <p:cNvSpPr txBox="1"/>
          <p:nvPr/>
        </p:nvSpPr>
        <p:spPr>
          <a:xfrm>
            <a:off x="10517284" y="2702577"/>
            <a:ext cx="1082631" cy="772108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lIns="108000" tIns="144000" rIns="108000" bIns="72000">
            <a:spAutoFit/>
          </a:bodyPr>
          <a:lstStyle/>
          <a:p>
            <a:r>
              <a:rPr lang="nl-NL" dirty="0">
                <a:highlight>
                  <a:srgbClr val="FFFF00"/>
                </a:highlight>
              </a:rPr>
              <a:t>5</a:t>
            </a:r>
          </a:p>
          <a:p>
            <a:r>
              <a:rPr lang="nl-NL" dirty="0">
                <a:highlight>
                  <a:srgbClr val="FFFF00"/>
                </a:highlight>
              </a:rPr>
              <a:t>10</a:t>
            </a: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108C0EE1-961B-A7B3-C906-9CCB90C577CB}"/>
              </a:ext>
            </a:extLst>
          </p:cNvPr>
          <p:cNvSpPr txBox="1"/>
          <p:nvPr/>
        </p:nvSpPr>
        <p:spPr>
          <a:xfrm>
            <a:off x="10703722" y="2595074"/>
            <a:ext cx="608017" cy="285188"/>
          </a:xfrm>
          <a:prstGeom prst="rect">
            <a:avLst/>
          </a:prstGeom>
          <a:solidFill>
            <a:schemeClr val="bg1"/>
          </a:solidFill>
        </p:spPr>
        <p:txBody>
          <a:bodyPr wrap="square" lIns="36000" tIns="0" rIns="0" bIns="0" rtlCol="0">
            <a:spAutoFit/>
          </a:bodyPr>
          <a:lstStyle/>
          <a:p>
            <a:pPr algn="ctr"/>
            <a:r>
              <a:rPr lang="nl-NL" sz="1400" dirty="0"/>
              <a:t>uitvoer</a:t>
            </a:r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1AF056AB-1EBD-BE76-1C68-8AB557CFD6C8}"/>
              </a:ext>
            </a:extLst>
          </p:cNvPr>
          <p:cNvSpPr/>
          <p:nvPr/>
        </p:nvSpPr>
        <p:spPr>
          <a:xfrm>
            <a:off x="1424854" y="3097685"/>
            <a:ext cx="485775" cy="457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x</a:t>
            </a:r>
          </a:p>
        </p:txBody>
      </p:sp>
      <p:sp>
        <p:nvSpPr>
          <p:cNvPr id="12" name="Rechthoek 11">
            <a:extLst>
              <a:ext uri="{FF2B5EF4-FFF2-40B4-BE49-F238E27FC236}">
                <a16:creationId xmlns:a16="http://schemas.microsoft.com/office/drawing/2014/main" id="{A562563A-F526-B30A-09C7-CC5A243B66BF}"/>
              </a:ext>
            </a:extLst>
          </p:cNvPr>
          <p:cNvSpPr/>
          <p:nvPr/>
        </p:nvSpPr>
        <p:spPr>
          <a:xfrm>
            <a:off x="2120179" y="4402610"/>
            <a:ext cx="485775" cy="4286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5</a:t>
            </a:r>
          </a:p>
        </p:txBody>
      </p:sp>
      <p:cxnSp>
        <p:nvCxnSpPr>
          <p:cNvPr id="14" name="Rechte verbindingslijn met pijl 13">
            <a:extLst>
              <a:ext uri="{FF2B5EF4-FFF2-40B4-BE49-F238E27FC236}">
                <a16:creationId xmlns:a16="http://schemas.microsoft.com/office/drawing/2014/main" id="{1D315851-D271-CE7A-B0E0-BD481EEB0475}"/>
              </a:ext>
            </a:extLst>
          </p:cNvPr>
          <p:cNvCxnSpPr/>
          <p:nvPr/>
        </p:nvCxnSpPr>
        <p:spPr>
          <a:xfrm>
            <a:off x="6870889" y="4275260"/>
            <a:ext cx="68580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Rechte verbindingslijn met pijl 15">
            <a:extLst>
              <a:ext uri="{FF2B5EF4-FFF2-40B4-BE49-F238E27FC236}">
                <a16:creationId xmlns:a16="http://schemas.microsoft.com/office/drawing/2014/main" id="{FCEF78D8-43AA-5A80-0B94-B53F478CDB07}"/>
              </a:ext>
            </a:extLst>
          </p:cNvPr>
          <p:cNvCxnSpPr>
            <a:endCxn id="12" idx="0"/>
          </p:cNvCxnSpPr>
          <p:nvPr/>
        </p:nvCxnSpPr>
        <p:spPr>
          <a:xfrm>
            <a:off x="1805854" y="3554885"/>
            <a:ext cx="438150" cy="84772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Rechte verbindingslijn met pijl 24">
            <a:extLst>
              <a:ext uri="{FF2B5EF4-FFF2-40B4-BE49-F238E27FC236}">
                <a16:creationId xmlns:a16="http://schemas.microsoft.com/office/drawing/2014/main" id="{4AD6091B-0EBD-165F-C8F9-4F52E6868994}"/>
              </a:ext>
            </a:extLst>
          </p:cNvPr>
          <p:cNvCxnSpPr/>
          <p:nvPr/>
        </p:nvCxnSpPr>
        <p:spPr>
          <a:xfrm>
            <a:off x="6870889" y="4818185"/>
            <a:ext cx="68580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Rechte verbindingslijn met pijl 27">
            <a:extLst>
              <a:ext uri="{FF2B5EF4-FFF2-40B4-BE49-F238E27FC236}">
                <a16:creationId xmlns:a16="http://schemas.microsoft.com/office/drawing/2014/main" id="{220FF67E-D55E-23FC-4B9B-6E0B68D51EE8}"/>
              </a:ext>
            </a:extLst>
          </p:cNvPr>
          <p:cNvCxnSpPr/>
          <p:nvPr/>
        </p:nvCxnSpPr>
        <p:spPr>
          <a:xfrm>
            <a:off x="6870889" y="5093583"/>
            <a:ext cx="68580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kstvak 38">
            <a:extLst>
              <a:ext uri="{FF2B5EF4-FFF2-40B4-BE49-F238E27FC236}">
                <a16:creationId xmlns:a16="http://schemas.microsoft.com/office/drawing/2014/main" id="{5A0FB42A-9489-1786-D2F6-1E4535F88251}"/>
              </a:ext>
            </a:extLst>
          </p:cNvPr>
          <p:cNvSpPr txBox="1"/>
          <p:nvPr/>
        </p:nvSpPr>
        <p:spPr>
          <a:xfrm>
            <a:off x="424807" y="5900634"/>
            <a:ext cx="977646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nl-NL" sz="1800" kern="0" dirty="0">
                <a:solidFill>
                  <a:srgbClr val="294171"/>
                </a:solidFill>
              </a:rPr>
              <a:t>Geen nieuwe variabele in de functie-</a:t>
            </a:r>
            <a:r>
              <a:rPr lang="nl-NL" sz="1800" kern="0" dirty="0" err="1">
                <a:solidFill>
                  <a:srgbClr val="294171"/>
                </a:solidFill>
              </a:rPr>
              <a:t>namespace</a:t>
            </a:r>
            <a:r>
              <a:rPr lang="nl-NL" kern="0" dirty="0">
                <a:solidFill>
                  <a:srgbClr val="294171"/>
                </a:solidFill>
              </a:rPr>
              <a:t>!</a:t>
            </a:r>
          </a:p>
          <a:p>
            <a:pPr marL="34290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nl-NL" kern="0" dirty="0">
                <a:solidFill>
                  <a:srgbClr val="294171"/>
                </a:solidFill>
              </a:rPr>
              <a:t>Functie zoekt eerst in functie </a:t>
            </a:r>
            <a:r>
              <a:rPr lang="nl-NL" kern="0" dirty="0" err="1">
                <a:solidFill>
                  <a:srgbClr val="294171"/>
                </a:solidFill>
              </a:rPr>
              <a:t>namespace</a:t>
            </a:r>
            <a:r>
              <a:rPr lang="nl-NL" kern="0" dirty="0">
                <a:solidFill>
                  <a:srgbClr val="294171"/>
                </a:solidFill>
              </a:rPr>
              <a:t>, daarna in </a:t>
            </a:r>
            <a:r>
              <a:rPr lang="nl-NL" kern="0" dirty="0" err="1">
                <a:solidFill>
                  <a:srgbClr val="294171"/>
                </a:solidFill>
              </a:rPr>
              <a:t>global</a:t>
            </a:r>
            <a:r>
              <a:rPr lang="nl-NL" kern="0" dirty="0">
                <a:solidFill>
                  <a:srgbClr val="294171"/>
                </a:solidFill>
              </a:rPr>
              <a:t> </a:t>
            </a:r>
            <a:r>
              <a:rPr lang="nl-NL" kern="0" dirty="0" err="1">
                <a:solidFill>
                  <a:srgbClr val="294171"/>
                </a:solidFill>
              </a:rPr>
              <a:t>namespace</a:t>
            </a:r>
            <a:r>
              <a:rPr lang="nl-NL" kern="0" dirty="0">
                <a:solidFill>
                  <a:srgbClr val="294171"/>
                </a:solidFill>
              </a:rPr>
              <a:t>!</a:t>
            </a:r>
          </a:p>
        </p:txBody>
      </p:sp>
      <p:sp>
        <p:nvSpPr>
          <p:cNvPr id="40" name="Bijschrift: lijn 39">
            <a:extLst>
              <a:ext uri="{FF2B5EF4-FFF2-40B4-BE49-F238E27FC236}">
                <a16:creationId xmlns:a16="http://schemas.microsoft.com/office/drawing/2014/main" id="{97A31EF6-8790-A179-AF02-502143394F46}"/>
              </a:ext>
            </a:extLst>
          </p:cNvPr>
          <p:cNvSpPr/>
          <p:nvPr/>
        </p:nvSpPr>
        <p:spPr>
          <a:xfrm>
            <a:off x="366736" y="5228695"/>
            <a:ext cx="1844496" cy="338554"/>
          </a:xfrm>
          <a:prstGeom prst="borderCallout1">
            <a:avLst>
              <a:gd name="adj1" fmla="val -11789"/>
              <a:gd name="adj2" fmla="val 16561"/>
              <a:gd name="adj3" fmla="val -192390"/>
              <a:gd name="adj4" fmla="val 55192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nl-NL" sz="1600" b="1" kern="0" dirty="0">
                <a:solidFill>
                  <a:srgbClr val="294171"/>
                </a:solidFill>
              </a:rPr>
              <a:t>Global </a:t>
            </a:r>
            <a:r>
              <a:rPr lang="nl-NL" sz="1600" b="1" kern="0" dirty="0" err="1">
                <a:solidFill>
                  <a:srgbClr val="294171"/>
                </a:solidFill>
              </a:rPr>
              <a:t>namespace</a:t>
            </a:r>
            <a:endParaRPr lang="nl-NL" sz="1600" b="1" kern="0" dirty="0">
              <a:solidFill>
                <a:srgbClr val="294171"/>
              </a:solidFill>
            </a:endParaRPr>
          </a:p>
        </p:txBody>
      </p:sp>
      <p:sp>
        <p:nvSpPr>
          <p:cNvPr id="41" name="Bijschrift: lijn 40">
            <a:extLst>
              <a:ext uri="{FF2B5EF4-FFF2-40B4-BE49-F238E27FC236}">
                <a16:creationId xmlns:a16="http://schemas.microsoft.com/office/drawing/2014/main" id="{93ADE49F-FDF0-E1C6-108F-C168EE1F8C44}"/>
              </a:ext>
            </a:extLst>
          </p:cNvPr>
          <p:cNvSpPr/>
          <p:nvPr/>
        </p:nvSpPr>
        <p:spPr>
          <a:xfrm>
            <a:off x="4480347" y="2300237"/>
            <a:ext cx="1844496" cy="338554"/>
          </a:xfrm>
          <a:prstGeom prst="borderCallout1">
            <a:avLst>
              <a:gd name="adj1" fmla="val 114816"/>
              <a:gd name="adj2" fmla="val 31537"/>
              <a:gd name="adj3" fmla="val 243840"/>
              <a:gd name="adj4" fmla="val -933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nl-NL" sz="1600" b="1" kern="0" dirty="0">
                <a:solidFill>
                  <a:srgbClr val="294171"/>
                </a:solidFill>
              </a:rPr>
              <a:t>Functie </a:t>
            </a:r>
            <a:r>
              <a:rPr lang="nl-NL" sz="1600" b="1" kern="0" dirty="0" err="1">
                <a:solidFill>
                  <a:srgbClr val="294171"/>
                </a:solidFill>
              </a:rPr>
              <a:t>namespace</a:t>
            </a:r>
            <a:endParaRPr lang="nl-NL" sz="1600" b="1" kern="0" dirty="0">
              <a:solidFill>
                <a:srgbClr val="294171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CA0EAF2-76E8-2E6D-7EC6-6B021A9B92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5795" y="2702577"/>
            <a:ext cx="2084225" cy="2585323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NL" altLang="nl-NL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verander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():</a:t>
            </a:r>
            <a:b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NL" altLang="nl-NL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global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x</a:t>
            </a:r>
            <a:b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NL" altLang="nl-NL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10</a:t>
            </a:r>
            <a:b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</a:br>
            <a:endParaRPr kumimoji="0" lang="nl-NL" altLang="nl-NL" b="0" i="0" u="none" strike="noStrike" cap="none" normalizeH="0" baseline="0" dirty="0">
              <a:ln>
                <a:noFill/>
              </a:ln>
              <a:solidFill>
                <a:srgbClr val="1750EB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x =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5</a:t>
            </a:r>
            <a:b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(x)</a:t>
            </a:r>
            <a:b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verander()</a:t>
            </a:r>
            <a:b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(x)</a:t>
            </a:r>
            <a:endParaRPr kumimoji="0" lang="nl-NL" altLang="nl-NL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5" name="Rechte verbindingslijn met pijl 4">
            <a:extLst>
              <a:ext uri="{FF2B5EF4-FFF2-40B4-BE49-F238E27FC236}">
                <a16:creationId xmlns:a16="http://schemas.microsoft.com/office/drawing/2014/main" id="{94D789E6-B5EF-600F-2A1D-55DF532DF0E7}"/>
              </a:ext>
            </a:extLst>
          </p:cNvPr>
          <p:cNvCxnSpPr/>
          <p:nvPr/>
        </p:nvCxnSpPr>
        <p:spPr>
          <a:xfrm>
            <a:off x="6870889" y="3455283"/>
            <a:ext cx="68580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hthoek 12">
            <a:extLst>
              <a:ext uri="{FF2B5EF4-FFF2-40B4-BE49-F238E27FC236}">
                <a16:creationId xmlns:a16="http://schemas.microsoft.com/office/drawing/2014/main" id="{2F4D7B36-A120-A13B-F238-00BF83BA9E06}"/>
              </a:ext>
            </a:extLst>
          </p:cNvPr>
          <p:cNvSpPr/>
          <p:nvPr/>
        </p:nvSpPr>
        <p:spPr>
          <a:xfrm>
            <a:off x="2305917" y="2725410"/>
            <a:ext cx="485775" cy="4286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10</a:t>
            </a:r>
          </a:p>
        </p:txBody>
      </p:sp>
      <p:cxnSp>
        <p:nvCxnSpPr>
          <p:cNvPr id="15" name="Rechte verbindingslijn met pijl 14">
            <a:extLst>
              <a:ext uri="{FF2B5EF4-FFF2-40B4-BE49-F238E27FC236}">
                <a16:creationId xmlns:a16="http://schemas.microsoft.com/office/drawing/2014/main" id="{FB294BDB-91EE-E254-A8EE-A1B95775EAB9}"/>
              </a:ext>
            </a:extLst>
          </p:cNvPr>
          <p:cNvCxnSpPr>
            <a:cxnSpLocks/>
            <a:endCxn id="13" idx="1"/>
          </p:cNvCxnSpPr>
          <p:nvPr/>
        </p:nvCxnSpPr>
        <p:spPr>
          <a:xfrm flipV="1">
            <a:off x="1910629" y="2939723"/>
            <a:ext cx="395288" cy="30918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1596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5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0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00"/>
                            </p:stCondLst>
                            <p:childTnLst>
                              <p:par>
                                <p:cTn id="6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000"/>
                            </p:stCondLst>
                            <p:childTnLst>
                              <p:par>
                                <p:cTn id="7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500"/>
                            </p:stCondLst>
                            <p:childTnLst>
                              <p:par>
                                <p:cTn id="8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2000"/>
                            </p:stCondLst>
                            <p:childTnLst>
                              <p:par>
                                <p:cTn id="9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6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10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500"/>
                            </p:stCondLst>
                            <p:childTnLst>
                              <p:par>
                                <p:cTn id="10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  <p:bldP spid="8" grpId="0" animBg="1"/>
      <p:bldP spid="12" grpId="0" animBg="1"/>
      <p:bldP spid="12" grpId="1" animBg="1"/>
      <p:bldP spid="41" grpId="0" animBg="1"/>
      <p:bldP spid="41" grpId="1" animBg="1"/>
      <p:bldP spid="1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BDF48-2DB5-6609-C809-AA45D6962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itle 1">
            <a:extLst>
              <a:ext uri="{FF2B5EF4-FFF2-40B4-BE49-F238E27FC236}">
                <a16:creationId xmlns:a16="http://schemas.microsoft.com/office/drawing/2014/main" id="{713FD714-29A8-EC35-55FE-0DAAE477DC88}"/>
              </a:ext>
            </a:extLst>
          </p:cNvPr>
          <p:cNvSpPr txBox="1">
            <a:spLocks/>
          </p:cNvSpPr>
          <p:nvPr/>
        </p:nvSpPr>
        <p:spPr bwMode="auto">
          <a:xfrm>
            <a:off x="709358" y="0"/>
            <a:ext cx="9080662" cy="146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Global: </a:t>
            </a:r>
            <a:r>
              <a:rPr kumimoji="0" lang="en-US" sz="36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aandachtspunten</a:t>
            </a: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  <a:r>
              <a:rPr lang="en-US" sz="2000" b="1" kern="0" dirty="0">
                <a:solidFill>
                  <a:prstClr val="black"/>
                </a:solidFill>
              </a:rPr>
              <a:t>(§8.3.2)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" name="TextBox 22">
            <a:extLst>
              <a:ext uri="{FF2B5EF4-FFF2-40B4-BE49-F238E27FC236}">
                <a16:creationId xmlns:a16="http://schemas.microsoft.com/office/drawing/2014/main" id="{61EED0EA-CB99-97C6-9B18-4D131A829F00}"/>
              </a:ext>
            </a:extLst>
          </p:cNvPr>
          <p:cNvSpPr txBox="1"/>
          <p:nvPr/>
        </p:nvSpPr>
        <p:spPr bwMode="auto">
          <a:xfrm>
            <a:off x="440519" y="1818914"/>
            <a:ext cx="11130797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nl-NL" sz="2000" kern="0" dirty="0">
                <a:solidFill>
                  <a:srgbClr val="294171"/>
                </a:solidFill>
              </a:rPr>
              <a:t>Gebruiken van </a:t>
            </a:r>
            <a:r>
              <a:rPr lang="nl-NL" sz="2000" kern="0" dirty="0" err="1">
                <a:solidFill>
                  <a:srgbClr val="294171"/>
                </a:solidFill>
              </a:rPr>
              <a:t>global</a:t>
            </a:r>
            <a:r>
              <a:rPr lang="nl-NL" sz="2000" kern="0" dirty="0">
                <a:solidFill>
                  <a:srgbClr val="294171"/>
                </a:solidFill>
              </a:rPr>
              <a:t> kent enkele nadelen:</a:t>
            </a:r>
          </a:p>
          <a:p>
            <a:pPr marL="800100" lvl="1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endParaRPr lang="nl-NL" sz="2000" kern="0" dirty="0">
              <a:solidFill>
                <a:srgbClr val="294171"/>
              </a:solidFill>
            </a:endParaRPr>
          </a:p>
          <a:p>
            <a:pPr marL="800100" lvl="1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nl-NL" sz="2000" kern="0" dirty="0">
                <a:solidFill>
                  <a:srgbClr val="294171"/>
                </a:solidFill>
              </a:rPr>
              <a:t>Je functie is afhankelijk van het hoofdprogramma!</a:t>
            </a:r>
          </a:p>
          <a:p>
            <a:pPr marL="800100" lvl="1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nl-NL" sz="2000" kern="0" dirty="0">
                <a:solidFill>
                  <a:srgbClr val="294171"/>
                </a:solidFill>
              </a:rPr>
              <a:t>Het veroorzaakt ‘neveneffecten’ (side-</a:t>
            </a:r>
            <a:r>
              <a:rPr lang="nl-NL" sz="2000" kern="0" dirty="0" err="1">
                <a:solidFill>
                  <a:srgbClr val="294171"/>
                </a:solidFill>
              </a:rPr>
              <a:t>effects</a:t>
            </a:r>
            <a:r>
              <a:rPr lang="nl-NL" sz="2000" kern="0" dirty="0">
                <a:solidFill>
                  <a:srgbClr val="294171"/>
                </a:solidFill>
              </a:rPr>
              <a:t>): veranderingen buiten de functie zelf!</a:t>
            </a:r>
          </a:p>
          <a:p>
            <a:pPr marL="800100" lvl="1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nl-NL" sz="2000" kern="0" dirty="0">
                <a:solidFill>
                  <a:srgbClr val="294171"/>
                </a:solidFill>
              </a:rPr>
              <a:t>Functies worden daarmee moeilijker voorspelbaar / </a:t>
            </a:r>
            <a:r>
              <a:rPr lang="nl-NL" sz="2000" kern="0" dirty="0" err="1">
                <a:solidFill>
                  <a:srgbClr val="294171"/>
                </a:solidFill>
              </a:rPr>
              <a:t>testbaar</a:t>
            </a:r>
            <a:r>
              <a:rPr lang="nl-NL" sz="2000" kern="0" dirty="0">
                <a:solidFill>
                  <a:srgbClr val="294171"/>
                </a:solidFill>
              </a:rPr>
              <a:t> / herbruikbaar</a:t>
            </a:r>
          </a:p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endParaRPr lang="nl-NL" sz="2000" kern="0" dirty="0">
              <a:solidFill>
                <a:srgbClr val="294171"/>
              </a:solidFill>
            </a:endParaRPr>
          </a:p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nl-NL" sz="2000" kern="0" dirty="0">
                <a:solidFill>
                  <a:srgbClr val="294171"/>
                </a:solidFill>
              </a:rPr>
              <a:t>Vaak kan je ‘</a:t>
            </a:r>
            <a:r>
              <a:rPr lang="nl-NL" sz="2000" kern="0" dirty="0" err="1">
                <a:solidFill>
                  <a:srgbClr val="294171"/>
                </a:solidFill>
              </a:rPr>
              <a:t>global</a:t>
            </a:r>
            <a:r>
              <a:rPr lang="nl-NL" sz="2000" kern="0" dirty="0">
                <a:solidFill>
                  <a:srgbClr val="294171"/>
                </a:solidFill>
              </a:rPr>
              <a:t>’ ook voorkomen:</a:t>
            </a:r>
          </a:p>
        </p:txBody>
      </p:sp>
      <p:grpSp>
        <p:nvGrpSpPr>
          <p:cNvPr id="9" name="Groep 8">
            <a:extLst>
              <a:ext uri="{FF2B5EF4-FFF2-40B4-BE49-F238E27FC236}">
                <a16:creationId xmlns:a16="http://schemas.microsoft.com/office/drawing/2014/main" id="{7A6280DD-67D3-7F7D-80B5-BE0450B6781B}"/>
              </a:ext>
            </a:extLst>
          </p:cNvPr>
          <p:cNvGrpSpPr/>
          <p:nvPr/>
        </p:nvGrpSpPr>
        <p:grpSpPr>
          <a:xfrm>
            <a:off x="8917451" y="3821819"/>
            <a:ext cx="1082631" cy="879611"/>
            <a:chOff x="10162406" y="2549389"/>
            <a:chExt cx="1082631" cy="879611"/>
          </a:xfrm>
        </p:grpSpPr>
        <p:sp>
          <p:nvSpPr>
            <p:cNvPr id="6" name="Tekstvak 5">
              <a:extLst>
                <a:ext uri="{FF2B5EF4-FFF2-40B4-BE49-F238E27FC236}">
                  <a16:creationId xmlns:a16="http://schemas.microsoft.com/office/drawing/2014/main" id="{0428E87D-4EAB-2A79-786A-DFB5075C904B}"/>
                </a:ext>
              </a:extLst>
            </p:cNvPr>
            <p:cNvSpPr txBox="1"/>
            <p:nvPr/>
          </p:nvSpPr>
          <p:spPr>
            <a:xfrm>
              <a:off x="10162406" y="2656892"/>
              <a:ext cx="1082631" cy="77210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txBody>
            <a:bodyPr wrap="square" lIns="108000" tIns="144000" rIns="108000" bIns="72000">
              <a:spAutoFit/>
            </a:bodyPr>
            <a:lstStyle/>
            <a:p>
              <a:r>
                <a:rPr lang="nl-NL" dirty="0">
                  <a:highlight>
                    <a:srgbClr val="FFFF00"/>
                  </a:highlight>
                </a:rPr>
                <a:t>5</a:t>
              </a:r>
            </a:p>
            <a:p>
              <a:r>
                <a:rPr lang="nl-NL" dirty="0">
                  <a:highlight>
                    <a:srgbClr val="FFFF00"/>
                  </a:highlight>
                </a:rPr>
                <a:t>10</a:t>
              </a:r>
            </a:p>
          </p:txBody>
        </p:sp>
        <p:sp>
          <p:nvSpPr>
            <p:cNvPr id="7" name="Tekstvak 6">
              <a:extLst>
                <a:ext uri="{FF2B5EF4-FFF2-40B4-BE49-F238E27FC236}">
                  <a16:creationId xmlns:a16="http://schemas.microsoft.com/office/drawing/2014/main" id="{24B7C393-CE1A-AAC1-3214-A0A7C660DE3F}"/>
                </a:ext>
              </a:extLst>
            </p:cNvPr>
            <p:cNvSpPr txBox="1"/>
            <p:nvPr/>
          </p:nvSpPr>
          <p:spPr>
            <a:xfrm>
              <a:off x="10348844" y="2549389"/>
              <a:ext cx="608017" cy="285188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36000" tIns="0" rIns="0" bIns="0" rtlCol="0">
              <a:spAutoFit/>
            </a:bodyPr>
            <a:lstStyle/>
            <a:p>
              <a:pPr algn="ctr"/>
              <a:r>
                <a:rPr lang="nl-NL" sz="1400" dirty="0"/>
                <a:t>uitvoer</a:t>
              </a:r>
            </a:p>
          </p:txBody>
        </p:sp>
      </p:grpSp>
      <p:sp>
        <p:nvSpPr>
          <p:cNvPr id="3" name="Rectangle 1">
            <a:extLst>
              <a:ext uri="{FF2B5EF4-FFF2-40B4-BE49-F238E27FC236}">
                <a16:creationId xmlns:a16="http://schemas.microsoft.com/office/drawing/2014/main" id="{59A62758-F34D-05F8-A3D1-C7E7F498F5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4258" y="3923543"/>
            <a:ext cx="2084225" cy="2585323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NL" altLang="nl-NL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verander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():</a:t>
            </a:r>
            <a:b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y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10</a:t>
            </a:r>
            <a:b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return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y</a:t>
            </a:r>
            <a:b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x =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5</a:t>
            </a:r>
            <a:b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(x)</a:t>
            </a:r>
            <a:b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x = verander()</a:t>
            </a:r>
            <a:b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(x)</a:t>
            </a:r>
            <a:endParaRPr kumimoji="0" lang="nl-NL" altLang="nl-NL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05036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D712648-A749-4D8F-BF8D-320A30BE0286}"/>
              </a:ext>
            </a:extLst>
          </p:cNvPr>
          <p:cNvSpPr txBox="1">
            <a:spLocks/>
          </p:cNvSpPr>
          <p:nvPr/>
        </p:nvSpPr>
        <p:spPr bwMode="auto">
          <a:xfrm>
            <a:off x="709358" y="0"/>
            <a:ext cx="7772400" cy="147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Oefening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" name="TextBox 15">
            <a:extLst>
              <a:ext uri="{FF2B5EF4-FFF2-40B4-BE49-F238E27FC236}">
                <a16:creationId xmlns:a16="http://schemas.microsoft.com/office/drawing/2014/main" id="{4BE06C53-7688-498D-B6CC-39020F2B65C3}"/>
              </a:ext>
            </a:extLst>
          </p:cNvPr>
          <p:cNvSpPr txBox="1"/>
          <p:nvPr/>
        </p:nvSpPr>
        <p:spPr bwMode="auto">
          <a:xfrm>
            <a:off x="709358" y="1814897"/>
            <a:ext cx="393248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nl-NL" sz="2000" kern="0" dirty="0">
                <a:solidFill>
                  <a:srgbClr val="294171"/>
                </a:solidFill>
              </a:rPr>
              <a:t>Maak oefening PROG9.2 op Canvas!</a:t>
            </a:r>
            <a:endParaRPr lang="nl-NL" sz="2000" b="1" dirty="0"/>
          </a:p>
        </p:txBody>
      </p:sp>
    </p:spTree>
    <p:extLst>
      <p:ext uri="{BB962C8B-B14F-4D97-AF65-F5344CB8AC3E}">
        <p14:creationId xmlns:p14="http://schemas.microsoft.com/office/powerpoint/2010/main" val="27956267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479D3E-0E86-DA23-3A66-3C527C98D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itle 1">
            <a:extLst>
              <a:ext uri="{FF2B5EF4-FFF2-40B4-BE49-F238E27FC236}">
                <a16:creationId xmlns:a16="http://schemas.microsoft.com/office/drawing/2014/main" id="{3E999267-4DA3-B8A5-AF65-C911E8E8EC05}"/>
              </a:ext>
            </a:extLst>
          </p:cNvPr>
          <p:cNvSpPr txBox="1">
            <a:spLocks/>
          </p:cNvSpPr>
          <p:nvPr/>
        </p:nvSpPr>
        <p:spPr bwMode="auto">
          <a:xfrm>
            <a:off x="709358" y="0"/>
            <a:ext cx="9080662" cy="146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Errors </a:t>
            </a:r>
            <a:r>
              <a:rPr kumimoji="0" lang="en-US" sz="36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en</a:t>
            </a: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exceptions </a:t>
            </a:r>
            <a:r>
              <a:rPr lang="en-US" sz="2000" b="1" kern="0" dirty="0">
                <a:solidFill>
                  <a:prstClr val="black"/>
                </a:solidFill>
              </a:rPr>
              <a:t>(§17.1)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" name="TextBox 22">
            <a:extLst>
              <a:ext uri="{FF2B5EF4-FFF2-40B4-BE49-F238E27FC236}">
                <a16:creationId xmlns:a16="http://schemas.microsoft.com/office/drawing/2014/main" id="{4539B394-779C-7FDD-5332-A2D8834AA183}"/>
              </a:ext>
            </a:extLst>
          </p:cNvPr>
          <p:cNvSpPr txBox="1"/>
          <p:nvPr/>
        </p:nvSpPr>
        <p:spPr bwMode="auto">
          <a:xfrm>
            <a:off x="440520" y="1568658"/>
            <a:ext cx="5655480" cy="163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nl-NL" sz="2000" kern="0" dirty="0">
                <a:solidFill>
                  <a:srgbClr val="294171"/>
                </a:solidFill>
              </a:rPr>
              <a:t>In ieder programma kunnen </a:t>
            </a:r>
            <a:r>
              <a:rPr lang="nl-NL" sz="2000" kern="0" dirty="0" err="1">
                <a:solidFill>
                  <a:srgbClr val="294171"/>
                </a:solidFill>
              </a:rPr>
              <a:t>errors</a:t>
            </a:r>
            <a:r>
              <a:rPr lang="nl-NL" sz="2000" kern="0" dirty="0">
                <a:solidFill>
                  <a:srgbClr val="294171"/>
                </a:solidFill>
              </a:rPr>
              <a:t> optreden:</a:t>
            </a:r>
          </a:p>
          <a:p>
            <a:pPr marL="800100" lvl="1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endParaRPr lang="nl-NL" sz="2000" kern="0" dirty="0">
              <a:solidFill>
                <a:srgbClr val="294171"/>
              </a:solidFill>
            </a:endParaRPr>
          </a:p>
          <a:p>
            <a:pPr lvl="1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nl-NL" sz="2000" kern="0" dirty="0">
                <a:solidFill>
                  <a:srgbClr val="294171"/>
                </a:solidFill>
              </a:rPr>
              <a:t>Syntax </a:t>
            </a:r>
            <a:r>
              <a:rPr lang="nl-NL" sz="2000" kern="0" dirty="0" err="1">
                <a:solidFill>
                  <a:srgbClr val="294171"/>
                </a:solidFill>
              </a:rPr>
              <a:t>errors</a:t>
            </a:r>
            <a:r>
              <a:rPr lang="nl-NL" sz="2000" kern="0" dirty="0">
                <a:solidFill>
                  <a:srgbClr val="294171"/>
                </a:solidFill>
              </a:rPr>
              <a:t>: als je code geen correcte Python code is; je code wordt niet uitgevoerd!</a:t>
            </a:r>
          </a:p>
          <a:p>
            <a:pPr marL="800100" lvl="1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endParaRPr lang="nl-NL" sz="2000" kern="0" dirty="0">
              <a:solidFill>
                <a:srgbClr val="294171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ED3DD3B-8A00-4C23-8D37-2950885CD8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358" y="4262021"/>
            <a:ext cx="4785284" cy="584775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NL" altLang="nl-NL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 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"Geef een getal: " 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))</a:t>
            </a: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f"3 gedeeld door 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kumimoji="0" lang="nl-NL" altLang="nl-NL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 is 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kumimoji="0" lang="nl-NL" altLang="nl-NL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</a:t>
            </a:r>
            <a:endParaRPr kumimoji="0" lang="nl-NL" altLang="nl-NL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grpSp>
        <p:nvGrpSpPr>
          <p:cNvPr id="10" name="Groep 9">
            <a:extLst>
              <a:ext uri="{FF2B5EF4-FFF2-40B4-BE49-F238E27FC236}">
                <a16:creationId xmlns:a16="http://schemas.microsoft.com/office/drawing/2014/main" id="{29BBD6DF-DA92-3F8F-2068-FAA853874D2A}"/>
              </a:ext>
            </a:extLst>
          </p:cNvPr>
          <p:cNvGrpSpPr/>
          <p:nvPr/>
        </p:nvGrpSpPr>
        <p:grpSpPr>
          <a:xfrm>
            <a:off x="6621219" y="1951436"/>
            <a:ext cx="4785284" cy="1402830"/>
            <a:chOff x="10162406" y="2549389"/>
            <a:chExt cx="4785284" cy="1402830"/>
          </a:xfrm>
        </p:grpSpPr>
        <p:sp>
          <p:nvSpPr>
            <p:cNvPr id="11" name="Tekstvak 10">
              <a:extLst>
                <a:ext uri="{FF2B5EF4-FFF2-40B4-BE49-F238E27FC236}">
                  <a16:creationId xmlns:a16="http://schemas.microsoft.com/office/drawing/2014/main" id="{357CEBFC-5214-959C-9BF3-06877847CA95}"/>
                </a:ext>
              </a:extLst>
            </p:cNvPr>
            <p:cNvSpPr txBox="1"/>
            <p:nvPr/>
          </p:nvSpPr>
          <p:spPr>
            <a:xfrm>
              <a:off x="10162406" y="2656892"/>
              <a:ext cx="4785284" cy="12953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txBody>
            <a:bodyPr wrap="square" lIns="108000" tIns="144000" rIns="108000" bIns="72000">
              <a:spAutoFit/>
            </a:bodyPr>
            <a:lstStyle/>
            <a:p>
              <a:r>
                <a:rPr lang="nl-NL" sz="1400" dirty="0">
                  <a:latin typeface="Consolas" panose="020B0609020204030204" pitchFamily="49" charset="0"/>
                </a:rPr>
                <a:t>File "C:\demo.py", line 1</a:t>
              </a:r>
            </a:p>
            <a:p>
              <a:r>
                <a:rPr lang="nl-NL" sz="1400" dirty="0">
                  <a:latin typeface="Consolas" panose="020B0609020204030204" pitchFamily="49" charset="0"/>
                </a:rPr>
                <a:t>    print('</a:t>
              </a:r>
              <a:r>
                <a:rPr lang="nl-NL" sz="1400" dirty="0" err="1">
                  <a:latin typeface="Consolas" panose="020B0609020204030204" pitchFamily="49" charset="0"/>
                </a:rPr>
                <a:t>Hello</a:t>
              </a:r>
              <a:r>
                <a:rPr lang="nl-NL" sz="1400" dirty="0">
                  <a:latin typeface="Consolas" panose="020B0609020204030204" pitchFamily="49" charset="0"/>
                </a:rPr>
                <a:t> </a:t>
              </a:r>
              <a:r>
                <a:rPr lang="nl-NL" sz="1400" dirty="0" err="1">
                  <a:latin typeface="Consolas" panose="020B0609020204030204" pitchFamily="49" charset="0"/>
                </a:rPr>
                <a:t>world</a:t>
              </a:r>
              <a:r>
                <a:rPr lang="nl-NL" sz="1400" dirty="0">
                  <a:latin typeface="Consolas" panose="020B0609020204030204" pitchFamily="49" charset="0"/>
                </a:rPr>
                <a:t>")</a:t>
              </a:r>
            </a:p>
            <a:p>
              <a:r>
                <a:rPr lang="nl-NL" sz="1400" dirty="0">
                  <a:latin typeface="Consolas" panose="020B0609020204030204" pitchFamily="49" charset="0"/>
                </a:rPr>
                <a:t>          ^</a:t>
              </a:r>
            </a:p>
            <a:p>
              <a:r>
                <a:rPr lang="nl-NL" sz="1400" dirty="0" err="1">
                  <a:highlight>
                    <a:srgbClr val="C0C0C0"/>
                  </a:highlight>
                  <a:latin typeface="Consolas" panose="020B0609020204030204" pitchFamily="49" charset="0"/>
                </a:rPr>
                <a:t>SyntaxError</a:t>
              </a:r>
              <a:r>
                <a:rPr lang="nl-NL" sz="1400" dirty="0">
                  <a:latin typeface="Consolas" panose="020B0609020204030204" pitchFamily="49" charset="0"/>
                </a:rPr>
                <a:t>: </a:t>
              </a:r>
              <a:r>
                <a:rPr lang="nl-NL" sz="1400" dirty="0" err="1">
                  <a:latin typeface="Consolas" panose="020B0609020204030204" pitchFamily="49" charset="0"/>
                </a:rPr>
                <a:t>unterminated</a:t>
              </a:r>
              <a:r>
                <a:rPr lang="nl-NL" sz="1400" dirty="0">
                  <a:latin typeface="Consolas" panose="020B0609020204030204" pitchFamily="49" charset="0"/>
                </a:rPr>
                <a:t> string </a:t>
              </a:r>
              <a:r>
                <a:rPr lang="nl-NL" sz="1400" dirty="0" err="1">
                  <a:latin typeface="Consolas" panose="020B0609020204030204" pitchFamily="49" charset="0"/>
                </a:rPr>
                <a:t>literal</a:t>
              </a:r>
              <a:r>
                <a:rPr lang="nl-NL" sz="1400" dirty="0">
                  <a:latin typeface="Consolas" panose="020B0609020204030204" pitchFamily="49" charset="0"/>
                </a:rPr>
                <a:t> (</a:t>
              </a:r>
              <a:r>
                <a:rPr lang="nl-NL" sz="1400" dirty="0" err="1">
                  <a:latin typeface="Consolas" panose="020B0609020204030204" pitchFamily="49" charset="0"/>
                </a:rPr>
                <a:t>detected</a:t>
              </a:r>
              <a:r>
                <a:rPr lang="nl-NL" sz="1400" dirty="0">
                  <a:latin typeface="Consolas" panose="020B0609020204030204" pitchFamily="49" charset="0"/>
                </a:rPr>
                <a:t> at line 1)</a:t>
              </a:r>
            </a:p>
          </p:txBody>
        </p:sp>
        <p:sp>
          <p:nvSpPr>
            <p:cNvPr id="12" name="Tekstvak 11">
              <a:extLst>
                <a:ext uri="{FF2B5EF4-FFF2-40B4-BE49-F238E27FC236}">
                  <a16:creationId xmlns:a16="http://schemas.microsoft.com/office/drawing/2014/main" id="{6C422E7A-DD47-2550-CA7F-A41951FE50F3}"/>
                </a:ext>
              </a:extLst>
            </p:cNvPr>
            <p:cNvSpPr txBox="1"/>
            <p:nvPr/>
          </p:nvSpPr>
          <p:spPr>
            <a:xfrm>
              <a:off x="10348844" y="2549389"/>
              <a:ext cx="608017" cy="285188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36000" tIns="0" rIns="0" bIns="0" rtlCol="0">
              <a:spAutoFit/>
            </a:bodyPr>
            <a:lstStyle/>
            <a:p>
              <a:pPr algn="ctr"/>
              <a:r>
                <a:rPr lang="nl-NL" sz="1400" dirty="0"/>
                <a:t>uitvoer</a:t>
              </a:r>
            </a:p>
          </p:txBody>
        </p:sp>
      </p:grpSp>
      <p:sp>
        <p:nvSpPr>
          <p:cNvPr id="14" name="Rectangle 3">
            <a:extLst>
              <a:ext uri="{FF2B5EF4-FFF2-40B4-BE49-F238E27FC236}">
                <a16:creationId xmlns:a16="http://schemas.microsoft.com/office/drawing/2014/main" id="{BEEAC3D1-2B81-9A42-3E81-F41D55B234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1219" y="1501284"/>
            <a:ext cx="4785284" cy="338554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nl-NL" altLang="nl-NL" sz="16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Hello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NL" altLang="nl-NL" sz="16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world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")</a:t>
            </a:r>
            <a:endParaRPr kumimoji="0" lang="nl-NL" altLang="nl-NL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grpSp>
        <p:nvGrpSpPr>
          <p:cNvPr id="15" name="Groep 14">
            <a:extLst>
              <a:ext uri="{FF2B5EF4-FFF2-40B4-BE49-F238E27FC236}">
                <a16:creationId xmlns:a16="http://schemas.microsoft.com/office/drawing/2014/main" id="{B7F497B6-7CFF-ADEF-7E34-D2A01E15FED4}"/>
              </a:ext>
            </a:extLst>
          </p:cNvPr>
          <p:cNvGrpSpPr/>
          <p:nvPr/>
        </p:nvGrpSpPr>
        <p:grpSpPr>
          <a:xfrm>
            <a:off x="709358" y="4925121"/>
            <a:ext cx="4785284" cy="1618274"/>
            <a:chOff x="10162406" y="2549389"/>
            <a:chExt cx="4785284" cy="1618274"/>
          </a:xfrm>
        </p:grpSpPr>
        <p:sp>
          <p:nvSpPr>
            <p:cNvPr id="16" name="Tekstvak 15">
              <a:extLst>
                <a:ext uri="{FF2B5EF4-FFF2-40B4-BE49-F238E27FC236}">
                  <a16:creationId xmlns:a16="http://schemas.microsoft.com/office/drawing/2014/main" id="{5676AC70-4322-5FCC-E9F4-4E48C45CC666}"/>
                </a:ext>
              </a:extLst>
            </p:cNvPr>
            <p:cNvSpPr txBox="1"/>
            <p:nvPr/>
          </p:nvSpPr>
          <p:spPr>
            <a:xfrm>
              <a:off x="10162406" y="2656892"/>
              <a:ext cx="4785284" cy="151077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txBody>
            <a:bodyPr wrap="square" lIns="108000" tIns="144000" rIns="108000" bIns="72000">
              <a:spAutoFit/>
            </a:bodyPr>
            <a:lstStyle/>
            <a:p>
              <a:r>
                <a:rPr lang="nl-NL" sz="1400" dirty="0">
                  <a:latin typeface="Consolas" panose="020B0609020204030204" pitchFamily="49" charset="0"/>
                </a:rPr>
                <a:t>Geef een getal: 0</a:t>
              </a:r>
            </a:p>
            <a:p>
              <a:r>
                <a:rPr lang="nl-NL" sz="1400" dirty="0" err="1">
                  <a:latin typeface="Consolas" panose="020B0609020204030204" pitchFamily="49" charset="0"/>
                </a:rPr>
                <a:t>Traceback</a:t>
              </a:r>
              <a:r>
                <a:rPr lang="nl-NL" sz="1400" dirty="0">
                  <a:latin typeface="Consolas" panose="020B0609020204030204" pitchFamily="49" charset="0"/>
                </a:rPr>
                <a:t> (most recent call last):</a:t>
              </a:r>
            </a:p>
            <a:p>
              <a:r>
                <a:rPr lang="nl-NL" sz="1400" dirty="0">
                  <a:latin typeface="Consolas" panose="020B0609020204030204" pitchFamily="49" charset="0"/>
                </a:rPr>
                <a:t>  File "C:\demo.py", line 2, in &lt;module&gt;</a:t>
              </a:r>
            </a:p>
            <a:p>
              <a:r>
                <a:rPr lang="nl-NL" sz="1400" dirty="0">
                  <a:latin typeface="Consolas" panose="020B0609020204030204" pitchFamily="49" charset="0"/>
                </a:rPr>
                <a:t>    print(f"3 gedeeld door {</a:t>
              </a:r>
              <a:r>
                <a:rPr lang="nl-NL" sz="1400" dirty="0" err="1">
                  <a:latin typeface="Consolas" panose="020B0609020204030204" pitchFamily="49" charset="0"/>
                </a:rPr>
                <a:t>num</a:t>
              </a:r>
              <a:r>
                <a:rPr lang="nl-NL" sz="1400" dirty="0">
                  <a:latin typeface="Consolas" panose="020B0609020204030204" pitchFamily="49" charset="0"/>
                </a:rPr>
                <a:t>} is {3/</a:t>
              </a:r>
              <a:r>
                <a:rPr lang="nl-NL" sz="1400" dirty="0" err="1">
                  <a:latin typeface="Consolas" panose="020B0609020204030204" pitchFamily="49" charset="0"/>
                </a:rPr>
                <a:t>num</a:t>
              </a:r>
              <a:r>
                <a:rPr lang="nl-NL" sz="1400" dirty="0">
                  <a:latin typeface="Consolas" panose="020B0609020204030204" pitchFamily="49" charset="0"/>
                </a:rPr>
                <a:t>}")</a:t>
              </a:r>
            </a:p>
            <a:p>
              <a:r>
                <a:rPr lang="nl-NL" sz="1400" dirty="0">
                  <a:latin typeface="Consolas" panose="020B0609020204030204" pitchFamily="49" charset="0"/>
                </a:rPr>
                <a:t>                                     ~^~~~</a:t>
              </a:r>
            </a:p>
            <a:p>
              <a:r>
                <a:rPr lang="nl-NL" sz="1400" dirty="0" err="1">
                  <a:highlight>
                    <a:srgbClr val="C0C0C0"/>
                  </a:highlight>
                  <a:latin typeface="Consolas" panose="020B0609020204030204" pitchFamily="49" charset="0"/>
                </a:rPr>
                <a:t>ZeroDivisionError</a:t>
              </a:r>
              <a:r>
                <a:rPr lang="nl-NL" sz="1400" dirty="0">
                  <a:latin typeface="Consolas" panose="020B0609020204030204" pitchFamily="49" charset="0"/>
                </a:rPr>
                <a:t>: </a:t>
              </a:r>
              <a:r>
                <a:rPr lang="nl-NL" sz="1400" dirty="0" err="1">
                  <a:latin typeface="Consolas" panose="020B0609020204030204" pitchFamily="49" charset="0"/>
                </a:rPr>
                <a:t>division</a:t>
              </a:r>
              <a:r>
                <a:rPr lang="nl-NL" sz="1400" dirty="0">
                  <a:latin typeface="Consolas" panose="020B0609020204030204" pitchFamily="49" charset="0"/>
                </a:rPr>
                <a:t> </a:t>
              </a:r>
              <a:r>
                <a:rPr lang="nl-NL" sz="1400" dirty="0" err="1">
                  <a:latin typeface="Consolas" panose="020B0609020204030204" pitchFamily="49" charset="0"/>
                </a:rPr>
                <a:t>by</a:t>
              </a:r>
              <a:r>
                <a:rPr lang="nl-NL" sz="1400" dirty="0">
                  <a:latin typeface="Consolas" panose="020B0609020204030204" pitchFamily="49" charset="0"/>
                </a:rPr>
                <a:t> zero</a:t>
              </a:r>
            </a:p>
          </p:txBody>
        </p:sp>
        <p:sp>
          <p:nvSpPr>
            <p:cNvPr id="17" name="Tekstvak 16">
              <a:extLst>
                <a:ext uri="{FF2B5EF4-FFF2-40B4-BE49-F238E27FC236}">
                  <a16:creationId xmlns:a16="http://schemas.microsoft.com/office/drawing/2014/main" id="{E2D43916-AD8E-DF0C-A844-8F8FDDD1A782}"/>
                </a:ext>
              </a:extLst>
            </p:cNvPr>
            <p:cNvSpPr txBox="1"/>
            <p:nvPr/>
          </p:nvSpPr>
          <p:spPr>
            <a:xfrm>
              <a:off x="10348844" y="2549389"/>
              <a:ext cx="608017" cy="285188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36000" tIns="0" rIns="0" bIns="0" rtlCol="0">
              <a:spAutoFit/>
            </a:bodyPr>
            <a:lstStyle/>
            <a:p>
              <a:pPr algn="ctr"/>
              <a:r>
                <a:rPr lang="nl-NL" sz="1400" dirty="0"/>
                <a:t>uitvoer</a:t>
              </a:r>
            </a:p>
          </p:txBody>
        </p:sp>
      </p:grpSp>
      <p:sp>
        <p:nvSpPr>
          <p:cNvPr id="19" name="Tekstvak 18">
            <a:extLst>
              <a:ext uri="{FF2B5EF4-FFF2-40B4-BE49-F238E27FC236}">
                <a16:creationId xmlns:a16="http://schemas.microsoft.com/office/drawing/2014/main" id="{6CD6EB55-620D-9C0F-6B7D-79DB6DD3D2CF}"/>
              </a:ext>
            </a:extLst>
          </p:cNvPr>
          <p:cNvSpPr txBox="1"/>
          <p:nvPr/>
        </p:nvSpPr>
        <p:spPr>
          <a:xfrm>
            <a:off x="5671455" y="4530137"/>
            <a:ext cx="60976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nl-NL" sz="1800" kern="0" dirty="0">
                <a:solidFill>
                  <a:srgbClr val="294171"/>
                </a:solidFill>
              </a:rPr>
              <a:t>Runtime </a:t>
            </a:r>
            <a:r>
              <a:rPr lang="nl-NL" sz="1800" kern="0" dirty="0" err="1">
                <a:solidFill>
                  <a:srgbClr val="294171"/>
                </a:solidFill>
              </a:rPr>
              <a:t>errors</a:t>
            </a:r>
            <a:r>
              <a:rPr lang="nl-NL" sz="1800" kern="0" dirty="0">
                <a:solidFill>
                  <a:srgbClr val="294171"/>
                </a:solidFill>
              </a:rPr>
              <a:t>: tijdens het uitvoeren ontstaat er een ‘</a:t>
            </a:r>
            <a:r>
              <a:rPr lang="nl-NL" sz="1800" kern="0" dirty="0" err="1">
                <a:solidFill>
                  <a:srgbClr val="294171"/>
                </a:solidFill>
              </a:rPr>
              <a:t>exception</a:t>
            </a:r>
            <a:r>
              <a:rPr lang="nl-NL" sz="1800" kern="0" dirty="0">
                <a:solidFill>
                  <a:srgbClr val="294171"/>
                </a:solidFill>
              </a:rPr>
              <a:t>’; er gaat iets fout en het programma crasht!</a:t>
            </a:r>
          </a:p>
        </p:txBody>
      </p:sp>
    </p:spTree>
    <p:extLst>
      <p:ext uri="{BB962C8B-B14F-4D97-AF65-F5344CB8AC3E}">
        <p14:creationId xmlns:p14="http://schemas.microsoft.com/office/powerpoint/2010/main" val="37096536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A5684-DDE7-ADB6-0E94-2C11DC331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itle 1">
            <a:extLst>
              <a:ext uri="{FF2B5EF4-FFF2-40B4-BE49-F238E27FC236}">
                <a16:creationId xmlns:a16="http://schemas.microsoft.com/office/drawing/2014/main" id="{057B137C-11FA-653C-667D-291FFFED5D71}"/>
              </a:ext>
            </a:extLst>
          </p:cNvPr>
          <p:cNvSpPr txBox="1">
            <a:spLocks/>
          </p:cNvSpPr>
          <p:nvPr/>
        </p:nvSpPr>
        <p:spPr bwMode="auto">
          <a:xfrm>
            <a:off x="709358" y="0"/>
            <a:ext cx="9080662" cy="146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Exceptions </a:t>
            </a:r>
            <a:r>
              <a:rPr kumimoji="0" lang="en-US" sz="36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voorkomen</a:t>
            </a: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  <a:r>
              <a:rPr lang="en-US" sz="2000" b="1" kern="0" dirty="0">
                <a:solidFill>
                  <a:prstClr val="black"/>
                </a:solidFill>
              </a:rPr>
              <a:t>(§17.1)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" name="TextBox 22">
            <a:extLst>
              <a:ext uri="{FF2B5EF4-FFF2-40B4-BE49-F238E27FC236}">
                <a16:creationId xmlns:a16="http://schemas.microsoft.com/office/drawing/2014/main" id="{D2788B3B-EA78-3C4E-7140-5678A252127F}"/>
              </a:ext>
            </a:extLst>
          </p:cNvPr>
          <p:cNvSpPr txBox="1"/>
          <p:nvPr/>
        </p:nvSpPr>
        <p:spPr bwMode="auto">
          <a:xfrm>
            <a:off x="440519" y="1818914"/>
            <a:ext cx="11130797" cy="163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nl-NL" sz="2000" kern="0" dirty="0">
                <a:solidFill>
                  <a:srgbClr val="294171"/>
                </a:solidFill>
              </a:rPr>
              <a:t>Python genereert een </a:t>
            </a:r>
            <a:r>
              <a:rPr lang="nl-NL" sz="2000" kern="0" dirty="0" err="1">
                <a:solidFill>
                  <a:srgbClr val="294171"/>
                </a:solidFill>
              </a:rPr>
              <a:t>ZeroDivisionError</a:t>
            </a:r>
            <a:r>
              <a:rPr lang="nl-NL" sz="2000" kern="0" dirty="0">
                <a:solidFill>
                  <a:srgbClr val="294171"/>
                </a:solidFill>
              </a:rPr>
              <a:t> als je deelt door 0!</a:t>
            </a:r>
            <a:br>
              <a:rPr lang="nl-NL" sz="2000" kern="0" dirty="0">
                <a:solidFill>
                  <a:srgbClr val="294171"/>
                </a:solidFill>
              </a:rPr>
            </a:br>
            <a:br>
              <a:rPr lang="nl-NL" sz="2000" kern="0" dirty="0">
                <a:solidFill>
                  <a:srgbClr val="294171"/>
                </a:solidFill>
              </a:rPr>
            </a:br>
            <a:r>
              <a:rPr lang="nl-NL" sz="2000" kern="0" dirty="0">
                <a:solidFill>
                  <a:srgbClr val="294171"/>
                </a:solidFill>
              </a:rPr>
              <a:t>Python print de error (en stopt het programma) als je de </a:t>
            </a:r>
            <a:r>
              <a:rPr lang="nl-NL" sz="2000" kern="0" dirty="0" err="1">
                <a:solidFill>
                  <a:srgbClr val="294171"/>
                </a:solidFill>
              </a:rPr>
              <a:t>exception</a:t>
            </a:r>
            <a:r>
              <a:rPr lang="nl-NL" sz="2000" kern="0" dirty="0">
                <a:solidFill>
                  <a:srgbClr val="294171"/>
                </a:solidFill>
              </a:rPr>
              <a:t> niet afhandelt!</a:t>
            </a:r>
          </a:p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endParaRPr lang="nl-NL" sz="2000" kern="0" dirty="0">
              <a:solidFill>
                <a:srgbClr val="294171"/>
              </a:solidFill>
            </a:endParaRPr>
          </a:p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nl-NL" sz="2000" kern="0" dirty="0">
                <a:solidFill>
                  <a:srgbClr val="294171"/>
                </a:solidFill>
              </a:rPr>
              <a:t>Als je dit kan voorkomen, treedt deze </a:t>
            </a:r>
            <a:r>
              <a:rPr lang="nl-NL" sz="2000" kern="0" dirty="0" err="1">
                <a:solidFill>
                  <a:srgbClr val="294171"/>
                </a:solidFill>
              </a:rPr>
              <a:t>exception</a:t>
            </a:r>
            <a:r>
              <a:rPr lang="nl-NL" sz="2000" kern="0" dirty="0">
                <a:solidFill>
                  <a:srgbClr val="294171"/>
                </a:solidFill>
              </a:rPr>
              <a:t> niet op: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D227A60-FBA8-04E2-067E-3A8B59AE10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358" y="3946357"/>
            <a:ext cx="5234125" cy="156966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NL" altLang="nl-NL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"Geef een getal: "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))</a:t>
            </a: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sz="16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NL" altLang="nl-NL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"Je kunt niet delen door nul"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sz="16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f"3 gedeeld door 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kumimoji="0" lang="nl-NL" altLang="nl-NL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 is 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kumimoji="0" lang="nl-NL" altLang="nl-NL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</a:t>
            </a:r>
            <a:endParaRPr kumimoji="0" lang="nl-NL" altLang="nl-NL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grpSp>
        <p:nvGrpSpPr>
          <p:cNvPr id="8" name="Groep 7">
            <a:extLst>
              <a:ext uri="{FF2B5EF4-FFF2-40B4-BE49-F238E27FC236}">
                <a16:creationId xmlns:a16="http://schemas.microsoft.com/office/drawing/2014/main" id="{56B2D0E1-89C3-134F-D89A-790C575C03D7}"/>
              </a:ext>
            </a:extLst>
          </p:cNvPr>
          <p:cNvGrpSpPr/>
          <p:nvPr/>
        </p:nvGrpSpPr>
        <p:grpSpPr>
          <a:xfrm>
            <a:off x="6697358" y="3838745"/>
            <a:ext cx="4785284" cy="756500"/>
            <a:chOff x="10162406" y="2549389"/>
            <a:chExt cx="4785284" cy="756500"/>
          </a:xfrm>
        </p:grpSpPr>
        <p:sp>
          <p:nvSpPr>
            <p:cNvPr id="10" name="Tekstvak 9">
              <a:extLst>
                <a:ext uri="{FF2B5EF4-FFF2-40B4-BE49-F238E27FC236}">
                  <a16:creationId xmlns:a16="http://schemas.microsoft.com/office/drawing/2014/main" id="{B1698290-FB9F-4A58-9B4A-906EB06E1EDA}"/>
                </a:ext>
              </a:extLst>
            </p:cNvPr>
            <p:cNvSpPr txBox="1"/>
            <p:nvPr/>
          </p:nvSpPr>
          <p:spPr>
            <a:xfrm>
              <a:off x="10162406" y="2656892"/>
              <a:ext cx="4785284" cy="64899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txBody>
            <a:bodyPr wrap="square" lIns="108000" tIns="144000" rIns="108000" bIns="72000">
              <a:spAutoFit/>
            </a:bodyPr>
            <a:lstStyle/>
            <a:p>
              <a:r>
                <a:rPr lang="nl-NL" sz="1400" dirty="0">
                  <a:latin typeface="Consolas" panose="020B0609020204030204" pitchFamily="49" charset="0"/>
                </a:rPr>
                <a:t>Geef een getal: 0</a:t>
              </a:r>
            </a:p>
            <a:p>
              <a:r>
                <a:rPr lang="nl-NL" sz="1400" dirty="0">
                  <a:latin typeface="Consolas" panose="020B0609020204030204" pitchFamily="49" charset="0"/>
                </a:rPr>
                <a:t>Je kunt niet delen door nul</a:t>
              </a:r>
            </a:p>
          </p:txBody>
        </p:sp>
        <p:sp>
          <p:nvSpPr>
            <p:cNvPr id="11" name="Tekstvak 10">
              <a:extLst>
                <a:ext uri="{FF2B5EF4-FFF2-40B4-BE49-F238E27FC236}">
                  <a16:creationId xmlns:a16="http://schemas.microsoft.com/office/drawing/2014/main" id="{857163E2-BE10-FE07-0EFE-EDFDC2F72883}"/>
                </a:ext>
              </a:extLst>
            </p:cNvPr>
            <p:cNvSpPr txBox="1"/>
            <p:nvPr/>
          </p:nvSpPr>
          <p:spPr>
            <a:xfrm>
              <a:off x="10348844" y="2549389"/>
              <a:ext cx="608017" cy="285188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36000" tIns="0" rIns="0" bIns="0" rtlCol="0">
              <a:spAutoFit/>
            </a:bodyPr>
            <a:lstStyle/>
            <a:p>
              <a:pPr algn="ctr"/>
              <a:r>
                <a:rPr lang="nl-NL" sz="1400" dirty="0"/>
                <a:t>uitvoer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532608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66D7F-B06C-0664-E7A0-E3220AFE3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itle 1">
            <a:extLst>
              <a:ext uri="{FF2B5EF4-FFF2-40B4-BE49-F238E27FC236}">
                <a16:creationId xmlns:a16="http://schemas.microsoft.com/office/drawing/2014/main" id="{0834FC78-3632-40D1-ED9F-09AC95F4E378}"/>
              </a:ext>
            </a:extLst>
          </p:cNvPr>
          <p:cNvSpPr txBox="1">
            <a:spLocks/>
          </p:cNvSpPr>
          <p:nvPr/>
        </p:nvSpPr>
        <p:spPr bwMode="auto">
          <a:xfrm>
            <a:off x="709358" y="0"/>
            <a:ext cx="9080662" cy="146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Exceptions </a:t>
            </a:r>
            <a:r>
              <a:rPr kumimoji="0" lang="en-US" sz="36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afhandelen</a:t>
            </a: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  <a:r>
              <a:rPr lang="en-US" sz="2000" b="1" kern="0" dirty="0">
                <a:solidFill>
                  <a:prstClr val="black"/>
                </a:solidFill>
              </a:rPr>
              <a:t>(§17.2)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" name="TextBox 22">
            <a:extLst>
              <a:ext uri="{FF2B5EF4-FFF2-40B4-BE49-F238E27FC236}">
                <a16:creationId xmlns:a16="http://schemas.microsoft.com/office/drawing/2014/main" id="{117EB013-6338-979B-EB1C-E45B310AFA0D}"/>
              </a:ext>
            </a:extLst>
          </p:cNvPr>
          <p:cNvSpPr txBox="1"/>
          <p:nvPr/>
        </p:nvSpPr>
        <p:spPr bwMode="auto">
          <a:xfrm>
            <a:off x="440519" y="1818914"/>
            <a:ext cx="11130797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nl-NL" sz="2000" kern="0" dirty="0">
                <a:solidFill>
                  <a:srgbClr val="294171"/>
                </a:solidFill>
              </a:rPr>
              <a:t>Helaas kan je niet alle </a:t>
            </a:r>
            <a:r>
              <a:rPr lang="nl-NL" sz="2000" kern="0" dirty="0" err="1">
                <a:solidFill>
                  <a:srgbClr val="294171"/>
                </a:solidFill>
              </a:rPr>
              <a:t>exceptions</a:t>
            </a:r>
            <a:r>
              <a:rPr lang="nl-NL" sz="2000" kern="0" dirty="0">
                <a:solidFill>
                  <a:srgbClr val="294171"/>
                </a:solidFill>
              </a:rPr>
              <a:t> voorkomen, omdat…</a:t>
            </a:r>
          </a:p>
          <a:p>
            <a:pPr marL="800100" lvl="1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nl-NL" sz="2000" kern="0" dirty="0">
                <a:solidFill>
                  <a:srgbClr val="294171"/>
                </a:solidFill>
              </a:rPr>
              <a:t>… je niet alles kunt voorzien</a:t>
            </a:r>
          </a:p>
          <a:p>
            <a:pPr marL="800100" lvl="1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nl-NL" sz="2000" kern="0" dirty="0">
                <a:solidFill>
                  <a:srgbClr val="294171"/>
                </a:solidFill>
              </a:rPr>
              <a:t>… je niet voor alle mogelijke problemen code kunt schrijven</a:t>
            </a:r>
          </a:p>
          <a:p>
            <a:pPr marL="800100" lvl="1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nl-NL" sz="2000" kern="0" dirty="0">
                <a:solidFill>
                  <a:srgbClr val="294171"/>
                </a:solidFill>
              </a:rPr>
              <a:t>… soms factoren buiten jouw programma een rol spelen (netwerk/hardware)</a:t>
            </a:r>
          </a:p>
          <a:p>
            <a:pPr marL="800100" lvl="1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endParaRPr lang="nl-NL" sz="2000" kern="0" dirty="0">
              <a:solidFill>
                <a:srgbClr val="294171"/>
              </a:solidFill>
            </a:endParaRPr>
          </a:p>
          <a:p>
            <a:pPr marL="800100" lvl="1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endParaRPr lang="nl-NL" sz="2000" kern="0" dirty="0">
              <a:solidFill>
                <a:srgbClr val="294171"/>
              </a:solidFill>
            </a:endParaRPr>
          </a:p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nl-NL" sz="2000" kern="0" dirty="0">
                <a:solidFill>
                  <a:srgbClr val="294171"/>
                </a:solidFill>
              </a:rPr>
              <a:t>Gelukkig kan je een </a:t>
            </a:r>
            <a:r>
              <a:rPr lang="nl-NL" sz="2000" kern="0" dirty="0" err="1">
                <a:solidFill>
                  <a:srgbClr val="294171"/>
                </a:solidFill>
              </a:rPr>
              <a:t>try-except</a:t>
            </a:r>
            <a:r>
              <a:rPr lang="nl-NL" sz="2000" kern="0" dirty="0">
                <a:solidFill>
                  <a:srgbClr val="294171"/>
                </a:solidFill>
              </a:rPr>
              <a:t> constructie schrijven voor als een (willekeurige) </a:t>
            </a:r>
            <a:r>
              <a:rPr lang="nl-NL" sz="2000" kern="0" dirty="0" err="1">
                <a:solidFill>
                  <a:srgbClr val="294171"/>
                </a:solidFill>
              </a:rPr>
              <a:t>exception</a:t>
            </a:r>
            <a:r>
              <a:rPr lang="nl-NL" sz="2000" kern="0" dirty="0">
                <a:solidFill>
                  <a:srgbClr val="294171"/>
                </a:solidFill>
              </a:rPr>
              <a:t> optreedt:</a:t>
            </a:r>
          </a:p>
        </p:txBody>
      </p:sp>
      <p:sp>
        <p:nvSpPr>
          <p:cNvPr id="3" name="Tekstvak 2">
            <a:extLst>
              <a:ext uri="{FF2B5EF4-FFF2-40B4-BE49-F238E27FC236}">
                <a16:creationId xmlns:a16="http://schemas.microsoft.com/office/drawing/2014/main" id="{5B6072F8-C241-2AF4-F051-83F85C1EE16E}"/>
              </a:ext>
            </a:extLst>
          </p:cNvPr>
          <p:cNvSpPr txBox="1"/>
          <p:nvPr/>
        </p:nvSpPr>
        <p:spPr>
          <a:xfrm>
            <a:off x="2503667" y="4223523"/>
            <a:ext cx="4893065" cy="1711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nl-NL" dirty="0" err="1">
                <a:latin typeface="Consolas" panose="020B0609020204030204" pitchFamily="49" charset="0"/>
              </a:rPr>
              <a:t>try</a:t>
            </a:r>
            <a:r>
              <a:rPr lang="nl-NL" dirty="0">
                <a:latin typeface="Consolas" panose="020B0609020204030204" pitchFamily="49" charset="0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nl-NL" dirty="0">
                <a:latin typeface="Consolas" panose="020B0609020204030204" pitchFamily="49" charset="0"/>
              </a:rPr>
              <a:t>    &lt;acties&gt;</a:t>
            </a:r>
          </a:p>
          <a:p>
            <a:pPr>
              <a:lnSpc>
                <a:spcPct val="150000"/>
              </a:lnSpc>
            </a:pPr>
            <a:r>
              <a:rPr lang="nl-NL" dirty="0" err="1">
                <a:latin typeface="Consolas" panose="020B0609020204030204" pitchFamily="49" charset="0"/>
              </a:rPr>
              <a:t>except</a:t>
            </a:r>
            <a:r>
              <a:rPr lang="nl-NL" dirty="0">
                <a:latin typeface="Consolas" panose="020B0609020204030204" pitchFamily="49" charset="0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nl-NL" dirty="0">
                <a:latin typeface="Consolas" panose="020B0609020204030204" pitchFamily="49" charset="0"/>
              </a:rPr>
              <a:t>    &lt;</a:t>
            </a:r>
            <a:r>
              <a:rPr lang="nl-NL" dirty="0" err="1">
                <a:latin typeface="Consolas" panose="020B0609020204030204" pitchFamily="49" charset="0"/>
              </a:rPr>
              <a:t>exception</a:t>
            </a:r>
            <a:r>
              <a:rPr lang="nl-NL" dirty="0">
                <a:latin typeface="Consolas" panose="020B0609020204030204" pitchFamily="49" charset="0"/>
              </a:rPr>
              <a:t> afhandeling&gt;:</a:t>
            </a:r>
            <a:r>
              <a:rPr lang="nl-NL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791481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94E738-7B57-6D33-FE36-F6B19A26A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itle 1">
            <a:extLst>
              <a:ext uri="{FF2B5EF4-FFF2-40B4-BE49-F238E27FC236}">
                <a16:creationId xmlns:a16="http://schemas.microsoft.com/office/drawing/2014/main" id="{5DB86F4D-2A14-9588-DC34-E197EEB1D35D}"/>
              </a:ext>
            </a:extLst>
          </p:cNvPr>
          <p:cNvSpPr txBox="1">
            <a:spLocks/>
          </p:cNvSpPr>
          <p:nvPr/>
        </p:nvSpPr>
        <p:spPr bwMode="auto">
          <a:xfrm>
            <a:off x="709358" y="0"/>
            <a:ext cx="9080662" cy="146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Try-except </a:t>
            </a:r>
            <a:r>
              <a:rPr lang="en-US" sz="2000" b="1" kern="0" dirty="0">
                <a:solidFill>
                  <a:prstClr val="black"/>
                </a:solidFill>
              </a:rPr>
              <a:t>(§17.2)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" name="TextBox 22">
            <a:extLst>
              <a:ext uri="{FF2B5EF4-FFF2-40B4-BE49-F238E27FC236}">
                <a16:creationId xmlns:a16="http://schemas.microsoft.com/office/drawing/2014/main" id="{30657BF2-C582-B048-2C6F-AC5145C30EDC}"/>
              </a:ext>
            </a:extLst>
          </p:cNvPr>
          <p:cNvSpPr txBox="1"/>
          <p:nvPr/>
        </p:nvSpPr>
        <p:spPr bwMode="auto">
          <a:xfrm>
            <a:off x="440519" y="1818914"/>
            <a:ext cx="1113079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nl-NL" sz="2000" kern="0" dirty="0">
                <a:solidFill>
                  <a:srgbClr val="294171"/>
                </a:solidFill>
              </a:rPr>
              <a:t>Mocht iemand 0 invoeren, dan wordt de </a:t>
            </a:r>
            <a:r>
              <a:rPr lang="nl-NL" sz="2000" kern="0" dirty="0" err="1">
                <a:solidFill>
                  <a:srgbClr val="294171"/>
                </a:solidFill>
              </a:rPr>
              <a:t>exception</a:t>
            </a:r>
            <a:r>
              <a:rPr lang="nl-NL" sz="2000" kern="0" dirty="0">
                <a:solidFill>
                  <a:srgbClr val="294171"/>
                </a:solidFill>
              </a:rPr>
              <a:t> afgevangen: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BC915D1-265A-AF30-3A52-AC85141F40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358" y="2947736"/>
            <a:ext cx="5234125" cy="156966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NL" altLang="nl-NL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"Geef een getal: "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))</a:t>
            </a: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sz="16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f"3 gedeeld door 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kumimoji="0" lang="nl-NL" altLang="nl-NL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 is 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kumimoji="0" lang="nl-NL" altLang="nl-NL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sz="16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except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"Je kunt niet delen door nul"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</a:t>
            </a:r>
            <a:endParaRPr kumimoji="0" lang="nl-NL" altLang="nl-NL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grpSp>
        <p:nvGrpSpPr>
          <p:cNvPr id="5" name="Groep 4">
            <a:extLst>
              <a:ext uri="{FF2B5EF4-FFF2-40B4-BE49-F238E27FC236}">
                <a16:creationId xmlns:a16="http://schemas.microsoft.com/office/drawing/2014/main" id="{A16C6971-080C-C3D1-4C6A-9D584EFFF1E8}"/>
              </a:ext>
            </a:extLst>
          </p:cNvPr>
          <p:cNvGrpSpPr/>
          <p:nvPr/>
        </p:nvGrpSpPr>
        <p:grpSpPr>
          <a:xfrm>
            <a:off x="6629981" y="2837718"/>
            <a:ext cx="4785284" cy="756500"/>
            <a:chOff x="10162406" y="2549389"/>
            <a:chExt cx="4785284" cy="756500"/>
          </a:xfrm>
        </p:grpSpPr>
        <p:sp>
          <p:nvSpPr>
            <p:cNvPr id="6" name="Tekstvak 5">
              <a:extLst>
                <a:ext uri="{FF2B5EF4-FFF2-40B4-BE49-F238E27FC236}">
                  <a16:creationId xmlns:a16="http://schemas.microsoft.com/office/drawing/2014/main" id="{630EF8B5-634E-D2CF-8D5C-BAD51ABB7457}"/>
                </a:ext>
              </a:extLst>
            </p:cNvPr>
            <p:cNvSpPr txBox="1"/>
            <p:nvPr/>
          </p:nvSpPr>
          <p:spPr>
            <a:xfrm>
              <a:off x="10162406" y="2656892"/>
              <a:ext cx="4785284" cy="64899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txBody>
            <a:bodyPr wrap="square" lIns="108000" tIns="144000" rIns="108000" bIns="72000">
              <a:spAutoFit/>
            </a:bodyPr>
            <a:lstStyle/>
            <a:p>
              <a:r>
                <a:rPr lang="nl-NL" sz="1400" dirty="0">
                  <a:latin typeface="Consolas" panose="020B0609020204030204" pitchFamily="49" charset="0"/>
                </a:rPr>
                <a:t>Geef een getal: 0</a:t>
              </a:r>
            </a:p>
            <a:p>
              <a:r>
                <a:rPr lang="nl-NL" sz="1400" dirty="0">
                  <a:latin typeface="Consolas" panose="020B0609020204030204" pitchFamily="49" charset="0"/>
                </a:rPr>
                <a:t>Je kunt niet delen door nul</a:t>
              </a:r>
            </a:p>
          </p:txBody>
        </p:sp>
        <p:sp>
          <p:nvSpPr>
            <p:cNvPr id="7" name="Tekstvak 6">
              <a:extLst>
                <a:ext uri="{FF2B5EF4-FFF2-40B4-BE49-F238E27FC236}">
                  <a16:creationId xmlns:a16="http://schemas.microsoft.com/office/drawing/2014/main" id="{43EE4EC5-AF0D-6175-FB43-5839FC52607F}"/>
                </a:ext>
              </a:extLst>
            </p:cNvPr>
            <p:cNvSpPr txBox="1"/>
            <p:nvPr/>
          </p:nvSpPr>
          <p:spPr>
            <a:xfrm>
              <a:off x="10348844" y="2549389"/>
              <a:ext cx="608017" cy="285188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36000" tIns="0" rIns="0" bIns="0" rtlCol="0">
              <a:spAutoFit/>
            </a:bodyPr>
            <a:lstStyle/>
            <a:p>
              <a:pPr algn="ctr"/>
              <a:r>
                <a:rPr lang="nl-NL" sz="1400" dirty="0"/>
                <a:t>uitvoer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006201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EA279-990B-8A4E-9933-1DBDDF91C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itle 1">
            <a:extLst>
              <a:ext uri="{FF2B5EF4-FFF2-40B4-BE49-F238E27FC236}">
                <a16:creationId xmlns:a16="http://schemas.microsoft.com/office/drawing/2014/main" id="{1C58C8F8-84CA-7814-B707-FF7AE6B0CC0A}"/>
              </a:ext>
            </a:extLst>
          </p:cNvPr>
          <p:cNvSpPr txBox="1">
            <a:spLocks/>
          </p:cNvSpPr>
          <p:nvPr/>
        </p:nvSpPr>
        <p:spPr bwMode="auto">
          <a:xfrm>
            <a:off x="709358" y="0"/>
            <a:ext cx="9080662" cy="146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600" b="1" kern="0" dirty="0">
                <a:solidFill>
                  <a:prstClr val="black"/>
                </a:solidFill>
              </a:rPr>
              <a:t>Try – </a:t>
            </a:r>
            <a:r>
              <a:rPr lang="en-US" sz="3600" b="1" kern="0" dirty="0" err="1">
                <a:solidFill>
                  <a:prstClr val="black"/>
                </a:solidFill>
              </a:rPr>
              <a:t>meerdere</a:t>
            </a:r>
            <a:r>
              <a:rPr lang="en-US" sz="3600" b="1" kern="0" dirty="0">
                <a:solidFill>
                  <a:prstClr val="black"/>
                </a:solidFill>
              </a:rPr>
              <a:t> regels code</a:t>
            </a: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  <a:r>
              <a:rPr lang="en-US" sz="2000" b="1" kern="0" dirty="0">
                <a:solidFill>
                  <a:prstClr val="black"/>
                </a:solidFill>
              </a:rPr>
              <a:t>(§17.2)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" name="TextBox 22">
            <a:extLst>
              <a:ext uri="{FF2B5EF4-FFF2-40B4-BE49-F238E27FC236}">
                <a16:creationId xmlns:a16="http://schemas.microsoft.com/office/drawing/2014/main" id="{9DEBE28D-E1EF-A333-F7F4-C04D4D5DEDF9}"/>
              </a:ext>
            </a:extLst>
          </p:cNvPr>
          <p:cNvSpPr txBox="1"/>
          <p:nvPr/>
        </p:nvSpPr>
        <p:spPr bwMode="auto">
          <a:xfrm>
            <a:off x="440519" y="1818914"/>
            <a:ext cx="11130797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nl-NL" sz="2000" kern="0" dirty="0">
                <a:solidFill>
                  <a:srgbClr val="294171"/>
                </a:solidFill>
              </a:rPr>
              <a:t>Je mag ook meerdere statements in een </a:t>
            </a:r>
            <a:r>
              <a:rPr lang="nl-NL" sz="2000" kern="0" dirty="0" err="1">
                <a:solidFill>
                  <a:srgbClr val="294171"/>
                </a:solidFill>
              </a:rPr>
              <a:t>try-except</a:t>
            </a:r>
            <a:r>
              <a:rPr lang="nl-NL" sz="2000" kern="0" dirty="0">
                <a:solidFill>
                  <a:srgbClr val="294171"/>
                </a:solidFill>
              </a:rPr>
              <a:t> zetten!</a:t>
            </a:r>
          </a:p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nl-NL" sz="2000" kern="0" dirty="0">
                <a:solidFill>
                  <a:srgbClr val="294171"/>
                </a:solidFill>
              </a:rPr>
              <a:t>Alle </a:t>
            </a:r>
            <a:r>
              <a:rPr lang="nl-NL" sz="2000" kern="0" dirty="0" err="1">
                <a:solidFill>
                  <a:srgbClr val="294171"/>
                </a:solidFill>
              </a:rPr>
              <a:t>exceptions</a:t>
            </a:r>
            <a:r>
              <a:rPr lang="nl-NL" sz="2000" kern="0" dirty="0">
                <a:solidFill>
                  <a:srgbClr val="294171"/>
                </a:solidFill>
              </a:rPr>
              <a:t> worden op dezelfde manier afgehandeld:</a:t>
            </a:r>
          </a:p>
        </p:txBody>
      </p:sp>
      <p:grpSp>
        <p:nvGrpSpPr>
          <p:cNvPr id="5" name="Groep 4">
            <a:extLst>
              <a:ext uri="{FF2B5EF4-FFF2-40B4-BE49-F238E27FC236}">
                <a16:creationId xmlns:a16="http://schemas.microsoft.com/office/drawing/2014/main" id="{1BE468B3-BD4F-AFB1-A790-8A08FDA665B3}"/>
              </a:ext>
            </a:extLst>
          </p:cNvPr>
          <p:cNvGrpSpPr/>
          <p:nvPr/>
        </p:nvGrpSpPr>
        <p:grpSpPr>
          <a:xfrm>
            <a:off x="6629981" y="2837717"/>
            <a:ext cx="4785284" cy="756500"/>
            <a:chOff x="10162406" y="2549389"/>
            <a:chExt cx="4785284" cy="756500"/>
          </a:xfrm>
        </p:grpSpPr>
        <p:sp>
          <p:nvSpPr>
            <p:cNvPr id="6" name="Tekstvak 5">
              <a:extLst>
                <a:ext uri="{FF2B5EF4-FFF2-40B4-BE49-F238E27FC236}">
                  <a16:creationId xmlns:a16="http://schemas.microsoft.com/office/drawing/2014/main" id="{A21057EB-4622-8036-24A6-0D0D8F845E7A}"/>
                </a:ext>
              </a:extLst>
            </p:cNvPr>
            <p:cNvSpPr txBox="1"/>
            <p:nvPr/>
          </p:nvSpPr>
          <p:spPr>
            <a:xfrm>
              <a:off x="10162406" y="2656892"/>
              <a:ext cx="4785284" cy="64899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txBody>
            <a:bodyPr wrap="square" lIns="108000" tIns="144000" rIns="108000" bIns="72000">
              <a:spAutoFit/>
            </a:bodyPr>
            <a:lstStyle/>
            <a:p>
              <a:r>
                <a:rPr lang="nl-NL" sz="1400" dirty="0">
                  <a:latin typeface="Consolas" panose="020B0609020204030204" pitchFamily="49" charset="0"/>
                </a:rPr>
                <a:t>Geef een getal: abc</a:t>
              </a:r>
            </a:p>
            <a:p>
              <a:r>
                <a:rPr lang="nl-NL" sz="1400" dirty="0">
                  <a:latin typeface="Consolas" panose="020B0609020204030204" pitchFamily="49" charset="0"/>
                </a:rPr>
                <a:t>Je kunt niet delen door nul</a:t>
              </a:r>
            </a:p>
          </p:txBody>
        </p:sp>
        <p:sp>
          <p:nvSpPr>
            <p:cNvPr id="7" name="Tekstvak 6">
              <a:extLst>
                <a:ext uri="{FF2B5EF4-FFF2-40B4-BE49-F238E27FC236}">
                  <a16:creationId xmlns:a16="http://schemas.microsoft.com/office/drawing/2014/main" id="{A2BBCAD0-0E9F-3FF9-4840-8BA3BB358995}"/>
                </a:ext>
              </a:extLst>
            </p:cNvPr>
            <p:cNvSpPr txBox="1"/>
            <p:nvPr/>
          </p:nvSpPr>
          <p:spPr>
            <a:xfrm>
              <a:off x="10348844" y="2549389"/>
              <a:ext cx="608017" cy="285188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36000" tIns="0" rIns="0" bIns="0" rtlCol="0">
              <a:spAutoFit/>
            </a:bodyPr>
            <a:lstStyle/>
            <a:p>
              <a:pPr algn="ctr"/>
              <a:r>
                <a:rPr lang="nl-NL" sz="1400" dirty="0"/>
                <a:t>uitvoer</a:t>
              </a:r>
            </a:p>
          </p:txBody>
        </p:sp>
      </p:grpSp>
      <p:sp>
        <p:nvSpPr>
          <p:cNvPr id="9" name="Rectangle 2">
            <a:extLst>
              <a:ext uri="{FF2B5EF4-FFF2-40B4-BE49-F238E27FC236}">
                <a16:creationId xmlns:a16="http://schemas.microsoft.com/office/drawing/2014/main" id="{00121F00-2F58-2095-220B-5454F43FC2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358" y="2945221"/>
            <a:ext cx="5458546" cy="1323439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num = </a:t>
            </a:r>
            <a: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"Geef een getal: "</a:t>
            </a:r>
            <a: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))</a:t>
            </a:r>
            <a:b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f"3 gedeeld door </a:t>
            </a:r>
            <a: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0037A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0037A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 is </a:t>
            </a:r>
            <a: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0037A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3 </a:t>
            </a:r>
            <a: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/ num</a:t>
            </a:r>
            <a: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0037A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except</a:t>
            </a:r>
            <a: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"Je kunt niet delen door nul"</a:t>
            </a:r>
            <a: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</a:t>
            </a:r>
            <a:endParaRPr kumimoji="0" lang="nl-NL" altLang="nl-NL" sz="3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0" name="TextBox 22">
            <a:extLst>
              <a:ext uri="{FF2B5EF4-FFF2-40B4-BE49-F238E27FC236}">
                <a16:creationId xmlns:a16="http://schemas.microsoft.com/office/drawing/2014/main" id="{CD742B4D-E43A-E4F9-D829-6F4E4EF4BC49}"/>
              </a:ext>
            </a:extLst>
          </p:cNvPr>
          <p:cNvSpPr txBox="1"/>
          <p:nvPr/>
        </p:nvSpPr>
        <p:spPr bwMode="auto">
          <a:xfrm>
            <a:off x="440518" y="5359406"/>
            <a:ext cx="11130797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nl-NL" sz="2000" kern="0" dirty="0">
                <a:solidFill>
                  <a:srgbClr val="294171"/>
                </a:solidFill>
              </a:rPr>
              <a:t>Probleem: ‘abc’ naar int kan niet =&gt; </a:t>
            </a:r>
            <a:r>
              <a:rPr lang="en-US" sz="2000" kern="0" dirty="0" err="1">
                <a:solidFill>
                  <a:srgbClr val="294171"/>
                </a:solidFill>
              </a:rPr>
              <a:t>ValueError</a:t>
            </a:r>
            <a:r>
              <a:rPr lang="en-US" sz="2000" kern="0" dirty="0">
                <a:solidFill>
                  <a:srgbClr val="294171"/>
                </a:solidFill>
              </a:rPr>
              <a:t>: invalid literal for int() with base 10: '</a:t>
            </a:r>
            <a:r>
              <a:rPr lang="en-US" sz="2000" kern="0" dirty="0" err="1">
                <a:solidFill>
                  <a:srgbClr val="294171"/>
                </a:solidFill>
              </a:rPr>
              <a:t>abc</a:t>
            </a:r>
            <a:r>
              <a:rPr lang="en-US" sz="2000" kern="0" dirty="0">
                <a:solidFill>
                  <a:srgbClr val="294171"/>
                </a:solidFill>
              </a:rPr>
              <a:t>’</a:t>
            </a:r>
          </a:p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en-US" sz="2000" kern="0" dirty="0">
                <a:solidFill>
                  <a:srgbClr val="294171"/>
                </a:solidFill>
              </a:rPr>
              <a:t>De exception is </a:t>
            </a:r>
            <a:r>
              <a:rPr lang="en-US" sz="2000" kern="0" dirty="0" err="1">
                <a:solidFill>
                  <a:srgbClr val="294171"/>
                </a:solidFill>
              </a:rPr>
              <a:t>wel</a:t>
            </a:r>
            <a:r>
              <a:rPr lang="en-US" sz="2000" kern="0" dirty="0">
                <a:solidFill>
                  <a:srgbClr val="294171"/>
                </a:solidFill>
              </a:rPr>
              <a:t> </a:t>
            </a:r>
            <a:r>
              <a:rPr lang="en-US" sz="2000" kern="0" dirty="0" err="1">
                <a:solidFill>
                  <a:srgbClr val="294171"/>
                </a:solidFill>
              </a:rPr>
              <a:t>afgehandeld</a:t>
            </a:r>
            <a:r>
              <a:rPr lang="en-US" sz="2000" kern="0" dirty="0">
                <a:solidFill>
                  <a:srgbClr val="294171"/>
                </a:solidFill>
              </a:rPr>
              <a:t>, maar de melding is </a:t>
            </a:r>
            <a:r>
              <a:rPr lang="en-US" sz="2000" kern="0" dirty="0" err="1">
                <a:solidFill>
                  <a:srgbClr val="294171"/>
                </a:solidFill>
              </a:rPr>
              <a:t>misleidend</a:t>
            </a:r>
            <a:endParaRPr lang="nl-NL" sz="2000" kern="0" dirty="0">
              <a:solidFill>
                <a:srgbClr val="29417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4167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89E2F6-B8F3-AB90-1E07-050C068E1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2">
            <a:extLst>
              <a:ext uri="{FF2B5EF4-FFF2-40B4-BE49-F238E27FC236}">
                <a16:creationId xmlns:a16="http://schemas.microsoft.com/office/drawing/2014/main" id="{D33ED064-AA0F-219A-239C-0866182F51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4025" y="2653020"/>
            <a:ext cx="5458546" cy="2554545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num = </a:t>
            </a:r>
            <a: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"Geef een getal: "</a:t>
            </a:r>
            <a: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))</a:t>
            </a:r>
            <a:b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f"3 gedeeld door </a:t>
            </a:r>
            <a: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0037A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0037A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 is </a:t>
            </a:r>
            <a: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0037A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3 </a:t>
            </a:r>
            <a: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/ num</a:t>
            </a:r>
            <a: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0037A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b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except </a:t>
            </a:r>
            <a: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ZeroDivisionError</a:t>
            </a:r>
            <a: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"Je kunt niet delen door nul"</a:t>
            </a:r>
            <a: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except </a:t>
            </a:r>
            <a: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ValueError</a:t>
            </a:r>
            <a: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"Je gaf geen getal"</a:t>
            </a:r>
            <a: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except</a:t>
            </a:r>
            <a: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"Er ging iets anders mis!"</a:t>
            </a:r>
            <a: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</a:t>
            </a:r>
            <a:endParaRPr kumimoji="0" lang="nl-NL" altLang="nl-NL" sz="3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DE9380F0-3F98-D101-A91D-1BF309CDA71A}"/>
              </a:ext>
            </a:extLst>
          </p:cNvPr>
          <p:cNvSpPr txBox="1">
            <a:spLocks/>
          </p:cNvSpPr>
          <p:nvPr/>
        </p:nvSpPr>
        <p:spPr bwMode="auto">
          <a:xfrm>
            <a:off x="709358" y="0"/>
            <a:ext cx="9080662" cy="146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600" b="1" kern="0" dirty="0" err="1">
                <a:solidFill>
                  <a:prstClr val="black"/>
                </a:solidFill>
              </a:rPr>
              <a:t>Specifieke</a:t>
            </a:r>
            <a:r>
              <a:rPr lang="en-US" sz="3600" b="1" kern="0" dirty="0">
                <a:solidFill>
                  <a:prstClr val="black"/>
                </a:solidFill>
              </a:rPr>
              <a:t> exceptions </a:t>
            </a:r>
            <a:r>
              <a:rPr lang="en-US" sz="3600" b="1" kern="0" dirty="0" err="1">
                <a:solidFill>
                  <a:prstClr val="black"/>
                </a:solidFill>
              </a:rPr>
              <a:t>afhandelen</a:t>
            </a:r>
            <a:r>
              <a:rPr lang="en-US" sz="3600" b="1" kern="0" dirty="0">
                <a:solidFill>
                  <a:prstClr val="black"/>
                </a:solidFill>
              </a:rPr>
              <a:t> </a:t>
            </a:r>
            <a:r>
              <a:rPr lang="en-US" sz="2000" b="1" kern="0" dirty="0">
                <a:solidFill>
                  <a:prstClr val="black"/>
                </a:solidFill>
              </a:rPr>
              <a:t>(§17.2)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" name="TextBox 22">
            <a:extLst>
              <a:ext uri="{FF2B5EF4-FFF2-40B4-BE49-F238E27FC236}">
                <a16:creationId xmlns:a16="http://schemas.microsoft.com/office/drawing/2014/main" id="{1D6D8ADE-AD3E-3C22-58E5-F08973D6B4B6}"/>
              </a:ext>
            </a:extLst>
          </p:cNvPr>
          <p:cNvSpPr txBox="1"/>
          <p:nvPr/>
        </p:nvSpPr>
        <p:spPr bwMode="auto">
          <a:xfrm>
            <a:off x="440519" y="1818914"/>
            <a:ext cx="1113079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nl-NL" sz="2000" kern="0" dirty="0">
                <a:solidFill>
                  <a:srgbClr val="294171"/>
                </a:solidFill>
              </a:rPr>
              <a:t>Gelukkig kan je ook meerdere en specifieke </a:t>
            </a:r>
            <a:r>
              <a:rPr lang="nl-NL" sz="2000" kern="0" dirty="0" err="1">
                <a:solidFill>
                  <a:srgbClr val="294171"/>
                </a:solidFill>
              </a:rPr>
              <a:t>excepts</a:t>
            </a:r>
            <a:r>
              <a:rPr lang="nl-NL" sz="2000" kern="0" dirty="0">
                <a:solidFill>
                  <a:srgbClr val="294171"/>
                </a:solidFill>
              </a:rPr>
              <a:t> opnemen:</a:t>
            </a:r>
          </a:p>
        </p:txBody>
      </p:sp>
      <p:grpSp>
        <p:nvGrpSpPr>
          <p:cNvPr id="4" name="Groep 3">
            <a:extLst>
              <a:ext uri="{FF2B5EF4-FFF2-40B4-BE49-F238E27FC236}">
                <a16:creationId xmlns:a16="http://schemas.microsoft.com/office/drawing/2014/main" id="{ED6E3661-D62B-C8E3-A97E-BB9E99B369B1}"/>
              </a:ext>
            </a:extLst>
          </p:cNvPr>
          <p:cNvGrpSpPr/>
          <p:nvPr/>
        </p:nvGrpSpPr>
        <p:grpSpPr>
          <a:xfrm>
            <a:off x="6629981" y="2549888"/>
            <a:ext cx="4785284" cy="756500"/>
            <a:chOff x="10162406" y="2549389"/>
            <a:chExt cx="4785284" cy="756500"/>
          </a:xfrm>
        </p:grpSpPr>
        <p:sp>
          <p:nvSpPr>
            <p:cNvPr id="8" name="Tekstvak 7">
              <a:extLst>
                <a:ext uri="{FF2B5EF4-FFF2-40B4-BE49-F238E27FC236}">
                  <a16:creationId xmlns:a16="http://schemas.microsoft.com/office/drawing/2014/main" id="{540835AE-B8FF-75DD-ECDF-1E8EDC10669D}"/>
                </a:ext>
              </a:extLst>
            </p:cNvPr>
            <p:cNvSpPr txBox="1"/>
            <p:nvPr/>
          </p:nvSpPr>
          <p:spPr>
            <a:xfrm>
              <a:off x="10162406" y="2656892"/>
              <a:ext cx="4785284" cy="64899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txBody>
            <a:bodyPr wrap="square" lIns="108000" tIns="144000" rIns="108000" bIns="72000">
              <a:spAutoFit/>
            </a:bodyPr>
            <a:lstStyle/>
            <a:p>
              <a:r>
                <a:rPr lang="nl-NL" sz="1400" dirty="0">
                  <a:latin typeface="Consolas" panose="020B0609020204030204" pitchFamily="49" charset="0"/>
                </a:rPr>
                <a:t>Geef een getal: abc</a:t>
              </a:r>
            </a:p>
            <a:p>
              <a:r>
                <a:rPr lang="nl-NL" sz="1400" dirty="0">
                  <a:latin typeface="Consolas" panose="020B0609020204030204" pitchFamily="49" charset="0"/>
                </a:rPr>
                <a:t>Je gaf geen getal</a:t>
              </a:r>
            </a:p>
          </p:txBody>
        </p:sp>
        <p:sp>
          <p:nvSpPr>
            <p:cNvPr id="11" name="Tekstvak 10">
              <a:extLst>
                <a:ext uri="{FF2B5EF4-FFF2-40B4-BE49-F238E27FC236}">
                  <a16:creationId xmlns:a16="http://schemas.microsoft.com/office/drawing/2014/main" id="{92686225-0074-26A1-7C97-64F58A99706F}"/>
                </a:ext>
              </a:extLst>
            </p:cNvPr>
            <p:cNvSpPr txBox="1"/>
            <p:nvPr/>
          </p:nvSpPr>
          <p:spPr>
            <a:xfrm>
              <a:off x="10348844" y="2549389"/>
              <a:ext cx="608017" cy="285188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36000" tIns="0" rIns="0" bIns="0" rtlCol="0">
              <a:spAutoFit/>
            </a:bodyPr>
            <a:lstStyle/>
            <a:p>
              <a:pPr algn="ctr"/>
              <a:r>
                <a:rPr lang="nl-NL" sz="1400" dirty="0"/>
                <a:t>uitvoer</a:t>
              </a:r>
            </a:p>
          </p:txBody>
        </p:sp>
      </p:grpSp>
      <p:grpSp>
        <p:nvGrpSpPr>
          <p:cNvPr id="12" name="Groep 11">
            <a:extLst>
              <a:ext uri="{FF2B5EF4-FFF2-40B4-BE49-F238E27FC236}">
                <a16:creationId xmlns:a16="http://schemas.microsoft.com/office/drawing/2014/main" id="{21869F30-46C8-FF16-9F26-CF3F439ED81E}"/>
              </a:ext>
            </a:extLst>
          </p:cNvPr>
          <p:cNvGrpSpPr/>
          <p:nvPr/>
        </p:nvGrpSpPr>
        <p:grpSpPr>
          <a:xfrm>
            <a:off x="6629981" y="3958623"/>
            <a:ext cx="4785284" cy="756500"/>
            <a:chOff x="10162406" y="2549389"/>
            <a:chExt cx="4785284" cy="756500"/>
          </a:xfrm>
        </p:grpSpPr>
        <p:sp>
          <p:nvSpPr>
            <p:cNvPr id="13" name="Tekstvak 12">
              <a:extLst>
                <a:ext uri="{FF2B5EF4-FFF2-40B4-BE49-F238E27FC236}">
                  <a16:creationId xmlns:a16="http://schemas.microsoft.com/office/drawing/2014/main" id="{E92FD9ED-00E8-77D2-D8FD-3246E6C75E13}"/>
                </a:ext>
              </a:extLst>
            </p:cNvPr>
            <p:cNvSpPr txBox="1"/>
            <p:nvPr/>
          </p:nvSpPr>
          <p:spPr>
            <a:xfrm>
              <a:off x="10162406" y="2656892"/>
              <a:ext cx="4785284" cy="64899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txBody>
            <a:bodyPr wrap="square" lIns="108000" tIns="144000" rIns="108000" bIns="72000">
              <a:spAutoFit/>
            </a:bodyPr>
            <a:lstStyle/>
            <a:p>
              <a:r>
                <a:rPr lang="nl-NL" sz="1400" dirty="0">
                  <a:latin typeface="Consolas" panose="020B0609020204030204" pitchFamily="49" charset="0"/>
                </a:rPr>
                <a:t>Geef een getal: 0</a:t>
              </a:r>
            </a:p>
            <a:p>
              <a:r>
                <a:rPr lang="nl-NL" sz="1400" dirty="0">
                  <a:latin typeface="Consolas" panose="020B0609020204030204" pitchFamily="49" charset="0"/>
                </a:rPr>
                <a:t>Je kunt niet delen door nul</a:t>
              </a:r>
            </a:p>
          </p:txBody>
        </p:sp>
        <p:sp>
          <p:nvSpPr>
            <p:cNvPr id="14" name="Tekstvak 13">
              <a:extLst>
                <a:ext uri="{FF2B5EF4-FFF2-40B4-BE49-F238E27FC236}">
                  <a16:creationId xmlns:a16="http://schemas.microsoft.com/office/drawing/2014/main" id="{99F84144-EE22-E885-C19B-47FDBA1D8439}"/>
                </a:ext>
              </a:extLst>
            </p:cNvPr>
            <p:cNvSpPr txBox="1"/>
            <p:nvPr/>
          </p:nvSpPr>
          <p:spPr>
            <a:xfrm>
              <a:off x="10348844" y="2549389"/>
              <a:ext cx="608017" cy="285188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36000" tIns="0" rIns="0" bIns="0" rtlCol="0">
              <a:spAutoFit/>
            </a:bodyPr>
            <a:lstStyle/>
            <a:p>
              <a:pPr algn="ctr"/>
              <a:r>
                <a:rPr lang="nl-NL" sz="1400" dirty="0"/>
                <a:t>uitvoer</a:t>
              </a:r>
            </a:p>
          </p:txBody>
        </p:sp>
      </p:grpSp>
      <p:sp>
        <p:nvSpPr>
          <p:cNvPr id="16" name="TextBox 22">
            <a:extLst>
              <a:ext uri="{FF2B5EF4-FFF2-40B4-BE49-F238E27FC236}">
                <a16:creationId xmlns:a16="http://schemas.microsoft.com/office/drawing/2014/main" id="{726B1638-9360-98A4-B876-0AE1F89F0112}"/>
              </a:ext>
            </a:extLst>
          </p:cNvPr>
          <p:cNvSpPr txBox="1"/>
          <p:nvPr/>
        </p:nvSpPr>
        <p:spPr bwMode="auto">
          <a:xfrm>
            <a:off x="440518" y="5767248"/>
            <a:ext cx="11130797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nl-NL" sz="2000" kern="0" dirty="0">
                <a:solidFill>
                  <a:srgbClr val="294171"/>
                </a:solidFill>
              </a:rPr>
              <a:t>De laatste </a:t>
            </a:r>
            <a:r>
              <a:rPr lang="nl-NL" sz="2000" kern="0" dirty="0" err="1">
                <a:solidFill>
                  <a:srgbClr val="294171"/>
                </a:solidFill>
              </a:rPr>
              <a:t>except</a:t>
            </a:r>
            <a:r>
              <a:rPr lang="nl-NL" sz="2000" kern="0" dirty="0">
                <a:solidFill>
                  <a:srgbClr val="294171"/>
                </a:solidFill>
              </a:rPr>
              <a:t> handelt alle </a:t>
            </a:r>
            <a:r>
              <a:rPr lang="nl-NL" sz="2000" kern="0" dirty="0" err="1">
                <a:solidFill>
                  <a:srgbClr val="294171"/>
                </a:solidFill>
              </a:rPr>
              <a:t>exceptions</a:t>
            </a:r>
            <a:r>
              <a:rPr lang="nl-NL" sz="2000" kern="0" dirty="0">
                <a:solidFill>
                  <a:srgbClr val="294171"/>
                </a:solidFill>
              </a:rPr>
              <a:t> af die geen </a:t>
            </a:r>
            <a:r>
              <a:rPr lang="nl-NL" sz="2000" kern="0" dirty="0" err="1">
                <a:solidFill>
                  <a:srgbClr val="294171"/>
                </a:solidFill>
              </a:rPr>
              <a:t>ZeroDivisionError</a:t>
            </a:r>
            <a:r>
              <a:rPr lang="nl-NL" sz="2000" kern="0" dirty="0">
                <a:solidFill>
                  <a:srgbClr val="294171"/>
                </a:solidFill>
              </a:rPr>
              <a:t> of </a:t>
            </a:r>
            <a:r>
              <a:rPr lang="nl-NL" sz="2000" kern="0" dirty="0" err="1">
                <a:solidFill>
                  <a:srgbClr val="294171"/>
                </a:solidFill>
              </a:rPr>
              <a:t>ValueError</a:t>
            </a:r>
            <a:r>
              <a:rPr lang="nl-NL" sz="2000" kern="0" dirty="0">
                <a:solidFill>
                  <a:srgbClr val="294171"/>
                </a:solidFill>
              </a:rPr>
              <a:t> zijn!</a:t>
            </a:r>
            <a:br>
              <a:rPr lang="nl-NL" sz="2000" kern="0" dirty="0">
                <a:solidFill>
                  <a:srgbClr val="294171"/>
                </a:solidFill>
              </a:rPr>
            </a:br>
            <a:r>
              <a:rPr lang="nl-NL" sz="2000" kern="0" dirty="0">
                <a:solidFill>
                  <a:srgbClr val="294171"/>
                </a:solidFill>
              </a:rPr>
              <a:t>Deze moet als laatste geplaatst worden!</a:t>
            </a:r>
          </a:p>
        </p:txBody>
      </p:sp>
    </p:spTree>
    <p:extLst>
      <p:ext uri="{BB962C8B-B14F-4D97-AF65-F5344CB8AC3E}">
        <p14:creationId xmlns:p14="http://schemas.microsoft.com/office/powerpoint/2010/main" val="2050975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DF093B-8696-76CC-787E-40FBFD56F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itle 1">
            <a:extLst>
              <a:ext uri="{FF2B5EF4-FFF2-40B4-BE49-F238E27FC236}">
                <a16:creationId xmlns:a16="http://schemas.microsoft.com/office/drawing/2014/main" id="{F71F8AE3-F734-37A2-63F0-728E2F44410C}"/>
              </a:ext>
            </a:extLst>
          </p:cNvPr>
          <p:cNvSpPr txBox="1">
            <a:spLocks/>
          </p:cNvSpPr>
          <p:nvPr/>
        </p:nvSpPr>
        <p:spPr bwMode="auto">
          <a:xfrm>
            <a:off x="709358" y="0"/>
            <a:ext cx="9080662" cy="146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600" b="1" kern="0" dirty="0" err="1">
                <a:solidFill>
                  <a:prstClr val="black"/>
                </a:solidFill>
              </a:rPr>
              <a:t>Veelvoorkomende</a:t>
            </a:r>
            <a:r>
              <a:rPr lang="en-US" sz="3600" b="1" kern="0" dirty="0">
                <a:solidFill>
                  <a:prstClr val="black"/>
                </a:solidFill>
              </a:rPr>
              <a:t> exceptions </a:t>
            </a:r>
            <a:r>
              <a:rPr lang="en-US" sz="2000" b="1" kern="0" dirty="0">
                <a:solidFill>
                  <a:prstClr val="black"/>
                </a:solidFill>
              </a:rPr>
              <a:t>(§17.2)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" name="TextBox 22">
            <a:extLst>
              <a:ext uri="{FF2B5EF4-FFF2-40B4-BE49-F238E27FC236}">
                <a16:creationId xmlns:a16="http://schemas.microsoft.com/office/drawing/2014/main" id="{2AD694A7-74F5-D535-9035-3351F370D05B}"/>
              </a:ext>
            </a:extLst>
          </p:cNvPr>
          <p:cNvSpPr txBox="1"/>
          <p:nvPr/>
        </p:nvSpPr>
        <p:spPr bwMode="auto">
          <a:xfrm>
            <a:off x="440519" y="1818914"/>
            <a:ext cx="1113079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nl-NL" sz="2000" kern="0" dirty="0">
                <a:solidFill>
                  <a:srgbClr val="294171"/>
                </a:solidFill>
              </a:rPr>
              <a:t>Sommige </a:t>
            </a:r>
            <a:r>
              <a:rPr lang="nl-NL" sz="2000" kern="0" dirty="0" err="1">
                <a:solidFill>
                  <a:srgbClr val="294171"/>
                </a:solidFill>
              </a:rPr>
              <a:t>exceptions</a:t>
            </a:r>
            <a:r>
              <a:rPr lang="nl-NL" sz="2000" kern="0" dirty="0">
                <a:solidFill>
                  <a:srgbClr val="294171"/>
                </a:solidFill>
              </a:rPr>
              <a:t> zie je wat vaker terug dan anderen:</a:t>
            </a:r>
          </a:p>
        </p:txBody>
      </p:sp>
      <p:graphicFrame>
        <p:nvGraphicFramePr>
          <p:cNvPr id="3" name="Tabel 2">
            <a:extLst>
              <a:ext uri="{FF2B5EF4-FFF2-40B4-BE49-F238E27FC236}">
                <a16:creationId xmlns:a16="http://schemas.microsoft.com/office/drawing/2014/main" id="{EF8C805E-DAF5-533D-7D50-305FBD50B5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7432451"/>
              </p:ext>
            </p:extLst>
          </p:nvPr>
        </p:nvGraphicFramePr>
        <p:xfrm>
          <a:off x="757336" y="2732767"/>
          <a:ext cx="10677328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4591">
                  <a:extLst>
                    <a:ext uri="{9D8B030D-6E8A-4147-A177-3AD203B41FA5}">
                      <a16:colId xmlns:a16="http://schemas.microsoft.com/office/drawing/2014/main" val="1419703753"/>
                    </a:ext>
                  </a:extLst>
                </a:gridCol>
                <a:gridCol w="8662737">
                  <a:extLst>
                    <a:ext uri="{9D8B030D-6E8A-4147-A177-3AD203B41FA5}">
                      <a16:colId xmlns:a16="http://schemas.microsoft.com/office/drawing/2014/main" val="1830859937"/>
                    </a:ext>
                  </a:extLst>
                </a:gridCol>
              </a:tblGrid>
              <a:tr h="227811">
                <a:tc>
                  <a:txBody>
                    <a:bodyPr/>
                    <a:lstStyle/>
                    <a:p>
                      <a:r>
                        <a:rPr lang="nl-NL" sz="1400" dirty="0" err="1"/>
                        <a:t>Exception</a:t>
                      </a:r>
                      <a:endParaRPr lang="nl-NL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400" dirty="0"/>
                        <a:t>Omschrijving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6259877"/>
                  </a:ext>
                </a:extLst>
              </a:tr>
              <a:tr h="227811">
                <a:tc>
                  <a:txBody>
                    <a:bodyPr/>
                    <a:lstStyle/>
                    <a:p>
                      <a:r>
                        <a:rPr lang="nl-NL" sz="1500" kern="0" dirty="0" err="1">
                          <a:solidFill>
                            <a:srgbClr val="294171"/>
                          </a:solidFill>
                        </a:rPr>
                        <a:t>ZeroDivisionError</a:t>
                      </a:r>
                      <a:endParaRPr lang="nl-NL" sz="1500" kern="0" dirty="0">
                        <a:solidFill>
                          <a:srgbClr val="29417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dirty="0"/>
                        <a:t>Delen door nul</a:t>
                      </a:r>
                      <a:endParaRPr lang="nl-NL" sz="1500" kern="0" dirty="0">
                        <a:solidFill>
                          <a:srgbClr val="29417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3053242"/>
                  </a:ext>
                </a:extLst>
              </a:tr>
              <a:tr h="332230">
                <a:tc>
                  <a:txBody>
                    <a:bodyPr/>
                    <a:lstStyle/>
                    <a:p>
                      <a:r>
                        <a:rPr lang="nl-NL" sz="1500" kern="0" dirty="0" err="1">
                          <a:solidFill>
                            <a:srgbClr val="294171"/>
                          </a:solidFill>
                        </a:rPr>
                        <a:t>IndexError</a:t>
                      </a:r>
                      <a:endParaRPr lang="nl-NL" sz="1500" kern="0" dirty="0">
                        <a:solidFill>
                          <a:srgbClr val="29417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nl-NL" sz="1600" dirty="0"/>
                        <a:t>Het benaderen van een list of </a:t>
                      </a:r>
                      <a:r>
                        <a:rPr lang="nl-NL" sz="1600" dirty="0" err="1"/>
                        <a:t>tuple</a:t>
                      </a:r>
                      <a:r>
                        <a:rPr lang="nl-NL" sz="1600" dirty="0"/>
                        <a:t> met een index die niet binnen het legale bereik valt</a:t>
                      </a:r>
                      <a:endParaRPr lang="nl-NL" sz="1500" kern="0" dirty="0">
                        <a:solidFill>
                          <a:srgbClr val="29417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9739431"/>
                  </a:ext>
                </a:extLst>
              </a:tr>
              <a:tr h="227811">
                <a:tc>
                  <a:txBody>
                    <a:bodyPr/>
                    <a:lstStyle/>
                    <a:p>
                      <a:r>
                        <a:rPr lang="nl-NL" sz="1500" kern="0" dirty="0" err="1">
                          <a:solidFill>
                            <a:srgbClr val="294171"/>
                          </a:solidFill>
                        </a:rPr>
                        <a:t>KeyError</a:t>
                      </a:r>
                      <a:endParaRPr lang="nl-NL" sz="1500" kern="0" dirty="0">
                        <a:solidFill>
                          <a:srgbClr val="29417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/>
                        <a:t>Het benaderen van een </a:t>
                      </a:r>
                      <a:r>
                        <a:rPr lang="nl-NL" sz="1600" dirty="0" err="1"/>
                        <a:t>dictionary</a:t>
                      </a:r>
                      <a:r>
                        <a:rPr lang="nl-NL" sz="1600" dirty="0"/>
                        <a:t> met een </a:t>
                      </a:r>
                      <a:r>
                        <a:rPr lang="nl-NL" sz="1600" dirty="0" err="1"/>
                        <a:t>key</a:t>
                      </a:r>
                      <a:r>
                        <a:rPr lang="nl-NL" sz="1600" dirty="0"/>
                        <a:t> die onbekend is</a:t>
                      </a:r>
                      <a:endParaRPr lang="nl-NL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7125045"/>
                  </a:ext>
                </a:extLst>
              </a:tr>
              <a:tr h="227811">
                <a:tc>
                  <a:txBody>
                    <a:bodyPr/>
                    <a:lstStyle/>
                    <a:p>
                      <a:r>
                        <a:rPr lang="nl-NL" sz="1500" kern="0" dirty="0" err="1">
                          <a:solidFill>
                            <a:srgbClr val="294171"/>
                          </a:solidFill>
                        </a:rPr>
                        <a:t>IOError</a:t>
                      </a:r>
                      <a:endParaRPr lang="nl-NL" sz="1500" kern="0" dirty="0">
                        <a:solidFill>
                          <a:srgbClr val="29417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/>
                        <a:t>Iedere fout die kan optreden als je een bestand benadert</a:t>
                      </a:r>
                      <a:endParaRPr lang="nl-NL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2387944"/>
                  </a:ext>
                </a:extLst>
              </a:tr>
              <a:tr h="227811">
                <a:tc>
                  <a:txBody>
                    <a:bodyPr/>
                    <a:lstStyle/>
                    <a:p>
                      <a:r>
                        <a:rPr lang="nl-NL" sz="1500" kern="0" dirty="0" err="1">
                          <a:solidFill>
                            <a:srgbClr val="294171"/>
                          </a:solidFill>
                        </a:rPr>
                        <a:t>FileNotFoundError</a:t>
                      </a:r>
                      <a:endParaRPr lang="nl-NL" sz="1500" kern="0" dirty="0">
                        <a:solidFill>
                          <a:srgbClr val="29417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/>
                        <a:t>Het proberen te openen van een niet-bestaand bestand om er uit te lezen</a:t>
                      </a:r>
                      <a:endParaRPr lang="nl-NL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773091"/>
                  </a:ext>
                </a:extLst>
              </a:tr>
              <a:tr h="227811">
                <a:tc>
                  <a:txBody>
                    <a:bodyPr/>
                    <a:lstStyle/>
                    <a:p>
                      <a:r>
                        <a:rPr lang="nl-NL" sz="1500" kern="0" dirty="0" err="1">
                          <a:solidFill>
                            <a:srgbClr val="294171"/>
                          </a:solidFill>
                        </a:rPr>
                        <a:t>ValueError</a:t>
                      </a:r>
                      <a:endParaRPr lang="nl-NL" sz="1500" kern="0" dirty="0">
                        <a:solidFill>
                          <a:srgbClr val="29417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/>
                        <a:t>Het optreden van een fout bij het “casten” van een waarde naar een andere waarde</a:t>
                      </a:r>
                      <a:endParaRPr lang="nl-NL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31462"/>
                  </a:ext>
                </a:extLst>
              </a:tr>
              <a:tr h="227811">
                <a:tc>
                  <a:txBody>
                    <a:bodyPr/>
                    <a:lstStyle/>
                    <a:p>
                      <a:r>
                        <a:rPr lang="nl-NL" sz="1500" kern="0" dirty="0" err="1">
                          <a:solidFill>
                            <a:srgbClr val="294171"/>
                          </a:solidFill>
                        </a:rPr>
                        <a:t>TypeError</a:t>
                      </a:r>
                      <a:endParaRPr lang="nl-NL" sz="1500" kern="0" dirty="0">
                        <a:solidFill>
                          <a:srgbClr val="29417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/>
                        <a:t>Het gebruiken van een operatie met een waarde van een data type dat niet ondersteund wordt</a:t>
                      </a:r>
                      <a:endParaRPr lang="nl-NL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15454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48908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D712648-A749-4D8F-BF8D-320A30BE0286}"/>
              </a:ext>
            </a:extLst>
          </p:cNvPr>
          <p:cNvSpPr txBox="1">
            <a:spLocks/>
          </p:cNvSpPr>
          <p:nvPr/>
        </p:nvSpPr>
        <p:spPr bwMode="auto">
          <a:xfrm>
            <a:off x="709358" y="0"/>
            <a:ext cx="7772400" cy="147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Oefening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" name="TextBox 15">
            <a:extLst>
              <a:ext uri="{FF2B5EF4-FFF2-40B4-BE49-F238E27FC236}">
                <a16:creationId xmlns:a16="http://schemas.microsoft.com/office/drawing/2014/main" id="{4BE06C53-7688-498D-B6CC-39020F2B65C3}"/>
              </a:ext>
            </a:extLst>
          </p:cNvPr>
          <p:cNvSpPr txBox="1"/>
          <p:nvPr/>
        </p:nvSpPr>
        <p:spPr bwMode="auto">
          <a:xfrm>
            <a:off x="709358" y="1814897"/>
            <a:ext cx="393248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nl-NL" sz="2000" kern="0" dirty="0">
                <a:solidFill>
                  <a:srgbClr val="294171"/>
                </a:solidFill>
              </a:rPr>
              <a:t>Maak oefening PROG9.4 op Canvas!</a:t>
            </a:r>
            <a:endParaRPr lang="nl-NL" sz="2000" b="1" dirty="0"/>
          </a:p>
        </p:txBody>
      </p:sp>
    </p:spTree>
    <p:extLst>
      <p:ext uri="{BB962C8B-B14F-4D97-AF65-F5344CB8AC3E}">
        <p14:creationId xmlns:p14="http://schemas.microsoft.com/office/powerpoint/2010/main" val="19169185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4DB0405F-DC0E-B577-0198-5EDBF22BD434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600201"/>
            <a:ext cx="8229600" cy="36957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nl-NL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Deze les: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nl-NL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Maak </a:t>
            </a:r>
            <a:r>
              <a:rPr lang="nl-NL" sz="2400" dirty="0">
                <a:solidFill>
                  <a:sysClr val="windowText" lastClr="000000"/>
                </a:solidFill>
                <a:latin typeface="Calibri"/>
              </a:rPr>
              <a:t>de </a:t>
            </a:r>
            <a:r>
              <a:rPr kumimoji="0" lang="nl-NL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2"/>
              </a:rPr>
              <a:t>quiz</a:t>
            </a:r>
            <a:r>
              <a:rPr kumimoji="0" lang="nl-NL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(optioneel)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nl-NL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Maak openstaande </a:t>
            </a:r>
            <a:r>
              <a:rPr lang="nl-NL" sz="2400" dirty="0">
                <a:solidFill>
                  <a:sysClr val="windowText" lastClr="000000"/>
                </a:solidFill>
                <a:latin typeface="Calibri"/>
              </a:rPr>
              <a:t>opdrachten af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kumimoji="0" lang="nl-NL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nl-NL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Voor volgende les: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nl-NL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Maak de voorbereidingsopdrachten </a:t>
            </a:r>
          </a:p>
          <a:p>
            <a:pPr>
              <a:defRPr/>
            </a:pPr>
            <a:r>
              <a:rPr lang="nl-NL" sz="2400" b="1" u="sng" dirty="0">
                <a:solidFill>
                  <a:sysClr val="windowText" lastClr="000000"/>
                </a:solidFill>
                <a:latin typeface="Calibri"/>
              </a:rPr>
              <a:t>L</a:t>
            </a:r>
            <a:r>
              <a:rPr kumimoji="0" lang="nl-NL" sz="2400" b="1" i="0" u="sng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ees</a:t>
            </a:r>
            <a:r>
              <a:rPr kumimoji="0" lang="nl-NL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de op Canvas genoemde literatuur!!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nl-NL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Start met de oefeningen op Canvas</a:t>
            </a:r>
            <a:endParaRPr kumimoji="0" lang="nl-NL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A80C976F-6F24-4156-8C3A-6EE1B918ECAB}"/>
              </a:ext>
            </a:extLst>
          </p:cNvPr>
          <p:cNvSpPr txBox="1">
            <a:spLocks/>
          </p:cNvSpPr>
          <p:nvPr/>
        </p:nvSpPr>
        <p:spPr bwMode="auto">
          <a:xfrm>
            <a:off x="709358" y="0"/>
            <a:ext cx="7772400" cy="147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600" b="1" kern="0" dirty="0" err="1">
                <a:latin typeface="Calibri" pitchFamily="34" charset="0"/>
              </a:rPr>
              <a:t>Opdracht</a:t>
            </a:r>
            <a:r>
              <a:rPr lang="en-US" sz="3600" b="1" kern="0" dirty="0">
                <a:latin typeface="Calibri" pitchFamily="34" charset="0"/>
              </a:rPr>
              <a:t>(</a:t>
            </a:r>
            <a:r>
              <a:rPr lang="en-US" sz="3600" b="1" kern="0" dirty="0" err="1">
                <a:latin typeface="Calibri" pitchFamily="34" charset="0"/>
              </a:rPr>
              <a:t>en</a:t>
            </a:r>
            <a:r>
              <a:rPr lang="en-US" sz="3600" b="1" kern="0" dirty="0">
                <a:latin typeface="Calibri" pitchFamily="34" charset="0"/>
              </a:rPr>
              <a:t>)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Calibri" pitchFamily="34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443347485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1175</TotalTime>
  <Words>2169</Words>
  <Application>Microsoft Office PowerPoint</Application>
  <PresentationFormat>Breedbeeld</PresentationFormat>
  <Paragraphs>237</Paragraphs>
  <Slides>30</Slides>
  <Notes>0</Notes>
  <HiddenSlides>5</HiddenSlides>
  <MMClips>0</MMClips>
  <ScaleCrop>false</ScaleCrop>
  <HeadingPairs>
    <vt:vector size="6" baseType="variant">
      <vt:variant>
        <vt:lpstr>Gebruikte lettertypen</vt:lpstr>
      </vt:variant>
      <vt:variant>
        <vt:i4>6</vt:i4>
      </vt:variant>
      <vt:variant>
        <vt:lpstr>Thema</vt:lpstr>
      </vt:variant>
      <vt:variant>
        <vt:i4>2</vt:i4>
      </vt:variant>
      <vt:variant>
        <vt:lpstr>Diatitels</vt:lpstr>
      </vt:variant>
      <vt:variant>
        <vt:i4>30</vt:i4>
      </vt:variant>
    </vt:vector>
  </HeadingPairs>
  <TitlesOfParts>
    <vt:vector size="38" baseType="lpstr">
      <vt:lpstr>Calibri</vt:lpstr>
      <vt:lpstr>Courier New</vt:lpstr>
      <vt:lpstr>Wingdings</vt:lpstr>
      <vt:lpstr>Calibri Light</vt:lpstr>
      <vt:lpstr>Arial</vt:lpstr>
      <vt:lpstr>Consolas</vt:lpstr>
      <vt:lpstr>Kantoorthema</vt:lpstr>
      <vt:lpstr>1_Kantoorthema</vt:lpstr>
      <vt:lpstr>PowerPoint-presentatie</vt:lpstr>
      <vt:lpstr>Korte bespreking oefentoets</vt:lpstr>
      <vt:lpstr>Oefentoets – vraag #1</vt:lpstr>
      <vt:lpstr>Oefentoets – antwoord #1</vt:lpstr>
      <vt:lpstr>Oefentoets – vraag #2</vt:lpstr>
      <vt:lpstr>Oefentoets – antwoord #2</vt:lpstr>
      <vt:lpstr>Oefentoets – vraag #3</vt:lpstr>
      <vt:lpstr>Oefentoets – antwoord #3</vt:lpstr>
      <vt:lpstr>Oefentoets – vraag #4</vt:lpstr>
      <vt:lpstr>Oefentoets – antwoord #4</vt:lpstr>
      <vt:lpstr>Oefentoets – vraag #5</vt:lpstr>
      <vt:lpstr>Oefentoets – antwoord #5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Bart van Eijkelenburg</dc:creator>
  <cp:lastModifiedBy>Bart van Eijkelenburg</cp:lastModifiedBy>
  <cp:revision>16</cp:revision>
  <dcterms:created xsi:type="dcterms:W3CDTF">2020-09-28T18:45:00Z</dcterms:created>
  <dcterms:modified xsi:type="dcterms:W3CDTF">2025-07-15T13:02:01Z</dcterms:modified>
</cp:coreProperties>
</file>