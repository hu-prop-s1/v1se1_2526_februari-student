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337" r:id="rId4"/>
    <p:sldId id="339" r:id="rId5"/>
    <p:sldId id="338" r:id="rId6"/>
    <p:sldId id="257" r:id="rId7"/>
    <p:sldId id="363" r:id="rId8"/>
    <p:sldId id="359" r:id="rId9"/>
    <p:sldId id="360" r:id="rId10"/>
    <p:sldId id="365" r:id="rId11"/>
    <p:sldId id="361" r:id="rId12"/>
    <p:sldId id="362" r:id="rId13"/>
    <p:sldId id="366" r:id="rId14"/>
    <p:sldId id="364" r:id="rId15"/>
    <p:sldId id="367" r:id="rId16"/>
    <p:sldId id="270" r:id="rId17"/>
  </p:sldIdLst>
  <p:sldSz cx="12192000" cy="6858000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ABC5"/>
    <a:srgbClr val="3465A4"/>
    <a:srgbClr val="8CAAC6"/>
    <a:srgbClr val="2B2B2B"/>
    <a:srgbClr val="FFFFFF"/>
    <a:srgbClr val="4848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DB7F47-2DF6-40A1-B8AF-804B2B626D03}" v="169" dt="2025-07-01T12:04:15.4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039" autoAdjust="0"/>
  </p:normalViewPr>
  <p:slideViewPr>
    <p:cSldViewPr snapToGrid="0">
      <p:cViewPr varScale="1">
        <p:scale>
          <a:sx n="101" d="100"/>
          <a:sy n="101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 van Eijkelenburg" userId="32564be6-3772-4f77-8099-aa7e4c72ca61" providerId="ADAL" clId="{6BDB7F47-2DF6-40A1-B8AF-804B2B626D03}"/>
    <pc:docChg chg="undo redo custSel modSld">
      <pc:chgData name="Bart van Eijkelenburg" userId="32564be6-3772-4f77-8099-aa7e4c72ca61" providerId="ADAL" clId="{6BDB7F47-2DF6-40A1-B8AF-804B2B626D03}" dt="2025-07-01T12:04:32.573" v="3353" actId="113"/>
      <pc:docMkLst>
        <pc:docMk/>
      </pc:docMkLst>
      <pc:sldChg chg="modSp mod">
        <pc:chgData name="Bart van Eijkelenburg" userId="32564be6-3772-4f77-8099-aa7e4c72ca61" providerId="ADAL" clId="{6BDB7F47-2DF6-40A1-B8AF-804B2B626D03}" dt="2025-07-01T10:52:44.615" v="4" actId="20577"/>
        <pc:sldMkLst>
          <pc:docMk/>
          <pc:sldMk cId="814902455" sldId="256"/>
        </pc:sldMkLst>
        <pc:spChg chg="mod">
          <ac:chgData name="Bart van Eijkelenburg" userId="32564be6-3772-4f77-8099-aa7e4c72ca61" providerId="ADAL" clId="{6BDB7F47-2DF6-40A1-B8AF-804B2B626D03}" dt="2025-07-01T10:52:44.615" v="4" actId="20577"/>
          <ac:spMkLst>
            <pc:docMk/>
            <pc:sldMk cId="814902455" sldId="256"/>
            <ac:spMk id="14" creationId="{FA8D6BC9-FB4F-4138-9184-67D2414EED4E}"/>
          </ac:spMkLst>
        </pc:spChg>
      </pc:sldChg>
      <pc:sldChg chg="modSp mod">
        <pc:chgData name="Bart van Eijkelenburg" userId="32564be6-3772-4f77-8099-aa7e4c72ca61" providerId="ADAL" clId="{6BDB7F47-2DF6-40A1-B8AF-804B2B626D03}" dt="2025-07-01T10:53:02.726" v="33" actId="20577"/>
        <pc:sldMkLst>
          <pc:docMk/>
          <pc:sldMk cId="2318623463" sldId="257"/>
        </pc:sldMkLst>
        <pc:spChg chg="mod">
          <ac:chgData name="Bart van Eijkelenburg" userId="32564be6-3772-4f77-8099-aa7e4c72ca61" providerId="ADAL" clId="{6BDB7F47-2DF6-40A1-B8AF-804B2B626D03}" dt="2025-07-01T10:53:02.726" v="33" actId="20577"/>
          <ac:spMkLst>
            <pc:docMk/>
            <pc:sldMk cId="2318623463" sldId="257"/>
            <ac:spMk id="2" creationId="{FA7BEA29-6A3E-7385-AC5B-ABFBC5A40645}"/>
          </ac:spMkLst>
        </pc:spChg>
        <pc:spChg chg="mod">
          <ac:chgData name="Bart van Eijkelenburg" userId="32564be6-3772-4f77-8099-aa7e4c72ca61" providerId="ADAL" clId="{6BDB7F47-2DF6-40A1-B8AF-804B2B626D03}" dt="2025-07-01T10:52:51.405" v="7" actId="20577"/>
          <ac:spMkLst>
            <pc:docMk/>
            <pc:sldMk cId="2318623463" sldId="257"/>
            <ac:spMk id="12" creationId="{F52A2D02-46EA-4F5A-9046-5DD0A81E05A1}"/>
          </ac:spMkLst>
        </pc:spChg>
      </pc:sldChg>
      <pc:sldChg chg="addSp delSp modSp mod">
        <pc:chgData name="Bart van Eijkelenburg" userId="32564be6-3772-4f77-8099-aa7e4c72ca61" providerId="ADAL" clId="{6BDB7F47-2DF6-40A1-B8AF-804B2B626D03}" dt="2025-07-01T12:01:12.630" v="3055" actId="20577"/>
        <pc:sldMkLst>
          <pc:docMk/>
          <pc:sldMk cId="2456842394" sldId="270"/>
        </pc:sldMkLst>
        <pc:spChg chg="add mod">
          <ac:chgData name="Bart van Eijkelenburg" userId="32564be6-3772-4f77-8099-aa7e4c72ca61" providerId="ADAL" clId="{6BDB7F47-2DF6-40A1-B8AF-804B2B626D03}" dt="2025-07-01T12:01:12.630" v="3055" actId="20577"/>
          <ac:spMkLst>
            <pc:docMk/>
            <pc:sldMk cId="2456842394" sldId="270"/>
            <ac:spMk id="2" creationId="{CF2FFD83-4D37-FF5F-DC7E-9AA30AACD3FC}"/>
          </ac:spMkLst>
        </pc:spChg>
        <pc:spChg chg="del">
          <ac:chgData name="Bart van Eijkelenburg" userId="32564be6-3772-4f77-8099-aa7e4c72ca61" providerId="ADAL" clId="{6BDB7F47-2DF6-40A1-B8AF-804B2B626D03}" dt="2025-07-01T12:01:08.539" v="3053" actId="478"/>
          <ac:spMkLst>
            <pc:docMk/>
            <pc:sldMk cId="2456842394" sldId="270"/>
            <ac:spMk id="4" creationId="{D2B3121A-F959-4CED-BB58-D566676CF2C9}"/>
          </ac:spMkLst>
        </pc:spChg>
        <pc:spChg chg="mod">
          <ac:chgData name="Bart van Eijkelenburg" userId="32564be6-3772-4f77-8099-aa7e4c72ca61" providerId="ADAL" clId="{6BDB7F47-2DF6-40A1-B8AF-804B2B626D03}" dt="2025-07-01T12:00:59.901" v="3052" actId="6549"/>
          <ac:spMkLst>
            <pc:docMk/>
            <pc:sldMk cId="2456842394" sldId="270"/>
            <ac:spMk id="5" creationId="{8E469654-E4B7-404D-82A0-8F0E6164ACC3}"/>
          </ac:spMkLst>
        </pc:spChg>
      </pc:sldChg>
      <pc:sldChg chg="modSp mod">
        <pc:chgData name="Bart van Eijkelenburg" userId="32564be6-3772-4f77-8099-aa7e4c72ca61" providerId="ADAL" clId="{6BDB7F47-2DF6-40A1-B8AF-804B2B626D03}" dt="2025-07-01T11:01:52.409" v="839" actId="20577"/>
        <pc:sldMkLst>
          <pc:docMk/>
          <pc:sldMk cId="3548797986" sldId="359"/>
        </pc:sldMkLst>
        <pc:spChg chg="mod">
          <ac:chgData name="Bart van Eijkelenburg" userId="32564be6-3772-4f77-8099-aa7e4c72ca61" providerId="ADAL" clId="{6BDB7F47-2DF6-40A1-B8AF-804B2B626D03}" dt="2025-07-01T11:01:52.409" v="839" actId="20577"/>
          <ac:spMkLst>
            <pc:docMk/>
            <pc:sldMk cId="3548797986" sldId="359"/>
            <ac:spMk id="6" creationId="{2B776A2C-FBEF-6E55-3CEE-AF470FCB2978}"/>
          </ac:spMkLst>
        </pc:spChg>
        <pc:spChg chg="mod">
          <ac:chgData name="Bart van Eijkelenburg" userId="32564be6-3772-4f77-8099-aa7e4c72ca61" providerId="ADAL" clId="{6BDB7F47-2DF6-40A1-B8AF-804B2B626D03}" dt="2025-07-01T10:55:46.214" v="370" actId="20577"/>
          <ac:spMkLst>
            <pc:docMk/>
            <pc:sldMk cId="3548797986" sldId="359"/>
            <ac:spMk id="8" creationId="{68B3C0F2-5069-71C2-ACCC-6E4D5088F04E}"/>
          </ac:spMkLst>
        </pc:spChg>
        <pc:spChg chg="mod">
          <ac:chgData name="Bart van Eijkelenburg" userId="32564be6-3772-4f77-8099-aa7e4c72ca61" providerId="ADAL" clId="{6BDB7F47-2DF6-40A1-B8AF-804B2B626D03}" dt="2025-07-01T10:55:52.495" v="387" actId="20577"/>
          <ac:spMkLst>
            <pc:docMk/>
            <pc:sldMk cId="3548797986" sldId="359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6BDB7F47-2DF6-40A1-B8AF-804B2B626D03}" dt="2025-07-01T11:03:46.381" v="1050" actId="20577"/>
        <pc:sldMkLst>
          <pc:docMk/>
          <pc:sldMk cId="757992939" sldId="360"/>
        </pc:sldMkLst>
        <pc:spChg chg="mod">
          <ac:chgData name="Bart van Eijkelenburg" userId="32564be6-3772-4f77-8099-aa7e4c72ca61" providerId="ADAL" clId="{6BDB7F47-2DF6-40A1-B8AF-804B2B626D03}" dt="2025-07-01T11:03:46.381" v="1050" actId="20577"/>
          <ac:spMkLst>
            <pc:docMk/>
            <pc:sldMk cId="757992939" sldId="360"/>
            <ac:spMk id="5" creationId="{E19AB240-AED6-6B26-6FFB-F0D5BCD20E3C}"/>
          </ac:spMkLst>
        </pc:spChg>
        <pc:spChg chg="mod">
          <ac:chgData name="Bart van Eijkelenburg" userId="32564be6-3772-4f77-8099-aa7e4c72ca61" providerId="ADAL" clId="{6BDB7F47-2DF6-40A1-B8AF-804B2B626D03}" dt="2025-07-01T11:02:48.824" v="937" actId="20577"/>
          <ac:spMkLst>
            <pc:docMk/>
            <pc:sldMk cId="757992939" sldId="360"/>
            <ac:spMk id="6" creationId="{2B776A2C-FBEF-6E55-3CEE-AF470FCB2978}"/>
          </ac:spMkLst>
        </pc:spChg>
        <pc:spChg chg="mod">
          <ac:chgData name="Bart van Eijkelenburg" userId="32564be6-3772-4f77-8099-aa7e4c72ca61" providerId="ADAL" clId="{6BDB7F47-2DF6-40A1-B8AF-804B2B626D03}" dt="2025-07-01T11:03:25.239" v="984" actId="20577"/>
          <ac:spMkLst>
            <pc:docMk/>
            <pc:sldMk cId="757992939" sldId="360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6BDB7F47-2DF6-40A1-B8AF-804B2B626D03}" dt="2025-07-01T11:48:05.105" v="2066" actId="5793"/>
        <pc:sldMkLst>
          <pc:docMk/>
          <pc:sldMk cId="2507389227" sldId="361"/>
        </pc:sldMkLst>
        <pc:spChg chg="mod">
          <ac:chgData name="Bart van Eijkelenburg" userId="32564be6-3772-4f77-8099-aa7e4c72ca61" providerId="ADAL" clId="{6BDB7F47-2DF6-40A1-B8AF-804B2B626D03}" dt="2025-07-01T11:44:36.372" v="1794" actId="20577"/>
          <ac:spMkLst>
            <pc:docMk/>
            <pc:sldMk cId="2507389227" sldId="361"/>
            <ac:spMk id="5" creationId="{E19AB240-AED6-6B26-6FFB-F0D5BCD20E3C}"/>
          </ac:spMkLst>
        </pc:spChg>
        <pc:spChg chg="mod">
          <ac:chgData name="Bart van Eijkelenburg" userId="32564be6-3772-4f77-8099-aa7e4c72ca61" providerId="ADAL" clId="{6BDB7F47-2DF6-40A1-B8AF-804B2B626D03}" dt="2025-07-01T11:46:18.866" v="1902" actId="20577"/>
          <ac:spMkLst>
            <pc:docMk/>
            <pc:sldMk cId="2507389227" sldId="361"/>
            <ac:spMk id="6" creationId="{2B776A2C-FBEF-6E55-3CEE-AF470FCB2978}"/>
          </ac:spMkLst>
        </pc:spChg>
        <pc:spChg chg="mod">
          <ac:chgData name="Bart van Eijkelenburg" userId="32564be6-3772-4f77-8099-aa7e4c72ca61" providerId="ADAL" clId="{6BDB7F47-2DF6-40A1-B8AF-804B2B626D03}" dt="2025-07-01T11:48:05.105" v="2066" actId="5793"/>
          <ac:spMkLst>
            <pc:docMk/>
            <pc:sldMk cId="2507389227" sldId="361"/>
            <ac:spMk id="8" creationId="{29AD83BF-2970-E768-2446-0294638709D0}"/>
          </ac:spMkLst>
        </pc:spChg>
        <pc:spChg chg="mod">
          <ac:chgData name="Bart van Eijkelenburg" userId="32564be6-3772-4f77-8099-aa7e4c72ca61" providerId="ADAL" clId="{6BDB7F47-2DF6-40A1-B8AF-804B2B626D03}" dt="2025-07-01T11:44:21.764" v="1778" actId="20577"/>
          <ac:spMkLst>
            <pc:docMk/>
            <pc:sldMk cId="2507389227" sldId="361"/>
            <ac:spMk id="33" creationId="{305D7B18-B931-4B45-B20A-284B02D78636}"/>
          </ac:spMkLst>
        </pc:spChg>
        <pc:cxnChg chg="mod">
          <ac:chgData name="Bart van Eijkelenburg" userId="32564be6-3772-4f77-8099-aa7e4c72ca61" providerId="ADAL" clId="{6BDB7F47-2DF6-40A1-B8AF-804B2B626D03}" dt="2025-07-01T11:48:00.210" v="2047" actId="14100"/>
          <ac:cxnSpMkLst>
            <pc:docMk/>
            <pc:sldMk cId="2507389227" sldId="361"/>
            <ac:cxnSpMk id="7" creationId="{42581BD5-8AE4-B0D3-6231-E43A59088781}"/>
          </ac:cxnSpMkLst>
        </pc:cxnChg>
      </pc:sldChg>
      <pc:sldChg chg="modSp mod">
        <pc:chgData name="Bart van Eijkelenburg" userId="32564be6-3772-4f77-8099-aa7e4c72ca61" providerId="ADAL" clId="{6BDB7F47-2DF6-40A1-B8AF-804B2B626D03}" dt="2025-07-01T11:50:40.621" v="2227" actId="20577"/>
        <pc:sldMkLst>
          <pc:docMk/>
          <pc:sldMk cId="1439899051" sldId="362"/>
        </pc:sldMkLst>
        <pc:spChg chg="mod">
          <ac:chgData name="Bart van Eijkelenburg" userId="32564be6-3772-4f77-8099-aa7e4c72ca61" providerId="ADAL" clId="{6BDB7F47-2DF6-40A1-B8AF-804B2B626D03}" dt="2025-07-01T11:50:33.198" v="2224" actId="255"/>
          <ac:spMkLst>
            <pc:docMk/>
            <pc:sldMk cId="1439899051" sldId="362"/>
            <ac:spMk id="6" creationId="{2B776A2C-FBEF-6E55-3CEE-AF470FCB2978}"/>
          </ac:spMkLst>
        </pc:spChg>
        <pc:spChg chg="mod">
          <ac:chgData name="Bart van Eijkelenburg" userId="32564be6-3772-4f77-8099-aa7e4c72ca61" providerId="ADAL" clId="{6BDB7F47-2DF6-40A1-B8AF-804B2B626D03}" dt="2025-07-01T11:50:40.621" v="2227" actId="20577"/>
          <ac:spMkLst>
            <pc:docMk/>
            <pc:sldMk cId="1439899051" sldId="362"/>
            <ac:spMk id="7" creationId="{1A1F5F4E-6E28-6324-DF56-07167ED52B35}"/>
          </ac:spMkLst>
        </pc:spChg>
        <pc:spChg chg="mod">
          <ac:chgData name="Bart van Eijkelenburg" userId="32564be6-3772-4f77-8099-aa7e4c72ca61" providerId="ADAL" clId="{6BDB7F47-2DF6-40A1-B8AF-804B2B626D03}" dt="2025-07-01T11:48:26.605" v="2086" actId="6549"/>
          <ac:spMkLst>
            <pc:docMk/>
            <pc:sldMk cId="1439899051" sldId="362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6BDB7F47-2DF6-40A1-B8AF-804B2B626D03}" dt="2025-07-01T10:55:30.666" v="347" actId="20577"/>
        <pc:sldMkLst>
          <pc:docMk/>
          <pc:sldMk cId="2368994745" sldId="363"/>
        </pc:sldMkLst>
        <pc:spChg chg="mod">
          <ac:chgData name="Bart van Eijkelenburg" userId="32564be6-3772-4f77-8099-aa7e4c72ca61" providerId="ADAL" clId="{6BDB7F47-2DF6-40A1-B8AF-804B2B626D03}" dt="2025-07-01T10:55:30.666" v="347" actId="20577"/>
          <ac:spMkLst>
            <pc:docMk/>
            <pc:sldMk cId="2368994745" sldId="363"/>
            <ac:spMk id="5" creationId="{5DF77E28-A446-3485-FC1B-37293CF422E4}"/>
          </ac:spMkLst>
        </pc:spChg>
        <pc:spChg chg="mod">
          <ac:chgData name="Bart van Eijkelenburg" userId="32564be6-3772-4f77-8099-aa7e4c72ca61" providerId="ADAL" clId="{6BDB7F47-2DF6-40A1-B8AF-804B2B626D03}" dt="2025-07-01T10:53:14.614" v="56" actId="20577"/>
          <ac:spMkLst>
            <pc:docMk/>
            <pc:sldMk cId="2368994745" sldId="363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6BDB7F47-2DF6-40A1-B8AF-804B2B626D03}" dt="2025-07-01T11:56:46.752" v="2591" actId="20577"/>
        <pc:sldMkLst>
          <pc:docMk/>
          <pc:sldMk cId="3025676086" sldId="364"/>
        </pc:sldMkLst>
        <pc:spChg chg="mod">
          <ac:chgData name="Bart van Eijkelenburg" userId="32564be6-3772-4f77-8099-aa7e4c72ca61" providerId="ADAL" clId="{6BDB7F47-2DF6-40A1-B8AF-804B2B626D03}" dt="2025-07-01T11:56:46.752" v="2591" actId="20577"/>
          <ac:spMkLst>
            <pc:docMk/>
            <pc:sldMk cId="3025676086" sldId="364"/>
            <ac:spMk id="7" creationId="{1A1F5F4E-6E28-6324-DF56-07167ED52B35}"/>
          </ac:spMkLst>
        </pc:spChg>
        <pc:spChg chg="mod">
          <ac:chgData name="Bart van Eijkelenburg" userId="32564be6-3772-4f77-8099-aa7e4c72ca61" providerId="ADAL" clId="{6BDB7F47-2DF6-40A1-B8AF-804B2B626D03}" dt="2025-07-01T11:54:34.151" v="2362" actId="20577"/>
          <ac:spMkLst>
            <pc:docMk/>
            <pc:sldMk cId="3025676086" sldId="364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6BDB7F47-2DF6-40A1-B8AF-804B2B626D03}" dt="2025-07-01T11:12:45.388" v="1765" actId="20577"/>
        <pc:sldMkLst>
          <pc:docMk/>
          <pc:sldMk cId="3655584207" sldId="365"/>
        </pc:sldMkLst>
        <pc:spChg chg="mod">
          <ac:chgData name="Bart van Eijkelenburg" userId="32564be6-3772-4f77-8099-aa7e4c72ca61" providerId="ADAL" clId="{6BDB7F47-2DF6-40A1-B8AF-804B2B626D03}" dt="2025-07-01T11:12:45.388" v="1765" actId="20577"/>
          <ac:spMkLst>
            <pc:docMk/>
            <pc:sldMk cId="3655584207" sldId="365"/>
            <ac:spMk id="33" creationId="{305D7B18-B931-4B45-B20A-284B02D78636}"/>
          </ac:spMkLst>
        </pc:spChg>
        <pc:graphicFrameChg chg="mod modGraphic">
          <ac:chgData name="Bart van Eijkelenburg" userId="32564be6-3772-4f77-8099-aa7e4c72ca61" providerId="ADAL" clId="{6BDB7F47-2DF6-40A1-B8AF-804B2B626D03}" dt="2025-07-01T11:12:29.582" v="1762" actId="20577"/>
          <ac:graphicFrameMkLst>
            <pc:docMk/>
            <pc:sldMk cId="3655584207" sldId="365"/>
            <ac:graphicFrameMk id="12" creationId="{8ECCF813-4D2B-72B1-80EA-34A2EC584A91}"/>
          </ac:graphicFrameMkLst>
        </pc:graphicFrameChg>
      </pc:sldChg>
      <pc:sldChg chg="addSp delSp modSp mod delAnim">
        <pc:chgData name="Bart van Eijkelenburg" userId="32564be6-3772-4f77-8099-aa7e4c72ca61" providerId="ADAL" clId="{6BDB7F47-2DF6-40A1-B8AF-804B2B626D03}" dt="2025-07-01T12:04:32.573" v="3353" actId="113"/>
        <pc:sldMkLst>
          <pc:docMk/>
          <pc:sldMk cId="2519938213" sldId="366"/>
        </pc:sldMkLst>
        <pc:spChg chg="add mod">
          <ac:chgData name="Bart van Eijkelenburg" userId="32564be6-3772-4f77-8099-aa7e4c72ca61" providerId="ADAL" clId="{6BDB7F47-2DF6-40A1-B8AF-804B2B626D03}" dt="2025-07-01T12:04:29.199" v="3352" actId="1076"/>
          <ac:spMkLst>
            <pc:docMk/>
            <pc:sldMk cId="2519938213" sldId="366"/>
            <ac:spMk id="2" creationId="{514B9F1C-01C1-0EE5-2769-913A0B7D59FF}"/>
          </ac:spMkLst>
        </pc:spChg>
        <pc:spChg chg="mod">
          <ac:chgData name="Bart van Eijkelenburg" userId="32564be6-3772-4f77-8099-aa7e4c72ca61" providerId="ADAL" clId="{6BDB7F47-2DF6-40A1-B8AF-804B2B626D03}" dt="2025-07-01T12:04:32.573" v="3353" actId="113"/>
          <ac:spMkLst>
            <pc:docMk/>
            <pc:sldMk cId="2519938213" sldId="366"/>
            <ac:spMk id="5" creationId="{5DF77E28-A446-3485-FC1B-37293CF422E4}"/>
          </ac:spMkLst>
        </pc:spChg>
        <pc:spChg chg="del">
          <ac:chgData name="Bart van Eijkelenburg" userId="32564be6-3772-4f77-8099-aa7e4c72ca61" providerId="ADAL" clId="{6BDB7F47-2DF6-40A1-B8AF-804B2B626D03}" dt="2025-07-01T12:04:21.150" v="3351" actId="478"/>
          <ac:spMkLst>
            <pc:docMk/>
            <pc:sldMk cId="2519938213" sldId="366"/>
            <ac:spMk id="25" creationId="{04334FCD-2DE3-54A2-6CC4-0C6E1041ED45}"/>
          </ac:spMkLst>
        </pc:spChg>
        <pc:spChg chg="mod">
          <ac:chgData name="Bart van Eijkelenburg" userId="32564be6-3772-4f77-8099-aa7e4c72ca61" providerId="ADAL" clId="{6BDB7F47-2DF6-40A1-B8AF-804B2B626D03}" dt="2025-07-01T11:51:01.134" v="2228" actId="20577"/>
          <ac:spMkLst>
            <pc:docMk/>
            <pc:sldMk cId="2519938213" sldId="366"/>
            <ac:spMk id="33" creationId="{305D7B18-B931-4B45-B20A-284B02D78636}"/>
          </ac:spMkLst>
        </pc:spChg>
        <pc:picChg chg="del mod">
          <ac:chgData name="Bart van Eijkelenburg" userId="32564be6-3772-4f77-8099-aa7e4c72ca61" providerId="ADAL" clId="{6BDB7F47-2DF6-40A1-B8AF-804B2B626D03}" dt="2025-07-01T12:04:00.456" v="3350" actId="478"/>
          <ac:picMkLst>
            <pc:docMk/>
            <pc:sldMk cId="2519938213" sldId="366"/>
            <ac:picMk id="3" creationId="{FFDD4F67-4B66-68C3-1FD4-C56CB1CE9D97}"/>
          </ac:picMkLst>
        </pc:picChg>
      </pc:sldChg>
      <pc:sldChg chg="modSp mod">
        <pc:chgData name="Bart van Eijkelenburg" userId="32564be6-3772-4f77-8099-aa7e4c72ca61" providerId="ADAL" clId="{6BDB7F47-2DF6-40A1-B8AF-804B2B626D03}" dt="2025-07-01T12:00:40.173" v="3041" actId="20577"/>
        <pc:sldMkLst>
          <pc:docMk/>
          <pc:sldMk cId="3009624158" sldId="367"/>
        </pc:sldMkLst>
        <pc:spChg chg="mod">
          <ac:chgData name="Bart van Eijkelenburg" userId="32564be6-3772-4f77-8099-aa7e4c72ca61" providerId="ADAL" clId="{6BDB7F47-2DF6-40A1-B8AF-804B2B626D03}" dt="2025-07-01T12:00:40.173" v="3041" actId="20577"/>
          <ac:spMkLst>
            <pc:docMk/>
            <pc:sldMk cId="3009624158" sldId="367"/>
            <ac:spMk id="7" creationId="{34DEB2A5-030F-1639-42C0-A86C7C4CF80D}"/>
          </ac:spMkLst>
        </pc:spChg>
        <pc:spChg chg="mod">
          <ac:chgData name="Bart van Eijkelenburg" userId="32564be6-3772-4f77-8099-aa7e4c72ca61" providerId="ADAL" clId="{6BDB7F47-2DF6-40A1-B8AF-804B2B626D03}" dt="2025-07-01T11:57:01.030" v="2599" actId="20577"/>
          <ac:spMkLst>
            <pc:docMk/>
            <pc:sldMk cId="3009624158" sldId="367"/>
            <ac:spMk id="33" creationId="{305D7B18-B931-4B45-B20A-284B02D78636}"/>
          </ac:spMkLst>
        </pc:spChg>
      </pc:sldChg>
    </pc:docChg>
  </pc:docChgLst>
  <pc:docChgLst>
    <pc:chgData name="Bart van Eijkelenburg" userId="32564be6-3772-4f77-8099-aa7e4c72ca61" providerId="ADAL" clId="{FA6CCB76-32D6-4D4B-B589-C3E07E2DACB5}"/>
    <pc:docChg chg="undo custSel addSld delSld modSld">
      <pc:chgData name="Bart van Eijkelenburg" userId="32564be6-3772-4f77-8099-aa7e4c72ca61" providerId="ADAL" clId="{FA6CCB76-32D6-4D4B-B589-C3E07E2DACB5}" dt="2023-06-14T18:26:07.052" v="90" actId="6549"/>
      <pc:docMkLst>
        <pc:docMk/>
      </pc:docMkLst>
      <pc:sldChg chg="modSp mod">
        <pc:chgData name="Bart van Eijkelenburg" userId="32564be6-3772-4f77-8099-aa7e4c72ca61" providerId="ADAL" clId="{FA6CCB76-32D6-4D4B-B589-C3E07E2DACB5}" dt="2023-05-23T12:12:53.101" v="44" actId="404"/>
        <pc:sldMkLst>
          <pc:docMk/>
          <pc:sldMk cId="814902455" sldId="256"/>
        </pc:sldMkLst>
      </pc:sldChg>
      <pc:sldChg chg="addSp delSp modSp mod">
        <pc:chgData name="Bart van Eijkelenburg" userId="32564be6-3772-4f77-8099-aa7e4c72ca61" providerId="ADAL" clId="{FA6CCB76-32D6-4D4B-B589-C3E07E2DACB5}" dt="2023-06-14T18:20:56.977" v="87" actId="6549"/>
        <pc:sldMkLst>
          <pc:docMk/>
          <pc:sldMk cId="2318623463" sldId="257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3562417477" sldId="258"/>
        </pc:sldMkLst>
      </pc:sldChg>
      <pc:sldChg chg="add">
        <pc:chgData name="Bart van Eijkelenburg" userId="32564be6-3772-4f77-8099-aa7e4c72ca61" providerId="ADAL" clId="{FA6CCB76-32D6-4D4B-B589-C3E07E2DACB5}" dt="2023-05-23T12:10:15.160" v="0"/>
        <pc:sldMkLst>
          <pc:docMk/>
          <pc:sldMk cId="3771472608" sldId="259"/>
        </pc:sldMkLst>
      </pc:sldChg>
      <pc:sldChg chg="add">
        <pc:chgData name="Bart van Eijkelenburg" userId="32564be6-3772-4f77-8099-aa7e4c72ca61" providerId="ADAL" clId="{FA6CCB76-32D6-4D4B-B589-C3E07E2DACB5}" dt="2023-05-23T12:10:15.160" v="0"/>
        <pc:sldMkLst>
          <pc:docMk/>
          <pc:sldMk cId="2579359329" sldId="260"/>
        </pc:sldMkLst>
      </pc:sldChg>
      <pc:sldChg chg="add">
        <pc:chgData name="Bart van Eijkelenburg" userId="32564be6-3772-4f77-8099-aa7e4c72ca61" providerId="ADAL" clId="{FA6CCB76-32D6-4D4B-B589-C3E07E2DACB5}" dt="2023-05-23T12:10:15.160" v="0"/>
        <pc:sldMkLst>
          <pc:docMk/>
          <pc:sldMk cId="3133021286" sldId="261"/>
        </pc:sldMkLst>
      </pc:sldChg>
      <pc:sldChg chg="add">
        <pc:chgData name="Bart van Eijkelenburg" userId="32564be6-3772-4f77-8099-aa7e4c72ca61" providerId="ADAL" clId="{FA6CCB76-32D6-4D4B-B589-C3E07E2DACB5}" dt="2023-05-23T12:10:15.160" v="0"/>
        <pc:sldMkLst>
          <pc:docMk/>
          <pc:sldMk cId="3127605256" sldId="262"/>
        </pc:sldMkLst>
      </pc:sldChg>
      <pc:sldChg chg="add">
        <pc:chgData name="Bart van Eijkelenburg" userId="32564be6-3772-4f77-8099-aa7e4c72ca61" providerId="ADAL" clId="{FA6CCB76-32D6-4D4B-B589-C3E07E2DACB5}" dt="2023-05-23T12:10:15.160" v="0"/>
        <pc:sldMkLst>
          <pc:docMk/>
          <pc:sldMk cId="4171359619" sldId="263"/>
        </pc:sldMkLst>
      </pc:sldChg>
      <pc:sldChg chg="modSp mod">
        <pc:chgData name="Bart van Eijkelenburg" userId="32564be6-3772-4f77-8099-aa7e4c72ca61" providerId="ADAL" clId="{FA6CCB76-32D6-4D4B-B589-C3E07E2DACB5}" dt="2023-06-14T18:26:07.052" v="90" actId="6549"/>
        <pc:sldMkLst>
          <pc:docMk/>
          <pc:sldMk cId="2456842394" sldId="270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3844601637" sldId="271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332667857" sldId="272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122331941" sldId="274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1397446007" sldId="275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4176302938" sldId="276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6410931" sldId="277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2366807522" sldId="279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725245972" sldId="282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2908903983" sldId="283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5109411" sldId="303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1196092606" sldId="349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597304816" sldId="350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2544673117" sldId="352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775466050" sldId="353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1275275902" sldId="355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1225568632" sldId="356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3679095727" sldId="357"/>
        </pc:sldMkLst>
      </pc:sldChg>
      <pc:sldChg chg="del">
        <pc:chgData name="Bart van Eijkelenburg" userId="32564be6-3772-4f77-8099-aa7e4c72ca61" providerId="ADAL" clId="{FA6CCB76-32D6-4D4B-B589-C3E07E2DACB5}" dt="2023-05-23T12:12:16.666" v="21" actId="47"/>
        <pc:sldMkLst>
          <pc:docMk/>
          <pc:sldMk cId="2127840326" sldId="358"/>
        </pc:sldMkLst>
      </pc:sldChg>
      <pc:sldChg chg="add del">
        <pc:chgData name="Bart van Eijkelenburg" userId="32564be6-3772-4f77-8099-aa7e4c72ca61" providerId="ADAL" clId="{FA6CCB76-32D6-4D4B-B589-C3E07E2DACB5}" dt="2023-05-23T12:10:39.317" v="4" actId="2696"/>
        <pc:sldMkLst>
          <pc:docMk/>
          <pc:sldMk cId="1095926041" sldId="368"/>
        </pc:sldMkLst>
      </pc:sldChg>
      <pc:sldChg chg="add">
        <pc:chgData name="Bart van Eijkelenburg" userId="32564be6-3772-4f77-8099-aa7e4c72ca61" providerId="ADAL" clId="{FA6CCB76-32D6-4D4B-B589-C3E07E2DACB5}" dt="2023-05-23T12:10:15.160" v="0"/>
        <pc:sldMkLst>
          <pc:docMk/>
          <pc:sldMk cId="3229279154" sldId="369"/>
        </pc:sldMkLst>
      </pc:sldChg>
    </pc:docChg>
  </pc:docChgLst>
  <pc:docChgLst>
    <pc:chgData name="Bart van Eijkelenburg" userId="S::bart.vaneijkelenburg@hu.nl::32564be6-3772-4f77-8099-aa7e4c72ca61" providerId="AD" clId="Web-{0F04F0FB-7EEB-56C1-7440-D101743683CF}"/>
    <pc:docChg chg="modSld">
      <pc:chgData name="Bart van Eijkelenburg" userId="S::bart.vaneijkelenburg@hu.nl::32564be6-3772-4f77-8099-aa7e4c72ca61" providerId="AD" clId="Web-{0F04F0FB-7EEB-56C1-7440-D101743683CF}" dt="2023-06-07T15:24:10.550" v="4" actId="20577"/>
      <pc:docMkLst>
        <pc:docMk/>
      </pc:docMkLst>
      <pc:sldChg chg="modSp">
        <pc:chgData name="Bart van Eijkelenburg" userId="S::bart.vaneijkelenburg@hu.nl::32564be6-3772-4f77-8099-aa7e4c72ca61" providerId="AD" clId="Web-{0F04F0FB-7EEB-56C1-7440-D101743683CF}" dt="2023-06-07T15:24:10.550" v="4" actId="20577"/>
        <pc:sldMkLst>
          <pc:docMk/>
          <pc:sldMk cId="814902455" sldId="256"/>
        </pc:sldMkLst>
      </pc:sldChg>
    </pc:docChg>
  </pc:docChgLst>
  <pc:docChgLst>
    <pc:chgData name="Bart van Eijkelenburg" userId="32564be6-3772-4f77-8099-aa7e4c72ca61" providerId="ADAL" clId="{956A9B5B-2E73-4E7E-B8F4-C70DED790A4E}"/>
    <pc:docChg chg="modSld">
      <pc:chgData name="Bart van Eijkelenburg" userId="32564be6-3772-4f77-8099-aa7e4c72ca61" providerId="ADAL" clId="{956A9B5B-2E73-4E7E-B8F4-C70DED790A4E}" dt="2023-05-15T12:29:14.727" v="0" actId="20577"/>
      <pc:docMkLst>
        <pc:docMk/>
      </pc:docMkLst>
      <pc:sldChg chg="modSp mod">
        <pc:chgData name="Bart van Eijkelenburg" userId="32564be6-3772-4f77-8099-aa7e4c72ca61" providerId="ADAL" clId="{956A9B5B-2E73-4E7E-B8F4-C70DED790A4E}" dt="2023-05-15T12:29:14.727" v="0" actId="20577"/>
        <pc:sldMkLst>
          <pc:docMk/>
          <pc:sldMk cId="814902455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F33ED-C993-42F6-9851-208ED3FF610B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AC352-3FE5-473F-9EAA-3DE5062309E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006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B25D9F-7D8D-456C-91A9-1382892C551D}" type="datetime1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7/1/2025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1DEAA8-51BB-47B8-A5B8-9D39CF4D22E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25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5FBC3-A13D-4BED-AE99-57FE248D3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78EA99E-083D-41AD-BBBA-0745C50ED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486146-BA1E-4713-A883-1BF7C3FB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8EBF9F-444C-4523-93A7-A1E2DA9D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4E6807-8EA9-4F4F-9729-DD05F3B4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5355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97356-E3F2-4130-AED6-3C1E5C0F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60C21A-F0BF-44A4-B3AD-CEF18FBD2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E67596-11E4-499C-9ADF-AAB454C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3BA1927-1CB3-4842-8C31-39EA5A1C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AE1FCD-234C-4CB0-A11F-C3C0B3A8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288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3B509-29E0-4B40-8294-A82AE488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3BF0A-FA2C-49C1-AB93-4AB9A5559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55921E-B21A-4BD0-AF3D-A108E8D1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19A19C-4B85-4857-997D-1983525A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F104AFB-2EA3-4C2A-BE24-DC66E192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559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69CE1-F5F4-48CA-8FB8-65AB52BD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D3765B-89FF-4F2E-979F-87EDD8F8B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6C6812-F5D6-4ACE-9685-BA5A80BE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7A6EB5F-95C2-4345-ACE2-A88B17B6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AE77E88-9E40-4EBE-9EBB-AD48BFF8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E3C2DC1-DFA8-4AEA-ACFA-DA5CADE0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410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215BB2-3AF8-430E-8C3A-DBDFC1F0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2112838-8975-459B-9BBD-6A0FACF62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E9B3C5-4034-4ABB-AE07-927A9C3EA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60A5019-4CA6-4E82-8E26-FFCBD0B0F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BF2271-8A6E-4FDD-A69D-ECCE75D77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764C7AA-7F8D-4C6E-A03C-487F6D39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36E32F5-EE91-4FF2-A3C2-84BB163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068184D-7C23-4AB2-B46F-651956B0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887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15C99-C97F-4D32-856A-89EE1C57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A1B8649-7FB2-4C5A-AE5D-E4295F38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D11F398-A93C-4AC0-920C-71EE7E59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4738D45-C3F7-400D-B604-F0EAF65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77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A6785CB-4818-4220-905C-012F89D2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BB5C763-BF50-4458-AB76-4F12B028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645FDA-EC18-429E-B377-0CC4F458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363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8D9BE-3716-4BA9-A6CD-08D539EC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EEEFE2-6F96-48DF-8474-0768860B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840BE56-1DC9-4A89-8259-05AFF2D2E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D51443A-3854-40C2-A6E5-E6852A91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D5C825-89E3-491C-95B7-88DAB229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E928A7-DF4A-4FA6-BF45-88CD7F6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81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AF886-3A52-4781-8375-02C4D87F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CBA0785-2B84-4D91-91A7-63D64BC81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91B1161-B7A1-4FA6-9DBF-6A4BDB541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AF42D4B-BBAF-4D88-9110-23D0C997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963D386-85CE-496E-8A3C-063DECD1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F3F8282-B579-4535-B19C-0A64485C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74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4AFFB-090F-4287-BD94-183EBD25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D36831A-B37B-4A4B-B5DD-618FC752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A783E-07BE-4C33-A1D3-61571D1A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B515BA-DC14-4F3B-95C1-0AE57A77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AE70CE-2C27-4CE6-9F4F-28D0D7FF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35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9E6BC41-346E-42B2-B4D2-1432AC3DB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ED9DEF1-83A5-477C-839F-CC92AAC37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06E4DB-1CFC-4965-9E8A-1D269B1B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9CDFBA-8ACF-4637-BCBB-44BE9AAE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9E53E9F-2625-4605-8275-CEE13853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0867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5FBC3-A13D-4BED-AE99-57FE248D3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78EA99E-083D-41AD-BBBA-0745C50ED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486146-BA1E-4713-A883-1BF7C3FB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8EBF9F-444C-4523-93A7-A1E2DA9D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4E6807-8EA9-4F4F-9729-DD05F3B4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382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97356-E3F2-4130-AED6-3C1E5C0F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60C21A-F0BF-44A4-B3AD-CEF18FBD2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E67596-11E4-499C-9ADF-AAB454C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3BA1927-1CB3-4842-8C31-39EA5A1C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AE1FCD-234C-4CB0-A11F-C3C0B3A8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6051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3B509-29E0-4B40-8294-A82AE488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3BF0A-FA2C-49C1-AB93-4AB9A5559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55921E-B21A-4BD0-AF3D-A108E8D1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19A19C-4B85-4857-997D-1983525A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F104AFB-2EA3-4C2A-BE24-DC66E192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3866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69CE1-F5F4-48CA-8FB8-65AB52BD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D3765B-89FF-4F2E-979F-87EDD8F8B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6C6812-F5D6-4ACE-9685-BA5A80BE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7A6EB5F-95C2-4345-ACE2-A88B17B6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AE77E88-9E40-4EBE-9EBB-AD48BFF8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E3C2DC1-DFA8-4AEA-ACFA-DA5CADE0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722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215BB2-3AF8-430E-8C3A-DBDFC1F0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2112838-8975-459B-9BBD-6A0FACF62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E9B3C5-4034-4ABB-AE07-927A9C3EA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60A5019-4CA6-4E82-8E26-FFCBD0B0F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BF2271-8A6E-4FDD-A69D-ECCE75D77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764C7AA-7F8D-4C6E-A03C-487F6D39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36E32F5-EE91-4FF2-A3C2-84BB163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068184D-7C23-4AB2-B46F-651956B0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2204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15C99-C97F-4D32-856A-89EE1C57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A1B8649-7FB2-4C5A-AE5D-E4295F38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D11F398-A93C-4AC0-920C-71EE7E59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4738D45-C3F7-400D-B604-F0EAF65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5712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A6785CB-4818-4220-905C-012F89D2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BB5C763-BF50-4458-AB76-4F12B028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645FDA-EC18-429E-B377-0CC4F458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556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8D9BE-3716-4BA9-A6CD-08D539EC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EEEFE2-6F96-48DF-8474-0768860B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840BE56-1DC9-4A89-8259-05AFF2D2E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D51443A-3854-40C2-A6E5-E6852A91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D5C825-89E3-491C-95B7-88DAB229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E928A7-DF4A-4FA6-BF45-88CD7F6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7493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AF886-3A52-4781-8375-02C4D87F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CBA0785-2B84-4D91-91A7-63D64BC81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91B1161-B7A1-4FA6-9DBF-6A4BDB541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AF42D4B-BBAF-4D88-9110-23D0C997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963D386-85CE-496E-8A3C-063DECD1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F3F8282-B579-4535-B19C-0A64485C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8760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4AFFB-090F-4287-BD94-183EBD25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D36831A-B37B-4A4B-B5DD-618FC752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A783E-07BE-4C33-A1D3-61571D1A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B515BA-DC14-4F3B-95C1-0AE57A77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AE70CE-2C27-4CE6-9F4F-28D0D7FF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257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9E6BC41-346E-42B2-B4D2-1432AC3DB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ED9DEF1-83A5-477C-839F-CC92AAC37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06E4DB-1CFC-4965-9E8A-1D269B1B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9CDFBA-8ACF-4637-BCBB-44BE9AAE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9E53E9F-2625-4605-8275-CEE13853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322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49976E9-A55F-475C-8B3F-5612683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1A53B2D-A81D-48FE-9368-47A37672B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526E96-288A-4DF7-BFD4-C4170E43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E5BC9C-B6F6-4471-982E-40E4A8C08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887E06-04D7-4FF4-9F92-43290EFF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607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8000" t="-2000" r="2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49976E9-A55F-475C-8B3F-5612683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1A53B2D-A81D-48FE-9368-47A37672B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526E96-288A-4DF7-BFD4-C4170E43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E5BC9C-B6F6-4471-982E-40E4A8C08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887E06-04D7-4FF4-9F92-43290EFF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176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reativecommons.org/licenses/by-nd/2.0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lickr.com/photos/hikingartist/" TargetMode="External"/><Relationship Id="rId5" Type="http://schemas.openxmlformats.org/officeDocument/2006/relationships/hyperlink" Target="https://www.flickr.com/photos/hikingartist/5727278512/in/photolist-9J6Nnf-6v4Xhz-9rESs-87NA7G-8GJvbJ-qBne5u-8SRJFm-87KfnD-paxfD8-9h2Dio-nxbANX-paxh9n-87KoSM-8w3jZT-651mrd-8GFm3n-4yj7N1-nZZvut-pMSq4Q-ab1Z5h-8BY6Ub-7v2CGM-8KVkvz-bV1L4r-n35vqE-bV1L5v-98HAv9-a" TargetMode="Externa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u.testvision.nl/online/kandidate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sycopg.org/docs/" TargetMode="External"/><Relationship Id="rId5" Type="http://schemas.openxmlformats.org/officeDocument/2006/relationships/hyperlink" Target="https://www.postgresql.org/docs/15/client-interfaces.html" TargetMode="External"/><Relationship Id="rId4" Type="http://schemas.openxmlformats.org/officeDocument/2006/relationships/hyperlink" Target="https://peps.python.org/pep-0249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sycopg.org/docs/cursor.html#cursor.fetchall" TargetMode="External"/><Relationship Id="rId3" Type="http://schemas.openxmlformats.org/officeDocument/2006/relationships/hyperlink" Target="https://www.psycopg.org/docs/connection.html" TargetMode="External"/><Relationship Id="rId7" Type="http://schemas.openxmlformats.org/officeDocument/2006/relationships/hyperlink" Target="https://www.psycopg.org/docs/cursor.html#cursor.execute" TargetMode="External"/><Relationship Id="rId2" Type="http://schemas.openxmlformats.org/officeDocument/2006/relationships/hyperlink" Target="https://www.psycopg.org/docs/usag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sycopg.org/docs/cursor.html#cursor" TargetMode="External"/><Relationship Id="rId5" Type="http://schemas.openxmlformats.org/officeDocument/2006/relationships/hyperlink" Target="https://www.psycopg.org/docs/connection.html#connection.rollback" TargetMode="External"/><Relationship Id="rId4" Type="http://schemas.openxmlformats.org/officeDocument/2006/relationships/hyperlink" Target="https://www.psycopg.org/docs/connection.html#connection.commit" TargetMode="External"/><Relationship Id="rId9" Type="http://schemas.openxmlformats.org/officeDocument/2006/relationships/hyperlink" Target="https://www.psycopg.org/docs/cursor.html#cursor.close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l.wikipedia.org/wiki/SQL-injectie" TargetMode="Externa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15/runtime-config-connection.html#RUNTIME-CONFIG-CONNECTION-SETTING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utorun-a-python-script-on-windows-startup/" TargetMode="External"/><Relationship Id="rId2" Type="http://schemas.openxmlformats.org/officeDocument/2006/relationships/hyperlink" Target="https://ipapi.co/jso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r="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hape 171">
            <a:extLst>
              <a:ext uri="{FF2B5EF4-FFF2-40B4-BE49-F238E27FC236}">
                <a16:creationId xmlns:a16="http://schemas.microsoft.com/office/drawing/2014/main" id="{BD318F1D-BFA7-426C-BAA7-141718A3C4EB}"/>
              </a:ext>
            </a:extLst>
          </p:cNvPr>
          <p:cNvGrpSpPr/>
          <p:nvPr/>
        </p:nvGrpSpPr>
        <p:grpSpPr>
          <a:xfrm>
            <a:off x="71593" y="4244662"/>
            <a:ext cx="8964612" cy="2189518"/>
            <a:chOff x="179388" y="4668482"/>
            <a:chExt cx="8713786" cy="2029179"/>
          </a:xfrm>
        </p:grpSpPr>
        <p:sp>
          <p:nvSpPr>
            <p:cNvPr id="12" name="Shape 172">
              <a:extLst>
                <a:ext uri="{FF2B5EF4-FFF2-40B4-BE49-F238E27FC236}">
                  <a16:creationId xmlns:a16="http://schemas.microsoft.com/office/drawing/2014/main" id="{54F2CC62-327F-4763-AD12-FC76E6C34D6A}"/>
                </a:ext>
              </a:extLst>
            </p:cNvPr>
            <p:cNvSpPr/>
            <p:nvPr/>
          </p:nvSpPr>
          <p:spPr>
            <a:xfrm>
              <a:off x="179388" y="4668482"/>
              <a:ext cx="8713786" cy="2029179"/>
            </a:xfrm>
            <a:prstGeom prst="rect">
              <a:avLst/>
            </a:prstGeom>
            <a:solidFill>
              <a:schemeClr val="lt1"/>
            </a:solidFill>
            <a:ln w="9525" cap="flat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3" name="Shape 173">
              <a:extLst>
                <a:ext uri="{FF2B5EF4-FFF2-40B4-BE49-F238E27FC236}">
                  <a16:creationId xmlns:a16="http://schemas.microsoft.com/office/drawing/2014/main" id="{22A2208E-38F4-45DA-A8AD-7223223DAED6}"/>
                </a:ext>
              </a:extLst>
            </p:cNvPr>
            <p:cNvSpPr/>
            <p:nvPr/>
          </p:nvSpPr>
          <p:spPr>
            <a:xfrm>
              <a:off x="323850" y="4780525"/>
              <a:ext cx="8424862" cy="869011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4" name="Shape 174">
              <a:extLst>
                <a:ext uri="{FF2B5EF4-FFF2-40B4-BE49-F238E27FC236}">
                  <a16:creationId xmlns:a16="http://schemas.microsoft.com/office/drawing/2014/main" id="{FA8D6BC9-FB4F-4138-9184-67D2414EED4E}"/>
                </a:ext>
              </a:extLst>
            </p:cNvPr>
            <p:cNvSpPr txBox="1"/>
            <p:nvPr/>
          </p:nvSpPr>
          <p:spPr>
            <a:xfrm>
              <a:off x="509587" y="4889500"/>
              <a:ext cx="8043745" cy="58477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  <a:rtl val="0"/>
                </a:rPr>
                <a:t>Les </a:t>
              </a:r>
              <a:r>
                <a:rPr kumimoji="0" lang="nl-NL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10</a:t>
              </a:r>
              <a:r>
                <a:rPr kumimoji="0" lang="nl-NL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  <a:rtl val="0"/>
                </a:rPr>
                <a:t>: Databases met Python</a:t>
              </a:r>
            </a:p>
          </p:txBody>
        </p:sp>
        <p:pic>
          <p:nvPicPr>
            <p:cNvPr id="15" name="Shape 175">
              <a:extLst>
                <a:ext uri="{FF2B5EF4-FFF2-40B4-BE49-F238E27FC236}">
                  <a16:creationId xmlns:a16="http://schemas.microsoft.com/office/drawing/2014/main" id="{0FD73369-0C09-4894-8E9B-64C108285C4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4706"/>
            <a:stretch/>
          </p:blipFill>
          <p:spPr>
            <a:xfrm>
              <a:off x="5867398" y="5667342"/>
              <a:ext cx="2881312" cy="9058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Shape 176">
              <a:extLst>
                <a:ext uri="{FF2B5EF4-FFF2-40B4-BE49-F238E27FC236}">
                  <a16:creationId xmlns:a16="http://schemas.microsoft.com/office/drawing/2014/main" id="{4779AE0E-FF5F-4220-BD6D-32C39B0C10FD}"/>
                </a:ext>
              </a:extLst>
            </p:cNvPr>
            <p:cNvSpPr/>
            <p:nvPr/>
          </p:nvSpPr>
          <p:spPr>
            <a:xfrm>
              <a:off x="323850" y="5733673"/>
              <a:ext cx="5441949" cy="839788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7" name="Shape 177">
              <a:extLst>
                <a:ext uri="{FF2B5EF4-FFF2-40B4-BE49-F238E27FC236}">
                  <a16:creationId xmlns:a16="http://schemas.microsoft.com/office/drawing/2014/main" id="{61DFF046-A9B4-431E-9D3E-DE606BF9F9CB}"/>
                </a:ext>
              </a:extLst>
            </p:cNvPr>
            <p:cNvSpPr txBox="1"/>
            <p:nvPr/>
          </p:nvSpPr>
          <p:spPr>
            <a:xfrm>
              <a:off x="323850" y="5797173"/>
              <a:ext cx="5213349" cy="6463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Programming (onderdeel van </a:t>
              </a:r>
              <a:r>
                <a:rPr lang="nl-NL" sz="1800" b="1" kern="0" dirty="0">
                  <a:solidFill>
                    <a:schemeClr val="bg1"/>
                  </a:solidFill>
                </a:rPr>
                <a:t>TICT-V1SE1-24</a:t>
              </a: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  <a:rtl val="0"/>
                </a:rPr>
                <a:t>HBO-ICT propedeuse blok 1</a:t>
              </a:r>
            </a:p>
          </p:txBody>
        </p:sp>
      </p:grpSp>
      <p:pic>
        <p:nvPicPr>
          <p:cNvPr id="18" name="Afbeelding 17" descr="evolution_man_pc.jpg">
            <a:extLst>
              <a:ext uri="{FF2B5EF4-FFF2-40B4-BE49-F238E27FC236}">
                <a16:creationId xmlns:a16="http://schemas.microsoft.com/office/drawing/2014/main" id="{BFC10868-A6A0-4990-A542-0C45F33F1B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261" y="1632778"/>
            <a:ext cx="5855624" cy="2213426"/>
          </a:xfrm>
          <a:prstGeom prst="rect">
            <a:avLst/>
          </a:prstGeom>
        </p:spPr>
      </p:pic>
      <p:sp>
        <p:nvSpPr>
          <p:cNvPr id="19" name="Rechthoek 18">
            <a:extLst>
              <a:ext uri="{FF2B5EF4-FFF2-40B4-BE49-F238E27FC236}">
                <a16:creationId xmlns:a16="http://schemas.microsoft.com/office/drawing/2014/main" id="{D8D93D72-0AE4-4BBF-9B0D-7214767F6CD2}"/>
              </a:ext>
            </a:extLst>
          </p:cNvPr>
          <p:cNvSpPr/>
          <p:nvPr/>
        </p:nvSpPr>
        <p:spPr>
          <a:xfrm>
            <a:off x="4001717" y="3809133"/>
            <a:ext cx="3596182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Man Chain </a:t>
            </a:r>
            <a:r>
              <a:rPr kumimoji="0" lang="nl-NL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illustration</a:t>
            </a: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by</a:t>
            </a: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Frits </a:t>
            </a:r>
            <a:r>
              <a:rPr kumimoji="0" lang="nl-NL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Ahlefeldt-Laurvig</a:t>
            </a: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| </a:t>
            </a: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7"/>
                <a:rtl val="0"/>
              </a:rPr>
              <a:t>CC BY-ND</a:t>
            </a:r>
            <a:endParaRPr kumimoji="0" lang="nl-NL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81490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686551"/>
            <a:ext cx="11094396" cy="3439929"/>
          </a:xfrm>
        </p:spPr>
        <p:txBody>
          <a:bodyPr>
            <a:normAutofit lnSpcReduction="10000"/>
          </a:bodyPr>
          <a:lstStyle/>
          <a:p>
            <a:r>
              <a:rPr lang="nl-NL" sz="1800" kern="0" dirty="0">
                <a:solidFill>
                  <a:srgbClr val="294171"/>
                </a:solidFill>
              </a:rPr>
              <a:t>Laptop aan de stroom!</a:t>
            </a:r>
          </a:p>
          <a:p>
            <a:r>
              <a:rPr lang="nl-NL" sz="1800" kern="0" dirty="0">
                <a:solidFill>
                  <a:srgbClr val="294171"/>
                </a:solidFill>
              </a:rPr>
              <a:t>Telefoons, smartwatches etc. in de broekzak of tas</a:t>
            </a:r>
          </a:p>
          <a:p>
            <a:r>
              <a:rPr lang="nl-NL" sz="1800" kern="0" dirty="0">
                <a:solidFill>
                  <a:srgbClr val="294171"/>
                </a:solidFill>
              </a:rPr>
              <a:t>ID op tafel klaarleggen voor controle</a:t>
            </a:r>
          </a:p>
          <a:p>
            <a:r>
              <a:rPr lang="en-US" sz="1800" kern="0" dirty="0" err="1">
                <a:solidFill>
                  <a:srgbClr val="294171"/>
                </a:solidFill>
              </a:rPr>
              <a:t>Tijdslimiet</a:t>
            </a:r>
            <a:r>
              <a:rPr lang="en-US" sz="1800" kern="0" dirty="0">
                <a:solidFill>
                  <a:srgbClr val="294171"/>
                </a:solidFill>
              </a:rPr>
              <a:t>: 60 </a:t>
            </a:r>
            <a:r>
              <a:rPr lang="en-US" sz="1800" kern="0" dirty="0" err="1">
                <a:solidFill>
                  <a:srgbClr val="294171"/>
                </a:solidFill>
              </a:rPr>
              <a:t>minuten</a:t>
            </a:r>
            <a:r>
              <a:rPr lang="en-US" sz="1800" kern="0" dirty="0">
                <a:solidFill>
                  <a:srgbClr val="294171"/>
                </a:solidFill>
              </a:rPr>
              <a:t> + 20 </a:t>
            </a:r>
            <a:r>
              <a:rPr lang="en-US" sz="1800" kern="0" dirty="0" err="1">
                <a:solidFill>
                  <a:srgbClr val="294171"/>
                </a:solidFill>
              </a:rPr>
              <a:t>minuten</a:t>
            </a:r>
            <a:r>
              <a:rPr lang="en-US" sz="1800" kern="0" dirty="0">
                <a:solidFill>
                  <a:srgbClr val="294171"/>
                </a:solidFill>
              </a:rPr>
              <a:t> extra </a:t>
            </a:r>
            <a:r>
              <a:rPr lang="en-US" sz="1800" kern="0" dirty="0" err="1">
                <a:solidFill>
                  <a:srgbClr val="294171"/>
                </a:solidFill>
              </a:rPr>
              <a:t>tijd</a:t>
            </a:r>
            <a:endParaRPr lang="en-US" sz="1800" kern="0" dirty="0">
              <a:solidFill>
                <a:srgbClr val="294171"/>
              </a:solidFill>
            </a:endParaRPr>
          </a:p>
          <a:p>
            <a:r>
              <a:rPr lang="nl-NL" sz="1800" kern="0" dirty="0">
                <a:solidFill>
                  <a:srgbClr val="294171"/>
                </a:solidFill>
              </a:rPr>
              <a:t>Tips: in </a:t>
            </a:r>
            <a:r>
              <a:rPr lang="nl-NL" sz="1800" kern="0" dirty="0" err="1">
                <a:solidFill>
                  <a:srgbClr val="294171"/>
                </a:solidFill>
              </a:rPr>
              <a:t>Testvision</a:t>
            </a:r>
            <a:r>
              <a:rPr lang="nl-NL" sz="1800" kern="0">
                <a:solidFill>
                  <a:srgbClr val="294171"/>
                </a:solidFill>
              </a:rPr>
              <a:t> beschikbaar </a:t>
            </a:r>
            <a:r>
              <a:rPr lang="nl-NL" sz="1800" kern="0">
                <a:solidFill>
                  <a:srgbClr val="294171"/>
                </a:solidFill>
                <a:sym typeface="Wingdings" panose="05000000000000000000" pitchFamily="2" charset="2"/>
              </a:rPr>
              <a:t></a:t>
            </a:r>
            <a:r>
              <a:rPr lang="nl-NL" sz="1800" kern="0">
                <a:solidFill>
                  <a:srgbClr val="294171"/>
                </a:solidFill>
              </a:rPr>
              <a:t> </a:t>
            </a:r>
            <a:r>
              <a:rPr lang="nl-NL" sz="1800" kern="0" dirty="0">
                <a:solidFill>
                  <a:srgbClr val="294171"/>
                </a:solidFill>
              </a:rPr>
              <a:t>digitaal </a:t>
            </a:r>
            <a:r>
              <a:rPr lang="nl-NL" sz="1800" kern="0" dirty="0" err="1">
                <a:solidFill>
                  <a:srgbClr val="294171"/>
                </a:solidFill>
              </a:rPr>
              <a:t>notepad</a:t>
            </a:r>
            <a:r>
              <a:rPr lang="nl-NL" sz="1800" kern="0" dirty="0">
                <a:solidFill>
                  <a:srgbClr val="294171"/>
                </a:solidFill>
              </a:rPr>
              <a:t> en digitaal rekenmachine</a:t>
            </a:r>
          </a:p>
          <a:p>
            <a:r>
              <a:rPr lang="nl-NL" sz="1800" kern="0" dirty="0">
                <a:solidFill>
                  <a:srgbClr val="294171"/>
                </a:solidFill>
              </a:rPr>
              <a:t>Starten toets:</a:t>
            </a: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browser: Chrome, Firefox of </a:t>
            </a:r>
            <a:r>
              <a:rPr lang="nl-NL" sz="1800" kern="0" dirty="0" err="1">
                <a:solidFill>
                  <a:srgbClr val="294171"/>
                </a:solidFill>
              </a:rPr>
              <a:t>Edge</a:t>
            </a:r>
            <a:endParaRPr lang="nl-NL" sz="1800" kern="0" dirty="0">
              <a:solidFill>
                <a:srgbClr val="294171"/>
              </a:solidFill>
            </a:endParaRP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URL: </a:t>
            </a:r>
            <a:r>
              <a:rPr lang="nl-NL" sz="1800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hu.testvision.nl/online/kandidaten</a:t>
            </a:r>
            <a:endParaRPr lang="nl-NL" sz="1800" dirty="0">
              <a:solidFill>
                <a:schemeClr val="accent1"/>
              </a:solidFill>
            </a:endParaRP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inloggen met je HU account</a:t>
            </a: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Kiezen voor ‘Toets maken’</a:t>
            </a:r>
            <a:br>
              <a:rPr lang="nl-NL" sz="1800" kern="0" dirty="0">
                <a:solidFill>
                  <a:srgbClr val="294171"/>
                </a:solidFill>
              </a:rPr>
            </a:br>
            <a:r>
              <a:rPr lang="nl-NL" sz="1800" kern="0" dirty="0">
                <a:solidFill>
                  <a:srgbClr val="294171"/>
                </a:solidFill>
              </a:rPr>
              <a:t>Niet eerst </a:t>
            </a:r>
            <a:r>
              <a:rPr lang="nl-NL" sz="1800" kern="0" dirty="0" err="1">
                <a:solidFill>
                  <a:srgbClr val="294171"/>
                </a:solidFill>
              </a:rPr>
              <a:t>schoolyear</a:t>
            </a:r>
            <a:r>
              <a:rPr lang="nl-NL" sz="1800" kern="0" dirty="0">
                <a:solidFill>
                  <a:srgbClr val="294171"/>
                </a:solidFill>
              </a:rPr>
              <a:t> zoeken ofzo</a:t>
            </a:r>
            <a:endParaRPr lang="en-US" sz="1800" kern="0" dirty="0">
              <a:solidFill>
                <a:srgbClr val="29417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C0B204-3AAD-86EB-CBB3-09E36551590D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Toets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regels tips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6869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B56C3-2252-D9D9-B8F6-0AD7D7DF9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686552"/>
            <a:ext cx="9586608" cy="3694794"/>
          </a:xfrm>
        </p:spPr>
        <p:txBody>
          <a:bodyPr>
            <a:normAutofit/>
          </a:bodyPr>
          <a:lstStyle/>
          <a:p>
            <a:r>
              <a:rPr lang="en-US" sz="1800" kern="0" dirty="0">
                <a:solidFill>
                  <a:srgbClr val="294171"/>
                </a:solidFill>
              </a:rPr>
              <a:t>Soms is in </a:t>
            </a:r>
            <a:r>
              <a:rPr lang="en-US" sz="1800" kern="0" dirty="0" err="1">
                <a:solidFill>
                  <a:srgbClr val="294171"/>
                </a:solidFill>
              </a:rPr>
              <a:t>TestVision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een</a:t>
            </a:r>
            <a:r>
              <a:rPr lang="en-US" sz="1800" kern="0" dirty="0">
                <a:solidFill>
                  <a:srgbClr val="294171"/>
                </a:solidFill>
              </a:rPr>
              <a:t> link </a:t>
            </a:r>
            <a:r>
              <a:rPr lang="en-US" sz="1800" kern="0" dirty="0" err="1">
                <a:solidFill>
                  <a:srgbClr val="294171"/>
                </a:solidFill>
              </a:rPr>
              <a:t>naar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een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referentie</a:t>
            </a:r>
            <a:r>
              <a:rPr lang="en-US" sz="1800" kern="0" dirty="0">
                <a:solidFill>
                  <a:srgbClr val="294171"/>
                </a:solidFill>
              </a:rPr>
              <a:t> document </a:t>
            </a:r>
            <a:r>
              <a:rPr lang="en-US" sz="1800" kern="0" dirty="0" err="1">
                <a:solidFill>
                  <a:srgbClr val="294171"/>
                </a:solidFill>
              </a:rPr>
              <a:t>toegevoegd</a:t>
            </a:r>
            <a:r>
              <a:rPr lang="en-US" sz="1800" kern="0" dirty="0">
                <a:solidFill>
                  <a:srgbClr val="294171"/>
                </a:solidFill>
              </a:rPr>
              <a:t> die je mag </a:t>
            </a:r>
            <a:r>
              <a:rPr lang="en-US" sz="1800" kern="0" dirty="0" err="1">
                <a:solidFill>
                  <a:srgbClr val="294171"/>
                </a:solidFill>
              </a:rPr>
              <a:t>gebruiken</a:t>
            </a:r>
            <a:r>
              <a:rPr lang="en-US" sz="1800" kern="0" dirty="0">
                <a:solidFill>
                  <a:srgbClr val="294171"/>
                </a:solidFill>
              </a:rPr>
              <a:t> om </a:t>
            </a:r>
            <a:r>
              <a:rPr lang="en-US" sz="1800" kern="0" dirty="0" err="1">
                <a:solidFill>
                  <a:srgbClr val="294171"/>
                </a:solidFill>
              </a:rPr>
              <a:t>dingen</a:t>
            </a:r>
            <a:r>
              <a:rPr lang="en-US" sz="1800" kern="0" dirty="0">
                <a:solidFill>
                  <a:srgbClr val="294171"/>
                </a:solidFill>
              </a:rPr>
              <a:t> op </a:t>
            </a:r>
            <a:r>
              <a:rPr lang="en-US" sz="1800" kern="0" dirty="0" err="1">
                <a:solidFill>
                  <a:srgbClr val="294171"/>
                </a:solidFill>
              </a:rPr>
              <a:t>te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zoeken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tijdens</a:t>
            </a:r>
            <a:r>
              <a:rPr lang="en-US" sz="1800" kern="0" dirty="0">
                <a:solidFill>
                  <a:srgbClr val="294171"/>
                </a:solidFill>
              </a:rPr>
              <a:t> de </a:t>
            </a:r>
            <a:r>
              <a:rPr lang="en-US" sz="1800" kern="0" dirty="0" err="1">
                <a:solidFill>
                  <a:srgbClr val="294171"/>
                </a:solidFill>
              </a:rPr>
              <a:t>toets</a:t>
            </a:r>
            <a:r>
              <a:rPr lang="en-US" sz="1800" kern="0" dirty="0">
                <a:solidFill>
                  <a:srgbClr val="294171"/>
                </a:solidFill>
              </a:rPr>
              <a:t>. Maar </a:t>
            </a:r>
            <a:r>
              <a:rPr lang="en-US" sz="1800" kern="0" dirty="0" err="1">
                <a:solidFill>
                  <a:srgbClr val="294171"/>
                </a:solidFill>
              </a:rPr>
              <a:t>als</a:t>
            </a:r>
            <a:r>
              <a:rPr lang="en-US" sz="1800" kern="0" dirty="0">
                <a:solidFill>
                  <a:srgbClr val="294171"/>
                </a:solidFill>
              </a:rPr>
              <a:t> je op het </a:t>
            </a:r>
            <a:r>
              <a:rPr lang="en-US" sz="1800" kern="0" dirty="0" err="1">
                <a:solidFill>
                  <a:srgbClr val="294171"/>
                </a:solidFill>
              </a:rPr>
              <a:t>linkje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klikt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krijg</a:t>
            </a:r>
            <a:r>
              <a:rPr lang="en-US" sz="1800" kern="0" dirty="0">
                <a:solidFill>
                  <a:srgbClr val="294171"/>
                </a:solidFill>
              </a:rPr>
              <a:t> je </a:t>
            </a:r>
            <a:r>
              <a:rPr lang="en-US" sz="1800" kern="0" dirty="0" err="1">
                <a:solidFill>
                  <a:srgbClr val="294171"/>
                </a:solidFill>
              </a:rPr>
              <a:t>een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lege</a:t>
            </a:r>
            <a:r>
              <a:rPr lang="en-US" sz="1800" kern="0" dirty="0">
                <a:solidFill>
                  <a:srgbClr val="294171"/>
                </a:solidFill>
              </a:rPr>
              <a:t> popup:</a:t>
            </a:r>
          </a:p>
          <a:p>
            <a:endParaRPr lang="en-US" sz="1800" kern="0" dirty="0">
              <a:solidFill>
                <a:srgbClr val="294171"/>
              </a:solidFill>
            </a:endParaRPr>
          </a:p>
          <a:p>
            <a:endParaRPr lang="nl-NL" sz="1800" kern="0" dirty="0">
              <a:solidFill>
                <a:srgbClr val="294171"/>
              </a:solidFill>
            </a:endParaRPr>
          </a:p>
          <a:p>
            <a:endParaRPr lang="nl-NL" sz="1800" kern="0" dirty="0">
              <a:solidFill>
                <a:srgbClr val="294171"/>
              </a:solidFill>
            </a:endParaRPr>
          </a:p>
          <a:p>
            <a:endParaRPr lang="nl-NL" sz="1800" kern="0" dirty="0">
              <a:solidFill>
                <a:srgbClr val="294171"/>
              </a:solidFill>
            </a:endParaRPr>
          </a:p>
          <a:p>
            <a:endParaRPr lang="nl-NL" sz="1800" kern="0" dirty="0">
              <a:solidFill>
                <a:srgbClr val="294171"/>
              </a:solidFill>
            </a:endParaRPr>
          </a:p>
          <a:p>
            <a:r>
              <a:rPr lang="nl-NL" sz="1800" kern="0" dirty="0">
                <a:solidFill>
                  <a:srgbClr val="294171"/>
                </a:solidFill>
              </a:rPr>
              <a:t>Klik op ‘Open in eigen tabblad’ en het document verschijnt in je browser waar je het steeds kunt raadplegen</a:t>
            </a:r>
          </a:p>
        </p:txBody>
      </p:sp>
      <p:pic>
        <p:nvPicPr>
          <p:cNvPr id="11" name="Picture 10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1603059F-93EA-748C-48E6-9729A951CA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70"/>
          <a:stretch/>
        </p:blipFill>
        <p:spPr>
          <a:xfrm>
            <a:off x="1685618" y="3429000"/>
            <a:ext cx="7097115" cy="14700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7F93AE-E473-0ACB-6178-A17627184827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8730574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Link </a:t>
            </a:r>
            <a:r>
              <a:rPr lang="en-US" sz="3600" b="1" kern="0" dirty="0" err="1">
                <a:solidFill>
                  <a:prstClr val="black"/>
                </a:solidFill>
              </a:rPr>
              <a:t>naar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b="1" kern="0" dirty="0" err="1">
                <a:solidFill>
                  <a:prstClr val="black"/>
                </a:solidFill>
              </a:rPr>
              <a:t>referentie</a:t>
            </a:r>
            <a:r>
              <a:rPr lang="en-US" sz="3600" b="1" kern="0" dirty="0">
                <a:solidFill>
                  <a:prstClr val="black"/>
                </a:solidFill>
              </a:rPr>
              <a:t> document </a:t>
            </a:r>
            <a:r>
              <a:rPr lang="en-US" sz="3600" b="1" kern="0" dirty="0" err="1">
                <a:solidFill>
                  <a:prstClr val="black"/>
                </a:solidFill>
              </a:rPr>
              <a:t>blijft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b="1" kern="0" dirty="0" err="1">
                <a:solidFill>
                  <a:prstClr val="black"/>
                </a:solidFill>
              </a:rPr>
              <a:t>leeg</a:t>
            </a:r>
            <a:endParaRPr lang="en-US" sz="3600" b="1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72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9F54-E070-A228-1B91-D1337F030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64335"/>
            <a:ext cx="10440521" cy="4157478"/>
          </a:xfrm>
        </p:spPr>
        <p:txBody>
          <a:bodyPr>
            <a:normAutofit/>
          </a:bodyPr>
          <a:lstStyle/>
          <a:p>
            <a:r>
              <a:rPr lang="nl-NL" sz="1800" kern="0" dirty="0">
                <a:solidFill>
                  <a:srgbClr val="294171"/>
                </a:solidFill>
              </a:rPr>
              <a:t>Klaar?</a:t>
            </a: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(bij open vraag): antwoordblad omgekeerd op je tafel</a:t>
            </a: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De toets afsluiten:</a:t>
            </a: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En daarna in de </a:t>
            </a:r>
            <a:r>
              <a:rPr lang="nl-NL" sz="1800" kern="0" dirty="0" err="1">
                <a:solidFill>
                  <a:srgbClr val="294171"/>
                </a:solidFill>
              </a:rPr>
              <a:t>popup</a:t>
            </a:r>
            <a:r>
              <a:rPr lang="nl-NL" sz="1800" kern="0" dirty="0">
                <a:solidFill>
                  <a:srgbClr val="294171"/>
                </a:solidFill>
              </a:rPr>
              <a:t> wel op Exit klikken </a:t>
            </a:r>
            <a:r>
              <a:rPr lang="nl-NL" sz="1800" kern="0" dirty="0">
                <a:solidFill>
                  <a:srgbClr val="294171"/>
                </a:solidFill>
                <a:sym typeface="Wingdings" panose="05000000000000000000" pitchFamily="2" charset="2"/>
              </a:rPr>
              <a:t></a:t>
            </a:r>
            <a:endParaRPr lang="nl-NL" sz="1800" kern="0" dirty="0">
              <a:solidFill>
                <a:srgbClr val="294171"/>
              </a:solidFill>
            </a:endParaRP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Alles laten staan (tas, laptop), zachtjes weggaan</a:t>
            </a: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Na de toets weer terug voor de rest van de les </a:t>
            </a:r>
          </a:p>
          <a:p>
            <a:endParaRPr lang="nl-NL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DD2E5A-53AF-93EC-1130-1EB07DFC74CF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8730574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Toets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b="1" kern="0" dirty="0" err="1">
                <a:solidFill>
                  <a:prstClr val="black"/>
                </a:solidFill>
              </a:rPr>
              <a:t>afsluiten</a:t>
            </a:r>
            <a:endParaRPr lang="en-US" sz="3600" b="1" kern="0" dirty="0">
              <a:solidFill>
                <a:prstClr val="black"/>
              </a:solidFill>
            </a:endParaRP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60894A84-EF8F-AD0C-A894-B358572DEA6F}"/>
              </a:ext>
            </a:extLst>
          </p:cNvPr>
          <p:cNvGrpSpPr/>
          <p:nvPr/>
        </p:nvGrpSpPr>
        <p:grpSpPr>
          <a:xfrm>
            <a:off x="3119120" y="3352800"/>
            <a:ext cx="7691120" cy="1858132"/>
            <a:chOff x="1310141" y="1882586"/>
            <a:chExt cx="9018783" cy="2070851"/>
          </a:xfrm>
        </p:grpSpPr>
        <p:pic>
          <p:nvPicPr>
            <p:cNvPr id="2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CB047D78-C332-4B6A-1C99-B6D863E98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0141" y="2095636"/>
              <a:ext cx="9018783" cy="1857801"/>
            </a:xfrm>
            <a:prstGeom prst="rect">
              <a:avLst/>
            </a:prstGeom>
          </p:spPr>
        </p:pic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5E2B969C-A020-EAC0-7E5C-9AFE74FD66D4}"/>
                </a:ext>
              </a:extLst>
            </p:cNvPr>
            <p:cNvSpPr txBox="1"/>
            <p:nvPr/>
          </p:nvSpPr>
          <p:spPr>
            <a:xfrm>
              <a:off x="4105836" y="1882586"/>
              <a:ext cx="5547020" cy="40011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Op ‘</a:t>
              </a:r>
              <a:r>
                <a:rPr lang="en-US" sz="2000" b="1" dirty="0" err="1">
                  <a:solidFill>
                    <a:srgbClr val="FF0000"/>
                  </a:solidFill>
                </a:rPr>
                <a:t>Toets</a:t>
              </a:r>
              <a:r>
                <a:rPr lang="en-US" sz="2000" b="1" dirty="0">
                  <a:solidFill>
                    <a:srgbClr val="FF0000"/>
                  </a:solidFill>
                </a:rPr>
                <a:t> Be</a:t>
              </a:r>
              <a:r>
                <a:rPr lang="nl-NL" sz="2000" b="1" dirty="0">
                  <a:solidFill>
                    <a:srgbClr val="FF0000"/>
                  </a:solidFill>
                </a:rPr>
                <a:t>ë</a:t>
              </a:r>
              <a:r>
                <a:rPr lang="en-US" sz="2000" b="1" dirty="0">
                  <a:solidFill>
                    <a:srgbClr val="FF0000"/>
                  </a:solidFill>
                </a:rPr>
                <a:t>indigen’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klikken</a:t>
              </a:r>
              <a:r>
                <a:rPr lang="en-US" sz="2000" dirty="0">
                  <a:solidFill>
                    <a:srgbClr val="FF0000"/>
                  </a:solidFill>
                </a:rPr>
                <a:t>,</a:t>
              </a:r>
              <a:r>
                <a:rPr lang="en-US" sz="2000" b="1" dirty="0">
                  <a:solidFill>
                    <a:srgbClr val="FF0000"/>
                  </a:solidFill>
                </a:rPr>
                <a:t> </a:t>
              </a:r>
              <a:r>
                <a:rPr lang="en-US" sz="2000" b="1" dirty="0" err="1">
                  <a:solidFill>
                    <a:srgbClr val="FF0000"/>
                  </a:solidFill>
                </a:rPr>
                <a:t>Niet</a:t>
              </a:r>
              <a:r>
                <a:rPr lang="en-US" sz="2000" dirty="0">
                  <a:solidFill>
                    <a:srgbClr val="FF0000"/>
                  </a:solidFill>
                </a:rPr>
                <a:t> op Exit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  <a:endParaRPr lang="nl-NL" dirty="0">
                <a:solidFill>
                  <a:srgbClr val="FF0000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13BEDD7-4D2E-8E06-A5A8-11366DD07159}"/>
                </a:ext>
              </a:extLst>
            </p:cNvPr>
            <p:cNvSpPr/>
            <p:nvPr/>
          </p:nvSpPr>
          <p:spPr bwMode="auto">
            <a:xfrm>
              <a:off x="5540188" y="2698376"/>
              <a:ext cx="1975599" cy="439271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nl-NL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089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FA7BEA29-6A3E-7385-AC5B-ABFBC5A40645}"/>
              </a:ext>
            </a:extLst>
          </p:cNvPr>
          <p:cNvSpPr txBox="1"/>
          <p:nvPr/>
        </p:nvSpPr>
        <p:spPr>
          <a:xfrm>
            <a:off x="685800" y="33228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Verbinding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maken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met databases 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vanuit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Python)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52A2D02-46EA-4F5A-9046-5DD0A81E05A1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Databases met Python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18623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A3724604-5C0A-B57D-5022-7BEBD0C606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03"/>
          <a:stretch/>
        </p:blipFill>
        <p:spPr>
          <a:xfrm>
            <a:off x="10011376" y="4291210"/>
            <a:ext cx="1957990" cy="24840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F86B00D0-169B-33EB-D7D0-E5A5A44EB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967" y="4483881"/>
            <a:ext cx="3946533" cy="2206659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Verbinding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maken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met databases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5DF77E28-A446-3485-FC1B-37293CF422E4}"/>
              </a:ext>
            </a:extLst>
          </p:cNvPr>
          <p:cNvSpPr/>
          <p:nvPr/>
        </p:nvSpPr>
        <p:spPr>
          <a:xfrm>
            <a:off x="559882" y="1838880"/>
            <a:ext cx="1046334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Je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hebt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inmiddels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wat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ervaring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opgedaan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met </a:t>
            </a:r>
            <a:r>
              <a:rPr lang="en-US" sz="2000" kern="0" dirty="0">
                <a:solidFill>
                  <a:srgbClr val="294171"/>
                </a:solidFill>
              </a:rPr>
              <a:t>databases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(MOD)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Het is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tijd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om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deze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data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benaderen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vanuit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Python!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Daarvoor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gebruiken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we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nieuwe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kern="0" dirty="0">
                <a:solidFill>
                  <a:prstClr val="black"/>
                </a:solidFill>
              </a:rPr>
              <a:t>module; </a:t>
            </a:r>
            <a:r>
              <a:rPr lang="en-US" b="1" kern="0" dirty="0">
                <a:solidFill>
                  <a:prstClr val="black"/>
                </a:solidFill>
              </a:rPr>
              <a:t>psycopg2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psycopg2 is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een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implementatie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van </a:t>
            </a:r>
            <a:r>
              <a:rPr lang="nl-NL" b="1" dirty="0">
                <a:hlinkClick r:id="rId4"/>
              </a:rPr>
              <a:t>PEP 249</a:t>
            </a:r>
            <a:r>
              <a:rPr lang="nl-NL" b="1" dirty="0"/>
              <a:t> – Python Database API </a:t>
            </a:r>
            <a:r>
              <a:rPr lang="nl-NL" b="1" dirty="0" err="1"/>
              <a:t>Specification</a:t>
            </a:r>
            <a:r>
              <a:rPr lang="nl-NL" b="1" dirty="0"/>
              <a:t> v2.0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prstClr val="black"/>
                </a:solidFill>
              </a:rPr>
              <a:t>Er </a:t>
            </a:r>
            <a:r>
              <a:rPr lang="en-US" kern="0" dirty="0" err="1">
                <a:solidFill>
                  <a:prstClr val="black"/>
                </a:solidFill>
              </a:rPr>
              <a:t>zijn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ook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andere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implementaties</a:t>
            </a:r>
            <a:r>
              <a:rPr lang="en-US" kern="0" dirty="0">
                <a:solidFill>
                  <a:prstClr val="black"/>
                </a:solidFill>
              </a:rPr>
              <a:t>… maar psycopg2 is de </a:t>
            </a:r>
            <a:r>
              <a:rPr lang="en-US" kern="0" dirty="0" err="1">
                <a:solidFill>
                  <a:prstClr val="black"/>
                </a:solidFill>
              </a:rPr>
              <a:t>meest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populare</a:t>
            </a:r>
            <a:r>
              <a:rPr lang="en-US" kern="0" dirty="0">
                <a:solidFill>
                  <a:prstClr val="black"/>
                </a:solidFill>
              </a:rPr>
              <a:t> ‘adapter’ </a:t>
            </a:r>
            <a:r>
              <a:rPr lang="en-US" kern="0" dirty="0" err="1">
                <a:solidFill>
                  <a:prstClr val="black"/>
                </a:solidFill>
              </a:rPr>
              <a:t>voor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b="1" u="sng" kern="0" dirty="0">
                <a:solidFill>
                  <a:prstClr val="black"/>
                </a:solidFill>
              </a:rPr>
              <a:t>PostgreSQL</a:t>
            </a: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prstClr val="black"/>
                </a:solidFill>
              </a:rPr>
              <a:t>psycopg2 is </a:t>
            </a:r>
            <a:r>
              <a:rPr lang="en-US" kern="0" dirty="0" err="1">
                <a:solidFill>
                  <a:prstClr val="black"/>
                </a:solidFill>
              </a:rPr>
              <a:t>een</a:t>
            </a:r>
            <a:r>
              <a:rPr lang="en-US" kern="0" dirty="0">
                <a:solidFill>
                  <a:prstClr val="black"/>
                </a:solidFill>
              </a:rPr>
              <a:t> Python-module die </a:t>
            </a:r>
            <a:r>
              <a:rPr lang="en-US" kern="0" dirty="0" err="1">
                <a:solidFill>
                  <a:prstClr val="black"/>
                </a:solidFill>
              </a:rPr>
              <a:t>tegen</a:t>
            </a:r>
            <a:r>
              <a:rPr lang="en-US" kern="0" dirty="0">
                <a:solidFill>
                  <a:prstClr val="black"/>
                </a:solidFill>
              </a:rPr>
              <a:t> de API van PostgreSQL </a:t>
            </a:r>
            <a:r>
              <a:rPr lang="en-US" kern="0" dirty="0" err="1">
                <a:solidFill>
                  <a:prstClr val="black"/>
                </a:solidFill>
              </a:rPr>
              <a:t>zelf</a:t>
            </a:r>
            <a:r>
              <a:rPr lang="en-US" kern="0" dirty="0">
                <a:solidFill>
                  <a:prstClr val="black"/>
                </a:solidFill>
              </a:rPr>
              <a:t> ‘</a:t>
            </a:r>
            <a:r>
              <a:rPr lang="en-US" kern="0" dirty="0" err="1">
                <a:solidFill>
                  <a:prstClr val="black"/>
                </a:solidFill>
              </a:rPr>
              <a:t>praat</a:t>
            </a:r>
            <a:r>
              <a:rPr lang="en-US" kern="0" dirty="0">
                <a:solidFill>
                  <a:prstClr val="black"/>
                </a:solidFill>
              </a:rPr>
              <a:t>’ (</a:t>
            </a:r>
            <a:r>
              <a:rPr lang="en-US" kern="0" dirty="0">
                <a:solidFill>
                  <a:prstClr val="black"/>
                </a:solidFill>
                <a:hlinkClick r:id="rId5"/>
              </a:rPr>
              <a:t>libpq</a:t>
            </a:r>
            <a:r>
              <a:rPr lang="en-US" kern="0" dirty="0">
                <a:solidFill>
                  <a:prstClr val="black"/>
                </a:solidFill>
              </a:rPr>
              <a:t>, </a:t>
            </a:r>
            <a:r>
              <a:rPr lang="en-US" kern="0" dirty="0" err="1">
                <a:solidFill>
                  <a:prstClr val="black"/>
                </a:solidFill>
              </a:rPr>
              <a:t>geschreven</a:t>
            </a:r>
            <a:r>
              <a:rPr lang="en-US" kern="0" dirty="0">
                <a:solidFill>
                  <a:prstClr val="black"/>
                </a:solidFill>
              </a:rPr>
              <a:t> in C)</a:t>
            </a: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R="0" lvl="1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tabLst/>
              <a:defRPr/>
            </a:pPr>
            <a:endParaRPr lang="en-US" kern="0" dirty="0">
              <a:solidFill>
                <a:prstClr val="black"/>
              </a:solidFill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9BF7BD90-40F8-CDDF-BDAC-EAB51CC397E1}"/>
              </a:ext>
            </a:extLst>
          </p:cNvPr>
          <p:cNvSpPr/>
          <p:nvPr/>
        </p:nvSpPr>
        <p:spPr>
          <a:xfrm>
            <a:off x="8840455" y="5800564"/>
            <a:ext cx="1471956" cy="574585"/>
          </a:xfrm>
          <a:prstGeom prst="rect">
            <a:avLst/>
          </a:prstGeom>
          <a:solidFill>
            <a:srgbClr val="8EABC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4C73A1DD-FCE9-0961-D217-4B9683A4AFE0}"/>
              </a:ext>
            </a:extLst>
          </p:cNvPr>
          <p:cNvSpPr txBox="1"/>
          <p:nvPr/>
        </p:nvSpPr>
        <p:spPr>
          <a:xfrm>
            <a:off x="8949655" y="5903189"/>
            <a:ext cx="802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libpq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8D8EAE99-A089-6954-8B78-5D7567AC3F2B}"/>
              </a:ext>
            </a:extLst>
          </p:cNvPr>
          <p:cNvSpPr txBox="1"/>
          <p:nvPr/>
        </p:nvSpPr>
        <p:spPr>
          <a:xfrm>
            <a:off x="6781350" y="4775008"/>
            <a:ext cx="1057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hlinkClick r:id="rId6"/>
              </a:rPr>
              <a:t>psycopg2</a:t>
            </a:r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29DD2C98-6F74-3FF8-F3A5-6441F044FB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981" y="5845366"/>
            <a:ext cx="438791" cy="484979"/>
          </a:xfrm>
          <a:prstGeom prst="rect">
            <a:avLst/>
          </a:prstGeom>
        </p:spPr>
      </p:pic>
      <p:sp>
        <p:nvSpPr>
          <p:cNvPr id="14" name="Rechthoek: afgeronde hoeken 13">
            <a:extLst>
              <a:ext uri="{FF2B5EF4-FFF2-40B4-BE49-F238E27FC236}">
                <a16:creationId xmlns:a16="http://schemas.microsoft.com/office/drawing/2014/main" id="{67338057-108D-8B57-E579-93428A6C7E7C}"/>
              </a:ext>
            </a:extLst>
          </p:cNvPr>
          <p:cNvSpPr/>
          <p:nvPr/>
        </p:nvSpPr>
        <p:spPr>
          <a:xfrm>
            <a:off x="5006967" y="4381500"/>
            <a:ext cx="3641733" cy="2309040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BDE96363-BE3A-A088-B320-4CFD4D6FE4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044" y="4678746"/>
            <a:ext cx="561856" cy="56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94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7" y="0"/>
            <a:ext cx="8736199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SELECT-statements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uitvoeren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2B776A2C-FBEF-6E55-3CEE-AF470FCB2978}"/>
              </a:ext>
            </a:extLst>
          </p:cNvPr>
          <p:cNvSpPr txBox="1"/>
          <p:nvPr/>
        </p:nvSpPr>
        <p:spPr>
          <a:xfrm>
            <a:off x="557752" y="2360361"/>
            <a:ext cx="11076495" cy="4278094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import 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psycopg2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connection_string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"host='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localhost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' 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dbname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='fabriek' user='postgres' password='geheim'"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endParaRPr lang="nl-NL" sz="1600" b="0" i="0" dirty="0">
              <a:solidFill>
                <a:srgbClr val="6A8759"/>
              </a:solidFill>
              <a:latin typeface="Consolas" panose="020B0609020204030204" pitchFamily="49" charset="0"/>
            </a:endParaRPr>
          </a:p>
          <a:p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psycopg2.connect(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connection_string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 		</a:t>
            </a:r>
            <a:r>
              <a:rPr lang="nl-NL" sz="1600" b="0" i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verbinding maken met de database</a:t>
            </a:r>
            <a:br>
              <a:rPr lang="nl-NL" sz="1500" b="0" i="0" dirty="0">
                <a:solidFill>
                  <a:srgbClr val="808080"/>
                </a:solidFill>
                <a:cs typeface="Arial" panose="020B0604020202020204" pitchFamily="34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cursor =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conn.cursor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()					</a:t>
            </a:r>
            <a:r>
              <a:rPr lang="nl-NL" sz="1600" b="0" i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met een ‘cursor’ kan je SQL in een </a:t>
            </a:r>
            <a:r>
              <a:rPr lang="nl-NL" sz="1500" dirty="0" err="1">
                <a:solidFill>
                  <a:srgbClr val="808080"/>
                </a:solidFill>
              </a:rPr>
              <a:t>db</a:t>
            </a:r>
            <a:r>
              <a:rPr lang="nl-NL" sz="1500" dirty="0">
                <a:solidFill>
                  <a:srgbClr val="808080"/>
                </a:solidFill>
              </a:rPr>
              <a:t>-sessie uitvoeren</a:t>
            </a:r>
            <a:br>
              <a:rPr lang="nl-NL" sz="1500" dirty="0">
                <a:solidFill>
                  <a:srgbClr val="808080"/>
                </a:solidFill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query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"""SELECT     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klantnr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, plaats, adres		</a:t>
            </a:r>
            <a:r>
              <a:rPr lang="nl-NL" sz="1600" b="0" i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met """ kan je een string over meerdere regels</a:t>
            </a:r>
            <a:br>
              <a:rPr lang="nl-NL" sz="1500" b="0" i="0" dirty="0">
                <a:solidFill>
                  <a:srgbClr val="6A8759"/>
                </a:solidFill>
              </a:rPr>
            </a:b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           FROM       Klant				</a:t>
            </a:r>
            <a:r>
              <a:rPr lang="nl-NL" sz="1600" b="0" i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en-US" sz="1500" dirty="0" err="1">
                <a:solidFill>
                  <a:srgbClr val="808080"/>
                </a:solidFill>
              </a:rPr>
              <a:t>schrijven</a:t>
            </a:r>
            <a:r>
              <a:rPr lang="en-US" sz="1500" dirty="0">
                <a:solidFill>
                  <a:srgbClr val="808080"/>
                </a:solidFill>
              </a:rPr>
              <a:t>, </a:t>
            </a:r>
            <a:r>
              <a:rPr lang="en-US" sz="1500" dirty="0" err="1">
                <a:solidFill>
                  <a:srgbClr val="808080"/>
                </a:solidFill>
              </a:rPr>
              <a:t>zonder</a:t>
            </a:r>
            <a:r>
              <a:rPr lang="en-US" sz="1500" dirty="0">
                <a:solidFill>
                  <a:srgbClr val="808080"/>
                </a:solidFill>
              </a:rPr>
              <a:t> </a:t>
            </a:r>
            <a:r>
              <a:rPr lang="en-US" sz="1500" dirty="0" err="1">
                <a:solidFill>
                  <a:srgbClr val="808080"/>
                </a:solidFill>
              </a:rPr>
              <a:t>escapetekens</a:t>
            </a:r>
            <a:r>
              <a:rPr lang="en-US" sz="1500" dirty="0">
                <a:solidFill>
                  <a:srgbClr val="808080"/>
                </a:solidFill>
              </a:rPr>
              <a:t>. </a:t>
            </a:r>
            <a:r>
              <a:rPr lang="en-US" sz="1500" dirty="0" err="1">
                <a:solidFill>
                  <a:srgbClr val="808080"/>
                </a:solidFill>
              </a:rPr>
              <a:t>Aanhalingstekens</a:t>
            </a:r>
            <a:r>
              <a:rPr lang="en-US" sz="1500" dirty="0">
                <a:solidFill>
                  <a:srgbClr val="808080"/>
                </a:solidFill>
              </a:rPr>
              <a:t>, </a:t>
            </a:r>
            <a:br>
              <a:rPr lang="nl-NL" sz="1500" b="0" i="0" dirty="0">
                <a:solidFill>
                  <a:srgbClr val="6A8759"/>
                </a:solidFill>
              </a:rPr>
            </a:b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           WHERE      plaats = 'Amersfoort';</a:t>
            </a:r>
            <a: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  <a:t>""“		</a:t>
            </a:r>
            <a:r>
              <a:rPr lang="nl-NL" sz="1600" b="0" i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en-US" sz="1500" dirty="0">
                <a:solidFill>
                  <a:srgbClr val="808080"/>
                </a:solidFill>
              </a:rPr>
              <a:t>tabs </a:t>
            </a:r>
            <a:r>
              <a:rPr lang="en-US" sz="1500" dirty="0" err="1">
                <a:solidFill>
                  <a:srgbClr val="808080"/>
                </a:solidFill>
              </a:rPr>
              <a:t>en</a:t>
            </a:r>
            <a:r>
              <a:rPr lang="en-US" sz="1500" dirty="0">
                <a:solidFill>
                  <a:srgbClr val="808080"/>
                </a:solidFill>
              </a:rPr>
              <a:t> enters </a:t>
            </a:r>
            <a:r>
              <a:rPr lang="en-US" sz="1500" dirty="0" err="1">
                <a:solidFill>
                  <a:srgbClr val="808080"/>
                </a:solidFill>
              </a:rPr>
              <a:t>worden</a:t>
            </a:r>
            <a:r>
              <a:rPr lang="en-US" sz="1500" dirty="0">
                <a:solidFill>
                  <a:srgbClr val="808080"/>
                </a:solidFill>
              </a:rPr>
              <a:t> </a:t>
            </a:r>
            <a:r>
              <a:rPr lang="en-US" sz="1500" dirty="0" err="1">
                <a:solidFill>
                  <a:srgbClr val="808080"/>
                </a:solidFill>
              </a:rPr>
              <a:t>gezien</a:t>
            </a:r>
            <a:r>
              <a:rPr lang="en-US" sz="1500" dirty="0">
                <a:solidFill>
                  <a:srgbClr val="808080"/>
                </a:solidFill>
              </a:rPr>
              <a:t> </a:t>
            </a:r>
            <a:r>
              <a:rPr lang="en-US" sz="1500" dirty="0" err="1">
                <a:solidFill>
                  <a:srgbClr val="808080"/>
                </a:solidFill>
              </a:rPr>
              <a:t>als</a:t>
            </a:r>
            <a:r>
              <a:rPr lang="en-US" sz="1500" dirty="0">
                <a:solidFill>
                  <a:srgbClr val="808080"/>
                </a:solidFill>
              </a:rPr>
              <a:t> </a:t>
            </a:r>
            <a:r>
              <a:rPr lang="en-US" sz="1500" dirty="0" err="1">
                <a:solidFill>
                  <a:srgbClr val="808080"/>
                </a:solidFill>
              </a:rPr>
              <a:t>deel</a:t>
            </a:r>
            <a:r>
              <a:rPr lang="en-US" sz="1500" dirty="0">
                <a:solidFill>
                  <a:srgbClr val="808080"/>
                </a:solidFill>
              </a:rPr>
              <a:t> van de string</a:t>
            </a:r>
            <a:br>
              <a:rPr lang="nl-NL" sz="1500" b="0" i="0" u="none" strike="noStrike" baseline="0" dirty="0">
                <a:solidFill>
                  <a:srgbClr val="6A8759"/>
                </a:solidFill>
              </a:rPr>
            </a:br>
            <a:b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cursor.execute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(query)</a:t>
            </a:r>
            <a:b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records = </a:t>
            </a: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cursor.fetchall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()			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de records uit de database ophalen</a:t>
            </a:r>
            <a:br>
              <a:rPr lang="nl-NL" sz="1500" b="0" i="0" u="none" strike="noStrike" baseline="0" dirty="0">
                <a:solidFill>
                  <a:srgbClr val="808080"/>
                </a:solidFill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conn.close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()						</a:t>
            </a:r>
          </a:p>
          <a:p>
            <a:b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for 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record 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in 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records:</a:t>
            </a:r>
            <a:b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nl-NL" sz="1600" dirty="0">
                <a:solidFill>
                  <a:srgbClr val="8888C6"/>
                </a:solidFill>
                <a:latin typeface="Consolas" panose="020B0609020204030204" pitchFamily="49" charset="0"/>
              </a:rPr>
              <a:t>print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(record[</a:t>
            </a:r>
            <a:r>
              <a:rPr lang="nl-NL" sz="1600" b="0" i="0" u="none" strike="noStrike" baseline="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])				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eerste kolom (</a:t>
            </a:r>
            <a:r>
              <a:rPr lang="nl-NL" sz="1500" dirty="0" err="1">
                <a:solidFill>
                  <a:srgbClr val="808080"/>
                </a:solidFill>
              </a:rPr>
              <a:t>klantnr</a:t>
            </a:r>
            <a:r>
              <a:rPr lang="nl-NL" sz="1500" dirty="0">
                <a:solidFill>
                  <a:srgbClr val="808080"/>
                </a:solidFill>
              </a:rPr>
              <a:t>) van elk record printen</a:t>
            </a:r>
            <a:endParaRPr lang="nl-NL" sz="1500" b="0" i="0" u="none" strike="noStrike" baseline="0" dirty="0">
              <a:solidFill>
                <a:srgbClr val="A9B7C6"/>
              </a:solidFill>
            </a:endParaRP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68B3C0F2-5069-71C2-ACCC-6E4D5088F04E}"/>
              </a:ext>
            </a:extLst>
          </p:cNvPr>
          <p:cNvSpPr/>
          <p:nvPr/>
        </p:nvSpPr>
        <p:spPr>
          <a:xfrm>
            <a:off x="557752" y="1608051"/>
            <a:ext cx="83725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Voorbeeld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SELECT-statement </a:t>
            </a:r>
            <a:r>
              <a:rPr lang="en-US" sz="2000" kern="0" dirty="0">
                <a:solidFill>
                  <a:srgbClr val="294171"/>
                </a:solidFill>
              </a:rPr>
              <a:t>met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psycopg2:</a:t>
            </a:r>
          </a:p>
        </p:txBody>
      </p:sp>
    </p:spTree>
    <p:extLst>
      <p:ext uri="{BB962C8B-B14F-4D97-AF65-F5344CB8AC3E}">
        <p14:creationId xmlns:p14="http://schemas.microsoft.com/office/powerpoint/2010/main" val="3548797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Data </a:t>
            </a:r>
            <a:r>
              <a:rPr lang="en-US" sz="3600" b="1" kern="0" dirty="0" err="1">
                <a:solidFill>
                  <a:prstClr val="black"/>
                </a:solidFill>
              </a:rPr>
              <a:t>ophalen</a:t>
            </a:r>
            <a:r>
              <a:rPr lang="en-US" sz="3600" b="1" kern="0" dirty="0">
                <a:solidFill>
                  <a:prstClr val="black"/>
                </a:solidFill>
              </a:rPr>
              <a:t> &amp; </a:t>
            </a:r>
            <a:r>
              <a:rPr lang="en-US" sz="3600" b="1" kern="0" dirty="0" err="1">
                <a:solidFill>
                  <a:prstClr val="black"/>
                </a:solidFill>
              </a:rPr>
              <a:t>kolomnamen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2B776A2C-FBEF-6E55-3CEE-AF470FCB2978}"/>
              </a:ext>
            </a:extLst>
          </p:cNvPr>
          <p:cNvSpPr txBox="1"/>
          <p:nvPr/>
        </p:nvSpPr>
        <p:spPr>
          <a:xfrm>
            <a:off x="557752" y="2360363"/>
            <a:ext cx="11076495" cy="4278094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import 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psycopg2.extras				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import gewijzigd!</a:t>
            </a:r>
            <a:br>
              <a:rPr lang="nl-NL" sz="1500" b="0" i="0" dirty="0">
                <a:solidFill>
                  <a:srgbClr val="A9B7C6"/>
                </a:solidFill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connection_string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"host='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localhost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' 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dbname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='fabriek' user='postgres' password='geheim'"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psycopg2.connect(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connection_string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 		</a:t>
            </a:r>
            <a:br>
              <a:rPr lang="nl-NL" sz="1600" b="0" i="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cursor =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conn.cursor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nl-NL" sz="1600" b="0" i="0" dirty="0" err="1">
                <a:solidFill>
                  <a:srgbClr val="AA4926"/>
                </a:solidFill>
                <a:latin typeface="Consolas" panose="020B0609020204030204" pitchFamily="49" charset="0"/>
              </a:rPr>
              <a:t>cursor_factory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=psycopg2.extras.DictCursor)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 err="1">
                <a:solidFill>
                  <a:srgbClr val="808080"/>
                </a:solidFill>
              </a:rPr>
              <a:t>DictCursor</a:t>
            </a:r>
            <a:r>
              <a:rPr lang="nl-NL" sz="1500" dirty="0">
                <a:solidFill>
                  <a:srgbClr val="808080"/>
                </a:solidFill>
              </a:rPr>
              <a:t>, dus niet de default cursor!</a:t>
            </a:r>
            <a:br>
              <a:rPr lang="nl-NL" sz="1500" dirty="0">
                <a:solidFill>
                  <a:srgbClr val="808080"/>
                </a:solidFill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query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"""SELECT     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klantnr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, plaats, adres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           FROM       Klant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           WHERE      plaats = 'Amersfoort';</a:t>
            </a:r>
            <a: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  <a:t>"""</a:t>
            </a:r>
            <a:b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b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cursor.execute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(query)</a:t>
            </a:r>
            <a:b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records = </a:t>
            </a: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cursor.fetchall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()				</a:t>
            </a:r>
            <a:b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conn.close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for 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record 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in 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records:</a:t>
            </a:r>
            <a:b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nl-NL" sz="1600" b="0" i="0" u="none" strike="noStrike" baseline="0" dirty="0">
                <a:solidFill>
                  <a:srgbClr val="8888C6"/>
                </a:solidFill>
                <a:latin typeface="Consolas" panose="020B0609020204030204" pitchFamily="49" charset="0"/>
              </a:rPr>
              <a:t>print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(record[</a:t>
            </a:r>
            <a: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  <a:t>'</a:t>
            </a:r>
            <a:r>
              <a:rPr lang="nl-NL" sz="1600" b="0" i="0" u="none" strike="noStrike" baseline="0" dirty="0" err="1">
                <a:solidFill>
                  <a:srgbClr val="6A8759"/>
                </a:solidFill>
                <a:latin typeface="Consolas" panose="020B0609020204030204" pitchFamily="49" charset="0"/>
              </a:rPr>
              <a:t>klantnr</a:t>
            </a:r>
            <a: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  <a:t>’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])			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record is een </a:t>
            </a:r>
            <a:r>
              <a:rPr lang="nl-NL" sz="1500" dirty="0" err="1">
                <a:solidFill>
                  <a:srgbClr val="808080"/>
                </a:solidFill>
              </a:rPr>
              <a:t>dict</a:t>
            </a:r>
            <a:r>
              <a:rPr lang="nl-NL" sz="1500" dirty="0">
                <a:solidFill>
                  <a:srgbClr val="808080"/>
                </a:solidFill>
              </a:rPr>
              <a:t>; de kolomnamen zijn de sleutels</a:t>
            </a:r>
            <a:endParaRPr lang="nl-NL" sz="1500" b="0" i="0" u="none" strike="noStrike" baseline="0" dirty="0">
              <a:solidFill>
                <a:srgbClr val="A9B7C6"/>
              </a:solidFill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E19AB240-AED6-6B26-6FFB-F0D5BCD20E3C}"/>
              </a:ext>
            </a:extLst>
          </p:cNvPr>
          <p:cNvSpPr/>
          <p:nvPr/>
        </p:nvSpPr>
        <p:spPr>
          <a:xfrm>
            <a:off x="557752" y="1608051"/>
            <a:ext cx="83725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 err="1">
                <a:solidFill>
                  <a:srgbClr val="294171"/>
                </a:solidFill>
              </a:rPr>
              <a:t>Zelfde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SELECT-statement, nu met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gebruik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van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kolomnamen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57992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Connect, connections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 cursors?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aphicFrame>
        <p:nvGraphicFramePr>
          <p:cNvPr id="12" name="Tabel 2">
            <a:extLst>
              <a:ext uri="{FF2B5EF4-FFF2-40B4-BE49-F238E27FC236}">
                <a16:creationId xmlns:a16="http://schemas.microsoft.com/office/drawing/2014/main" id="{8ECCF813-4D2B-72B1-80EA-34A2EC584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419607"/>
              </p:ext>
            </p:extLst>
          </p:nvPr>
        </p:nvGraphicFramePr>
        <p:xfrm>
          <a:off x="1128712" y="1755023"/>
          <a:ext cx="9934576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1">
                  <a:extLst>
                    <a:ext uri="{9D8B030D-6E8A-4147-A177-3AD203B41FA5}">
                      <a16:colId xmlns:a16="http://schemas.microsoft.com/office/drawing/2014/main" val="2573645584"/>
                    </a:ext>
                  </a:extLst>
                </a:gridCol>
                <a:gridCol w="5857875">
                  <a:extLst>
                    <a:ext uri="{9D8B030D-6E8A-4147-A177-3AD203B41FA5}">
                      <a16:colId xmlns:a16="http://schemas.microsoft.com/office/drawing/2014/main" val="1767011576"/>
                    </a:ext>
                  </a:extLst>
                </a:gridCol>
              </a:tblGrid>
              <a:tr h="312122">
                <a:tc>
                  <a:txBody>
                    <a:bodyPr/>
                    <a:lstStyle/>
                    <a:p>
                      <a:r>
                        <a:rPr lang="nl-NL" sz="1600" dirty="0"/>
                        <a:t>Functie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Wat het doet…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232359"/>
                  </a:ext>
                </a:extLst>
              </a:tr>
              <a:tr h="312122">
                <a:tc>
                  <a:txBody>
                    <a:bodyPr/>
                    <a:lstStyle/>
                    <a:p>
                      <a:r>
                        <a:rPr lang="nl-NL" sz="1600" b="0" i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psycopg2.connect(</a:t>
                      </a:r>
                      <a:r>
                        <a:rPr lang="nl-NL" sz="1600" b="0" i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connection_string</a:t>
                      </a:r>
                      <a:r>
                        <a:rPr lang="nl-NL" sz="1600" b="0" i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endParaRPr lang="nl-NL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Maakt een database sessie voor één of meer transacties (= reeks van operaties op de database) en geeft een </a:t>
                      </a:r>
                      <a:r>
                        <a:rPr lang="nl-NL" sz="1600" b="0" dirty="0" err="1">
                          <a:hlinkClick r:id="rId3"/>
                        </a:rPr>
                        <a:t>connection</a:t>
                      </a:r>
                      <a:r>
                        <a:rPr lang="nl-NL" sz="1600" b="0" dirty="0"/>
                        <a:t> terug</a:t>
                      </a:r>
                      <a:r>
                        <a:rPr lang="nl-NL" sz="1600" dirty="0"/>
                        <a:t>. Daarmee kan je een ‘cursor’ vragen om </a:t>
                      </a:r>
                      <a:r>
                        <a:rPr lang="nl-NL" sz="1600" dirty="0" err="1"/>
                        <a:t>queries</a:t>
                      </a:r>
                      <a:r>
                        <a:rPr lang="nl-NL" sz="1600" dirty="0"/>
                        <a:t> uit te voeren en een lopende transactie vastleggen (</a:t>
                      </a:r>
                      <a:r>
                        <a:rPr lang="nl-NL" sz="1600" dirty="0" err="1">
                          <a:hlinkClick r:id="rId4"/>
                        </a:rPr>
                        <a:t>commit</a:t>
                      </a:r>
                      <a:r>
                        <a:rPr lang="nl-NL" sz="1600" dirty="0"/>
                        <a:t>) of terugdraaien (</a:t>
                      </a:r>
                      <a:r>
                        <a:rPr lang="nl-NL" sz="1600" dirty="0" err="1">
                          <a:hlinkClick r:id="rId5"/>
                        </a:rPr>
                        <a:t>rollback</a:t>
                      </a:r>
                      <a:r>
                        <a:rPr lang="nl-NL" sz="1600" dirty="0"/>
                        <a:t>).</a:t>
                      </a:r>
                    </a:p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23870"/>
                  </a:ext>
                </a:extLst>
              </a:tr>
              <a:tr h="312122">
                <a:tc>
                  <a:txBody>
                    <a:bodyPr/>
                    <a:lstStyle/>
                    <a:p>
                      <a:r>
                        <a:rPr lang="nl-NL" sz="1600" b="0" i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conn.cursor</a:t>
                      </a:r>
                      <a:r>
                        <a:rPr lang="nl-NL" sz="1600" b="0" i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nl-NL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Een </a:t>
                      </a:r>
                      <a:r>
                        <a:rPr lang="nl-NL" sz="1600" dirty="0">
                          <a:hlinkClick r:id="rId6"/>
                        </a:rPr>
                        <a:t>cursor</a:t>
                      </a:r>
                      <a:r>
                        <a:rPr lang="nl-NL" sz="1600" dirty="0"/>
                        <a:t> opvragen. Met een cursor kan je commando’s en </a:t>
                      </a:r>
                      <a:r>
                        <a:rPr lang="nl-NL" sz="1600" dirty="0" err="1"/>
                        <a:t>queries</a:t>
                      </a:r>
                      <a:r>
                        <a:rPr lang="nl-NL" sz="1600" dirty="0"/>
                        <a:t> naar de database sturen.</a:t>
                      </a:r>
                    </a:p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456690"/>
                  </a:ext>
                </a:extLst>
              </a:tr>
              <a:tr h="312122">
                <a:tc>
                  <a:txBody>
                    <a:bodyPr/>
                    <a:lstStyle/>
                    <a:p>
                      <a:r>
                        <a:rPr lang="nl-NL" sz="1600" b="0" i="0" u="none" strike="noStrike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cursor.execute</a:t>
                      </a:r>
                      <a:r>
                        <a:rPr lang="nl-NL" sz="1600" b="0" i="0" u="none" strike="noStrike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(query)</a:t>
                      </a:r>
                      <a:endParaRPr lang="nl-NL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Een enkel commando of query </a:t>
                      </a:r>
                      <a:r>
                        <a:rPr lang="nl-NL" sz="1600" dirty="0">
                          <a:hlinkClick r:id="rId7"/>
                        </a:rPr>
                        <a:t>uitvoeren</a:t>
                      </a:r>
                      <a:r>
                        <a:rPr lang="nl-NL" sz="1600" dirty="0"/>
                        <a:t>. Geen returnwaarde!</a:t>
                      </a:r>
                    </a:p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06138"/>
                  </a:ext>
                </a:extLst>
              </a:tr>
              <a:tr h="312122">
                <a:tc>
                  <a:txBody>
                    <a:bodyPr/>
                    <a:lstStyle/>
                    <a:p>
                      <a:r>
                        <a:rPr lang="nl-NL" sz="1600" b="0" i="0" u="none" strike="noStrike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cursor.fetchall</a:t>
                      </a:r>
                      <a:r>
                        <a:rPr lang="nl-NL" sz="1600" b="0" i="0" u="none" strike="noStrike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nl-NL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hlinkClick r:id="rId8"/>
                        </a:rPr>
                        <a:t>Alle rijen ophalen</a:t>
                      </a:r>
                      <a:r>
                        <a:rPr lang="nl-NL" sz="1600" dirty="0"/>
                        <a:t> van een query resultaat. Geeft als returnwaarde een </a:t>
                      </a:r>
                      <a:r>
                        <a:rPr lang="nl-NL" sz="1600" b="1" dirty="0"/>
                        <a:t>list van </a:t>
                      </a:r>
                      <a:r>
                        <a:rPr lang="nl-NL" sz="1600" b="1" dirty="0" err="1"/>
                        <a:t>tuples</a:t>
                      </a:r>
                      <a:r>
                        <a:rPr lang="nl-NL" sz="1600" dirty="0"/>
                        <a:t>. Deze lijst is leeg als er geen record is.</a:t>
                      </a:r>
                    </a:p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746861"/>
                  </a:ext>
                </a:extLst>
              </a:tr>
              <a:tr h="312122">
                <a:tc>
                  <a:txBody>
                    <a:bodyPr/>
                    <a:lstStyle/>
                    <a:p>
                      <a:r>
                        <a:rPr lang="nl-NL" sz="1600" b="0" i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conn.close</a:t>
                      </a:r>
                      <a:r>
                        <a:rPr lang="nl-NL" sz="1600" b="0" i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nl-NL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hlinkClick r:id="rId9"/>
                        </a:rPr>
                        <a:t>Sluit</a:t>
                      </a:r>
                      <a:r>
                        <a:rPr lang="nl-NL" sz="1600" dirty="0"/>
                        <a:t> de connectie nu. Lopende transacties worden weggegooid!</a:t>
                      </a:r>
                    </a:p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930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584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INSERT-statements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uitvoeren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2B776A2C-FBEF-6E55-3CEE-AF470FCB2978}"/>
              </a:ext>
            </a:extLst>
          </p:cNvPr>
          <p:cNvSpPr txBox="1"/>
          <p:nvPr/>
        </p:nvSpPr>
        <p:spPr>
          <a:xfrm>
            <a:off x="557752" y="2360361"/>
            <a:ext cx="11076495" cy="3785652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import 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psycopg2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connection_string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"host='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localhost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' 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dbname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='fabriek' user='postgres' password='geheim'"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psycopg2.connect(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connection_string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 		</a:t>
            </a:r>
            <a:br>
              <a:rPr lang="nl-NL" sz="1600" b="0" i="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cursor =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conn.cursor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query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"""INSERT INTO Fabriek (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fabnr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, naam, adres, plaats)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           VALUES (457, '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FietsenWonder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', 'Wielenlaan 8', 'Eindhoven');</a:t>
            </a:r>
            <a: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  <a:t>"""</a:t>
            </a:r>
            <a:b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endParaRPr lang="nl-NL" sz="1600" b="0" i="0" u="none" strike="noStrike" baseline="0" dirty="0">
              <a:solidFill>
                <a:srgbClr val="6A8759"/>
              </a:solidFill>
              <a:latin typeface="Consolas" panose="020B0609020204030204" pitchFamily="49" charset="0"/>
            </a:endParaRPr>
          </a:p>
          <a:p>
            <a:b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cursor.execute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(query)				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Deze transactie is nu ‘</a:t>
            </a:r>
            <a:r>
              <a:rPr lang="nl-NL" sz="1500" dirty="0" err="1">
                <a:solidFill>
                  <a:srgbClr val="808080"/>
                </a:solidFill>
              </a:rPr>
              <a:t>pending</a:t>
            </a:r>
            <a:r>
              <a:rPr lang="nl-NL" sz="1500" dirty="0">
                <a:solidFill>
                  <a:srgbClr val="808080"/>
                </a:solidFill>
              </a:rPr>
              <a:t>’ (in afwachting)</a:t>
            </a:r>
            <a:br>
              <a:rPr lang="nl-NL" sz="1500" b="0" i="0" u="none" strike="noStrike" baseline="0" dirty="0">
                <a:solidFill>
                  <a:srgbClr val="A9B7C6"/>
                </a:solidFill>
              </a:rPr>
            </a:br>
            <a:endParaRPr lang="nl-NL" sz="1500" b="0" i="0" u="none" strike="noStrike" baseline="0" dirty="0">
              <a:solidFill>
                <a:srgbClr val="A9B7C6"/>
              </a:solidFill>
            </a:endParaRPr>
          </a:p>
          <a:p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conn.commit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()                               	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Maak de (‘</a:t>
            </a:r>
            <a:r>
              <a:rPr lang="nl-NL" sz="1500" dirty="0" err="1">
                <a:solidFill>
                  <a:srgbClr val="808080"/>
                </a:solidFill>
              </a:rPr>
              <a:t>pending</a:t>
            </a:r>
            <a:r>
              <a:rPr lang="nl-NL" sz="1500" dirty="0">
                <a:solidFill>
                  <a:srgbClr val="808080"/>
                </a:solidFill>
              </a:rPr>
              <a:t>’) wijzingen persistent (blijvend)</a:t>
            </a:r>
            <a:br>
              <a:rPr lang="nl-NL" sz="1500" b="0" i="0" u="none" strike="noStrike" baseline="0" dirty="0">
                <a:solidFill>
                  <a:srgbClr val="808080"/>
                </a:solidFill>
              </a:rPr>
            </a:b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conn.close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()</a:t>
            </a:r>
            <a:endParaRPr lang="nl-NL" sz="1400" b="0" i="0" u="none" strike="noStrike" baseline="0" dirty="0">
              <a:solidFill>
                <a:srgbClr val="A9B7C6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E19AB240-AED6-6B26-6FFB-F0D5BCD20E3C}"/>
              </a:ext>
            </a:extLst>
          </p:cNvPr>
          <p:cNvSpPr/>
          <p:nvPr/>
        </p:nvSpPr>
        <p:spPr>
          <a:xfrm>
            <a:off x="557752" y="1608051"/>
            <a:ext cx="83725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Voorbeeld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INSERT-statement met psycopg2:</a:t>
            </a:r>
          </a:p>
        </p:txBody>
      </p:sp>
      <p:cxnSp>
        <p:nvCxnSpPr>
          <p:cNvPr id="7" name="Straight Arrow Connector 20">
            <a:extLst>
              <a:ext uri="{FF2B5EF4-FFF2-40B4-BE49-F238E27FC236}">
                <a16:creationId xmlns:a16="http://schemas.microsoft.com/office/drawing/2014/main" id="{42581BD5-8AE4-B0D3-6231-E43A59088781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209800" y="5753100"/>
            <a:ext cx="1602612" cy="745114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5">
            <a:extLst>
              <a:ext uri="{FF2B5EF4-FFF2-40B4-BE49-F238E27FC236}">
                <a16:creationId xmlns:a16="http://schemas.microsoft.com/office/drawing/2014/main" id="{29AD83BF-2970-E768-2446-0294638709D0}"/>
              </a:ext>
            </a:extLst>
          </p:cNvPr>
          <p:cNvSpPr txBox="1"/>
          <p:nvPr/>
        </p:nvSpPr>
        <p:spPr bwMode="auto">
          <a:xfrm>
            <a:off x="3812412" y="6205826"/>
            <a:ext cx="4379088" cy="584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kern="0" dirty="0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Of </a:t>
            </a:r>
            <a:r>
              <a:rPr lang="en-US" sz="1600" kern="0" dirty="0" err="1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gebruik</a:t>
            </a:r>
            <a:r>
              <a:rPr lang="en-US" sz="1600" kern="0" dirty="0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conn.rollback</a:t>
            </a:r>
            <a:r>
              <a:rPr lang="en-US" sz="1600" kern="0" dirty="0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() om alle </a:t>
            </a:r>
            <a:r>
              <a:rPr lang="en-US" sz="1600" kern="0" dirty="0" err="1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niet-persistente</a:t>
            </a:r>
            <a:r>
              <a:rPr lang="en-US" sz="1600" kern="0" dirty="0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 </a:t>
            </a:r>
            <a:r>
              <a:rPr lang="en-US" sz="1600" kern="0" dirty="0" err="1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wijzigingen</a:t>
            </a:r>
            <a:r>
              <a:rPr lang="en-US" sz="1600" kern="0" dirty="0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 in </a:t>
            </a:r>
            <a:r>
              <a:rPr lang="en-US" sz="1600" kern="0" dirty="0" err="1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deze</a:t>
            </a:r>
            <a:r>
              <a:rPr lang="en-US" sz="1600" kern="0" dirty="0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 </a:t>
            </a:r>
            <a:r>
              <a:rPr lang="en-US" sz="1600" kern="0" dirty="0" err="1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connectie</a:t>
            </a:r>
            <a:r>
              <a:rPr lang="en-US" sz="1600" kern="0" dirty="0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 </a:t>
            </a:r>
            <a:r>
              <a:rPr lang="en-US" sz="1600" kern="0" dirty="0" err="1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terug</a:t>
            </a:r>
            <a:r>
              <a:rPr lang="en-US" sz="1600" kern="0" dirty="0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 </a:t>
            </a:r>
            <a:r>
              <a:rPr lang="en-US" sz="1600" kern="0" dirty="0" err="1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te</a:t>
            </a:r>
            <a:r>
              <a:rPr lang="en-US" sz="1600" kern="0" dirty="0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 </a:t>
            </a:r>
            <a:r>
              <a:rPr lang="en-US" sz="1600" kern="0" dirty="0" err="1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draaien</a:t>
            </a:r>
            <a:r>
              <a:rPr lang="en-US" sz="1600" kern="0" dirty="0">
                <a:solidFill>
                  <a:srgbClr val="FF0000"/>
                </a:solidFill>
                <a:latin typeface="Calibri" pitchFamily="34" charset="0"/>
                <a:ea typeface="+mj-ea"/>
                <a:cs typeface="+mj-cs"/>
              </a:rPr>
              <a:t>.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738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Parameters </a:t>
            </a:r>
            <a:r>
              <a:rPr lang="en-US" sz="3600" b="1" kern="0" dirty="0" err="1">
                <a:solidFill>
                  <a:prstClr val="black"/>
                </a:solidFill>
              </a:rPr>
              <a:t>doorgeven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b="1" kern="0" dirty="0" err="1">
                <a:solidFill>
                  <a:prstClr val="black"/>
                </a:solidFill>
              </a:rPr>
              <a:t>aan</a:t>
            </a:r>
            <a:r>
              <a:rPr lang="en-US" sz="3600" b="1" kern="0" dirty="0">
                <a:solidFill>
                  <a:prstClr val="black"/>
                </a:solidFill>
              </a:rPr>
              <a:t> SQL queries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2B776A2C-FBEF-6E55-3CEE-AF470FCB2978}"/>
              </a:ext>
            </a:extLst>
          </p:cNvPr>
          <p:cNvSpPr txBox="1"/>
          <p:nvPr/>
        </p:nvSpPr>
        <p:spPr>
          <a:xfrm>
            <a:off x="557752" y="1144396"/>
            <a:ext cx="11076495" cy="5016758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import 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psycopg2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id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8888C6"/>
                </a:solidFill>
                <a:latin typeface="Consolas" panose="020B0609020204030204" pitchFamily="49" charset="0"/>
              </a:rPr>
              <a:t>input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"Unique 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id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: "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name = </a:t>
            </a:r>
            <a:r>
              <a:rPr lang="nl-NL" sz="1600" b="0" i="0" dirty="0">
                <a:solidFill>
                  <a:srgbClr val="8888C6"/>
                </a:solidFill>
                <a:latin typeface="Consolas" panose="020B0609020204030204" pitchFamily="49" charset="0"/>
              </a:rPr>
              <a:t>input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"Name: "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addr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8888C6"/>
                </a:solidFill>
                <a:latin typeface="Consolas" panose="020B0609020204030204" pitchFamily="49" charset="0"/>
              </a:rPr>
              <a:t>input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Address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: "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city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8888C6"/>
                </a:solidFill>
                <a:latin typeface="Consolas" panose="020B0609020204030204" pitchFamily="49" charset="0"/>
              </a:rPr>
              <a:t>input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"City: "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connection_string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"host='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localhost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' 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dbname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='fabriek' user='postgres' password='geheim'"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psycopg2.connect(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connection_string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 		</a:t>
            </a:r>
            <a:br>
              <a:rPr lang="nl-NL" sz="1600" b="0" i="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cursor =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conn.cursor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query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"""INSERT INTO Fabriek (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fabnr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, naam, adres, plaats)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           VALUES (%s, %s, %s, %s);</a:t>
            </a:r>
            <a: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  <a:t>"""		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Gebruik altijd %s als </a:t>
            </a:r>
            <a:r>
              <a:rPr lang="nl-NL" sz="1500" dirty="0" err="1">
                <a:solidFill>
                  <a:srgbClr val="808080"/>
                </a:solidFill>
              </a:rPr>
              <a:t>placeholder</a:t>
            </a:r>
            <a:r>
              <a:rPr lang="nl-NL" sz="1500" dirty="0">
                <a:solidFill>
                  <a:srgbClr val="808080"/>
                </a:solidFill>
              </a:rPr>
              <a:t>. </a:t>
            </a:r>
            <a:r>
              <a:rPr lang="nl-NL" sz="1500" dirty="0" err="1">
                <a:solidFill>
                  <a:srgbClr val="808080"/>
                </a:solidFill>
              </a:rPr>
              <a:t>Pyscopg</a:t>
            </a:r>
            <a:r>
              <a:rPr lang="nl-NL" sz="1500" dirty="0">
                <a:solidFill>
                  <a:srgbClr val="808080"/>
                </a:solidFill>
              </a:rPr>
              <a:t> vertaalt het</a:t>
            </a:r>
            <a:br>
              <a:rPr lang="nl-NL" sz="1500" b="0" i="0" u="none" strike="noStrike" baseline="0" dirty="0">
                <a:solidFill>
                  <a:srgbClr val="6A8759"/>
                </a:solidFill>
              </a:rPr>
            </a:br>
            <a: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  <a:t>						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datatype en voegt aanhalingstekens toe waar nodig!</a:t>
            </a:r>
            <a:br>
              <a:rPr lang="nl-NL" sz="1500" b="0" i="0" u="none" strike="noStrike" baseline="0" dirty="0">
                <a:solidFill>
                  <a:srgbClr val="6A8759"/>
                </a:solidFill>
              </a:rPr>
            </a:b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data = (</a:t>
            </a: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id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name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addr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city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b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cursor.execute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(query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data)				</a:t>
            </a:r>
            <a:r>
              <a:rPr lang="nl-NL" sz="15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dirty="0">
                <a:solidFill>
                  <a:srgbClr val="808080"/>
                </a:solidFill>
              </a:rPr>
              <a:t>De tweede parameter moet een list of </a:t>
            </a:r>
            <a:r>
              <a:rPr lang="nl-NL" sz="1500" dirty="0" err="1">
                <a:solidFill>
                  <a:srgbClr val="808080"/>
                </a:solidFill>
              </a:rPr>
              <a:t>tuple</a:t>
            </a:r>
            <a:r>
              <a:rPr lang="nl-NL" sz="1500" dirty="0">
                <a:solidFill>
                  <a:srgbClr val="808080"/>
                </a:solidFill>
              </a:rPr>
              <a:t> zijn</a:t>
            </a:r>
            <a:br>
              <a:rPr lang="nl-NL" sz="1600" b="0" i="0" u="none" strike="noStrike" baseline="0" dirty="0">
                <a:solidFill>
                  <a:srgbClr val="A9B7C6"/>
                </a:solidFill>
              </a:rPr>
            </a:br>
            <a:b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conn.commit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()</a:t>
            </a:r>
            <a:b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conn.close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1A1F5F4E-6E28-6324-DF56-07167ED52B35}"/>
              </a:ext>
            </a:extLst>
          </p:cNvPr>
          <p:cNvSpPr/>
          <p:nvPr/>
        </p:nvSpPr>
        <p:spPr>
          <a:xfrm>
            <a:off x="557752" y="6325966"/>
            <a:ext cx="83725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INSERT-statement met input-parameters!</a:t>
            </a:r>
          </a:p>
        </p:txBody>
      </p:sp>
    </p:spTree>
    <p:extLst>
      <p:ext uri="{BB962C8B-B14F-4D97-AF65-F5344CB8AC3E}">
        <p14:creationId xmlns:p14="http://schemas.microsoft.com/office/powerpoint/2010/main" val="1439899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Parameters &amp; SQL Queries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5DF77E28-A446-3485-FC1B-37293CF422E4}"/>
              </a:ext>
            </a:extLst>
          </p:cNvPr>
          <p:cNvSpPr/>
          <p:nvPr/>
        </p:nvSpPr>
        <p:spPr>
          <a:xfrm>
            <a:off x="559882" y="1648380"/>
            <a:ext cx="1046334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 err="1">
                <a:solidFill>
                  <a:srgbClr val="294171"/>
                </a:solidFill>
              </a:rPr>
              <a:t>Gebruik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geen</a:t>
            </a:r>
            <a:r>
              <a:rPr lang="en-US" sz="2000" kern="0" dirty="0">
                <a:solidFill>
                  <a:srgbClr val="294171"/>
                </a:solidFill>
              </a:rPr>
              <a:t> string formatting (%),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kern="0" dirty="0" err="1">
                <a:solidFill>
                  <a:srgbClr val="294171"/>
                </a:solidFill>
              </a:rPr>
              <a:t>alleen</a:t>
            </a:r>
            <a:r>
              <a:rPr lang="en-US" sz="2000" b="1" kern="0" dirty="0">
                <a:solidFill>
                  <a:srgbClr val="294171"/>
                </a:solidFill>
              </a:rPr>
              <a:t> placeholders</a:t>
            </a:r>
            <a:r>
              <a:rPr lang="en-US" sz="2000" kern="0" dirty="0">
                <a:solidFill>
                  <a:srgbClr val="294171"/>
                </a:solidFill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Geen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aanhalingstekens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om placeholders!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294171"/>
                </a:solidFill>
              </a:rPr>
              <a:t>Het </a:t>
            </a:r>
            <a:r>
              <a:rPr lang="en-US" sz="2000" kern="0" dirty="0" err="1">
                <a:solidFill>
                  <a:srgbClr val="294171"/>
                </a:solidFill>
              </a:rPr>
              <a:t>tweede</a:t>
            </a:r>
            <a:r>
              <a:rPr lang="en-US" sz="2000" kern="0" dirty="0">
                <a:solidFill>
                  <a:srgbClr val="294171"/>
                </a:solidFill>
              </a:rPr>
              <a:t> argument MOET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 err="1">
                <a:solidFill>
                  <a:srgbClr val="294171"/>
                </a:solidFill>
              </a:rPr>
              <a:t>een</a:t>
            </a:r>
            <a:r>
              <a:rPr lang="en-US" sz="2000" kern="0" dirty="0">
                <a:solidFill>
                  <a:srgbClr val="294171"/>
                </a:solidFill>
              </a:rPr>
              <a:t> reeks </a:t>
            </a:r>
            <a:r>
              <a:rPr lang="en-US" sz="2000" kern="0" dirty="0" err="1">
                <a:solidFill>
                  <a:srgbClr val="294171"/>
                </a:solidFill>
              </a:rPr>
              <a:t>zijn</a:t>
            </a:r>
            <a:r>
              <a:rPr lang="en-US" sz="2000" kern="0" dirty="0">
                <a:solidFill>
                  <a:srgbClr val="294171"/>
                </a:solidFill>
              </a:rPr>
              <a:t> (list, tuple, …):</a:t>
            </a:r>
            <a:endParaRPr lang="en-US" kern="0" dirty="0">
              <a:solidFill>
                <a:prstClr val="black"/>
              </a:solidFill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3E51A28-3B23-0165-8FCE-A78ADD507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898" y="1711557"/>
            <a:ext cx="6461720" cy="646172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5EEF0706-8AB8-FC7F-FD64-32A24EE93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616" y="4281194"/>
            <a:ext cx="5760002" cy="614073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E0913C97-3810-B65F-EDCC-004954366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616" y="5209620"/>
            <a:ext cx="5757324" cy="1071430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514B9F1C-01C1-0EE5-2769-913A0B7D59FF}"/>
              </a:ext>
            </a:extLst>
          </p:cNvPr>
          <p:cNvSpPr txBox="1"/>
          <p:nvPr/>
        </p:nvSpPr>
        <p:spPr>
          <a:xfrm>
            <a:off x="1543050" y="2992787"/>
            <a:ext cx="91059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nl-NL" b="1" dirty="0"/>
              <a:t>Waarschuwing: </a:t>
            </a:r>
            <a:r>
              <a:rPr lang="nl-NL" dirty="0"/>
              <a:t>gebruik nooit, NOOIT! Python string </a:t>
            </a:r>
            <a:r>
              <a:rPr lang="nl-NL" dirty="0" err="1"/>
              <a:t>concatenation</a:t>
            </a:r>
            <a:r>
              <a:rPr lang="nl-NL" dirty="0"/>
              <a:t> (+) or string parameters </a:t>
            </a:r>
            <a:r>
              <a:rPr lang="nl-NL" dirty="0" err="1"/>
              <a:t>interpolation</a:t>
            </a:r>
            <a:r>
              <a:rPr lang="nl-NL" dirty="0"/>
              <a:t> (%) om variabelen in een SQL query te zetten! Dit om </a:t>
            </a:r>
            <a:r>
              <a:rPr lang="nl-NL" dirty="0">
                <a:hlinkClick r:id="rId5"/>
              </a:rPr>
              <a:t>SQL-injectie</a:t>
            </a:r>
            <a:r>
              <a:rPr lang="nl-NL" dirty="0"/>
              <a:t> te voorkomen!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519938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Functies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gebruiken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2B776A2C-FBEF-6E55-3CEE-AF470FCB2978}"/>
              </a:ext>
            </a:extLst>
          </p:cNvPr>
          <p:cNvSpPr txBox="1"/>
          <p:nvPr/>
        </p:nvSpPr>
        <p:spPr>
          <a:xfrm>
            <a:off x="557753" y="1144396"/>
            <a:ext cx="6134878" cy="3293209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import 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psycopg2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CC7832"/>
                </a:solidFill>
                <a:latin typeface="Consolas" panose="020B0609020204030204" pitchFamily="49" charset="0"/>
              </a:rPr>
              <a:t>def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 </a:t>
            </a:r>
            <a:r>
              <a:rPr lang="nl-NL" sz="1600" b="0" i="0" dirty="0" err="1">
                <a:solidFill>
                  <a:srgbClr val="FFC66D"/>
                </a:solidFill>
                <a:latin typeface="Consolas" panose="020B0609020204030204" pitchFamily="49" charset="0"/>
              </a:rPr>
              <a:t>find_customers_from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city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):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   query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"""SELECT     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klantnr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, plaats, adres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               FROM       Klant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               WHERE      plaats = %s;</a:t>
            </a:r>
            <a: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  <a:t>"""</a:t>
            </a:r>
            <a:b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b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6A8759"/>
                </a:solidFill>
                <a:latin typeface="Consolas" panose="020B0609020204030204" pitchFamily="49" charset="0"/>
              </a:rPr>
              <a:t>    </a:t>
            </a:r>
            <a:r>
              <a:rPr lang="nl-NL" sz="1600" b="0" i="0" u="none" strike="noStrike" baseline="0" dirty="0" err="1">
                <a:solidFill>
                  <a:srgbClr val="CC7832"/>
                </a:solidFill>
                <a:latin typeface="Consolas" panose="020B0609020204030204" pitchFamily="49" charset="0"/>
              </a:rPr>
              <a:t>with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 </a:t>
            </a: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conn.cursor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() 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as 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cursor:</a:t>
            </a:r>
            <a:b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        data = (</a:t>
            </a: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city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b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        </a:t>
            </a: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cursor.execute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(query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data)</a:t>
            </a:r>
            <a:b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        records = </a:t>
            </a:r>
            <a:r>
              <a:rPr lang="nl-NL" sz="1600" b="0" i="0" u="none" strike="noStrike" baseline="0" dirty="0" err="1">
                <a:solidFill>
                  <a:srgbClr val="A9B7C6"/>
                </a:solidFill>
                <a:latin typeface="Consolas" panose="020B0609020204030204" pitchFamily="49" charset="0"/>
              </a:rPr>
              <a:t>cursor.fetchall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()</a:t>
            </a:r>
            <a:b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b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nl-NL" sz="1600" b="0" i="0" u="none" strike="noStrike" baseline="0" dirty="0">
                <a:solidFill>
                  <a:srgbClr val="CC7832"/>
                </a:solidFill>
                <a:latin typeface="Consolas" panose="020B0609020204030204" pitchFamily="49" charset="0"/>
              </a:rPr>
              <a:t>return </a:t>
            </a:r>
            <a:r>
              <a:rPr lang="nl-NL" sz="1600" b="0" i="0" u="none" strike="noStrike" baseline="0" dirty="0">
                <a:solidFill>
                  <a:srgbClr val="A9B7C6"/>
                </a:solidFill>
                <a:latin typeface="Consolas" panose="020B0609020204030204" pitchFamily="49" charset="0"/>
              </a:rPr>
              <a:t>records</a:t>
            </a:r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1A1F5F4E-6E28-6324-DF56-07167ED52B35}"/>
              </a:ext>
            </a:extLst>
          </p:cNvPr>
          <p:cNvSpPr/>
          <p:nvPr/>
        </p:nvSpPr>
        <p:spPr>
          <a:xfrm>
            <a:off x="7014967" y="1207375"/>
            <a:ext cx="47263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Connecties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kan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je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hergebruiken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delen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!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PostgreSQL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staat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standaard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hlinkClick r:id="rId2"/>
              </a:rPr>
              <a:t>100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connecties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tegelijk</a:t>
            </a:r>
            <a:r>
              <a:rPr lang="en-US" sz="2000" kern="0" dirty="0">
                <a:solidFill>
                  <a:srgbClr val="294171"/>
                </a:solidFill>
              </a:rPr>
              <a:t> toe 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kan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aangepas</a:t>
            </a:r>
            <a:r>
              <a:rPr lang="en-US" sz="2000" kern="0" dirty="0">
                <a:solidFill>
                  <a:srgbClr val="294171"/>
                </a:solidFill>
              </a:rPr>
              <a:t>t </a:t>
            </a:r>
            <a:r>
              <a:rPr lang="en-US" sz="2000" kern="0" dirty="0" err="1">
                <a:solidFill>
                  <a:srgbClr val="294171"/>
                </a:solidFill>
              </a:rPr>
              <a:t>worden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).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 err="1">
                <a:solidFill>
                  <a:srgbClr val="294171"/>
                </a:solidFill>
              </a:rPr>
              <a:t>Telkens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sluiten</a:t>
            </a:r>
            <a:r>
              <a:rPr lang="en-US" sz="2000" kern="0" dirty="0">
                <a:solidFill>
                  <a:srgbClr val="294171"/>
                </a:solidFill>
              </a:rPr>
              <a:t> van de </a:t>
            </a:r>
            <a:r>
              <a:rPr lang="en-US" sz="2000" kern="0" dirty="0" err="1">
                <a:solidFill>
                  <a:srgbClr val="294171"/>
                </a:solidFill>
              </a:rPr>
              <a:t>connectie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na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uitvoeren</a:t>
            </a:r>
            <a:r>
              <a:rPr lang="en-US" sz="2000" kern="0" dirty="0">
                <a:solidFill>
                  <a:srgbClr val="294171"/>
                </a:solidFill>
              </a:rPr>
              <a:t> van </a:t>
            </a:r>
            <a:r>
              <a:rPr lang="en-US" sz="2000" kern="0" dirty="0" err="1">
                <a:solidFill>
                  <a:srgbClr val="294171"/>
                </a:solidFill>
              </a:rPr>
              <a:t>een</a:t>
            </a:r>
            <a:r>
              <a:rPr lang="en-US" sz="2000" kern="0" dirty="0">
                <a:solidFill>
                  <a:srgbClr val="294171"/>
                </a:solidFill>
              </a:rPr>
              <a:t> query is </a:t>
            </a:r>
            <a:r>
              <a:rPr lang="en-US" sz="2000" kern="0" dirty="0" err="1">
                <a:solidFill>
                  <a:srgbClr val="294171"/>
                </a:solidFill>
              </a:rPr>
              <a:t>niet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nodig</a:t>
            </a:r>
            <a:r>
              <a:rPr lang="en-US" sz="2000" kern="0" dirty="0">
                <a:solidFill>
                  <a:srgbClr val="294171"/>
                </a:solidFill>
              </a:rPr>
              <a:t>.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Vraag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een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cursor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als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je ‘m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nodig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hebt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, het with-statement sluit de cursor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naderhand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.</a:t>
            </a:r>
            <a:endParaRPr lang="en-US" sz="2000" kern="0" dirty="0">
              <a:solidFill>
                <a:srgbClr val="294171"/>
              </a:solidFill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4F4A4248-05CA-777D-7F5D-F233455E1BEA}"/>
              </a:ext>
            </a:extLst>
          </p:cNvPr>
          <p:cNvSpPr txBox="1"/>
          <p:nvPr/>
        </p:nvSpPr>
        <p:spPr>
          <a:xfrm>
            <a:off x="557752" y="4682351"/>
            <a:ext cx="11076495" cy="2062103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connection_string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"host='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localhost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' 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dbname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='fabriek' user='postgres' password='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admin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'"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psycopg2.connect(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connection_string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	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b="0" i="0" u="none" strike="noStrike" baseline="0" dirty="0">
                <a:solidFill>
                  <a:srgbClr val="808080"/>
                </a:solidFill>
              </a:rPr>
              <a:t>Make </a:t>
            </a:r>
            <a:r>
              <a:rPr lang="nl-NL" sz="1500" b="0" i="0" u="none" strike="noStrike" baseline="0" dirty="0" err="1">
                <a:solidFill>
                  <a:srgbClr val="808080"/>
                </a:solidFill>
              </a:rPr>
              <a:t>this</a:t>
            </a:r>
            <a:r>
              <a:rPr lang="nl-NL" sz="1500" b="0" i="0" u="none" strike="noStrike" baseline="0" dirty="0">
                <a:solidFill>
                  <a:srgbClr val="808080"/>
                </a:solidFill>
              </a:rPr>
              <a:t> </a:t>
            </a:r>
            <a:r>
              <a:rPr lang="nl-NL" sz="1500" b="0" i="0" u="none" strike="noStrike" baseline="0" dirty="0" err="1">
                <a:solidFill>
                  <a:srgbClr val="808080"/>
                </a:solidFill>
              </a:rPr>
              <a:t>the</a:t>
            </a:r>
            <a:r>
              <a:rPr lang="nl-NL" sz="1500" b="0" i="0" u="none" strike="noStrike" baseline="0" dirty="0">
                <a:solidFill>
                  <a:srgbClr val="808080"/>
                </a:solidFill>
              </a:rPr>
              <a:t> </a:t>
            </a:r>
            <a:r>
              <a:rPr lang="nl-NL" sz="1500" b="0" i="0" u="none" strike="noStrike" baseline="0" dirty="0" err="1">
                <a:solidFill>
                  <a:srgbClr val="808080"/>
                </a:solidFill>
              </a:rPr>
              <a:t>only</a:t>
            </a:r>
            <a:r>
              <a:rPr lang="nl-NL" sz="1500" b="0" i="0" u="none" strike="noStrike" baseline="0" dirty="0">
                <a:solidFill>
                  <a:srgbClr val="808080"/>
                </a:solidFill>
              </a:rPr>
              <a:t> </a:t>
            </a:r>
            <a:r>
              <a:rPr lang="nl-NL" sz="1500" b="0" i="0" u="none" strike="noStrike" baseline="0" dirty="0" err="1">
                <a:solidFill>
                  <a:srgbClr val="808080"/>
                </a:solidFill>
              </a:rPr>
              <a:t>global</a:t>
            </a:r>
            <a:r>
              <a:rPr lang="nl-NL" sz="1500" b="0" i="0" u="none" strike="noStrike" baseline="0" dirty="0">
                <a:solidFill>
                  <a:srgbClr val="808080"/>
                </a:solidFill>
              </a:rPr>
              <a:t> </a:t>
            </a:r>
            <a:r>
              <a:rPr lang="nl-NL" sz="1500" b="0" i="0" u="none" strike="noStrike" baseline="0" dirty="0" err="1">
                <a:solidFill>
                  <a:srgbClr val="808080"/>
                </a:solidFill>
              </a:rPr>
              <a:t>pscycopg</a:t>
            </a:r>
            <a:r>
              <a:rPr lang="nl-NL" sz="1500" b="0" i="0" u="none" strike="noStrike" baseline="0" dirty="0">
                <a:solidFill>
                  <a:srgbClr val="808080"/>
                </a:solidFill>
              </a:rPr>
              <a:t> </a:t>
            </a:r>
            <a:endParaRPr lang="nl-NL" sz="1500" b="0" i="0" dirty="0">
              <a:solidFill>
                <a:srgbClr val="A9B7C6"/>
              </a:solidFill>
            </a:endParaRPr>
          </a:p>
          <a:p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							</a:t>
            </a:r>
            <a:r>
              <a:rPr lang="nl-NL" sz="1600" b="0" i="0" u="none" strike="noStrike" baseline="0" dirty="0">
                <a:solidFill>
                  <a:srgbClr val="808080"/>
                </a:solidFill>
                <a:latin typeface="Consolas" panose="020B0609020204030204" pitchFamily="49" charset="0"/>
              </a:rPr>
              <a:t># </a:t>
            </a:r>
            <a:r>
              <a:rPr lang="nl-NL" sz="1500" b="0" i="0" u="none" strike="noStrike" baseline="0" dirty="0" err="1">
                <a:solidFill>
                  <a:srgbClr val="808080"/>
                </a:solidFill>
              </a:rPr>
              <a:t>variable</a:t>
            </a:r>
            <a:r>
              <a:rPr lang="nl-NL" sz="1500" b="0" i="0" u="none" strike="noStrike" baseline="0" dirty="0">
                <a:solidFill>
                  <a:srgbClr val="808080"/>
                </a:solidFill>
              </a:rPr>
              <a:t> (or pass </a:t>
            </a:r>
            <a:r>
              <a:rPr lang="nl-NL" sz="1500" b="0" i="0" u="none" strike="noStrike" baseline="0" dirty="0" err="1">
                <a:solidFill>
                  <a:srgbClr val="808080"/>
                </a:solidFill>
              </a:rPr>
              <a:t>it</a:t>
            </a:r>
            <a:r>
              <a:rPr lang="nl-NL" sz="1500" b="0" i="0" u="none" strike="noStrike" baseline="0" dirty="0">
                <a:solidFill>
                  <a:srgbClr val="808080"/>
                </a:solidFill>
              </a:rPr>
              <a:t> </a:t>
            </a:r>
            <a:r>
              <a:rPr lang="nl-NL" sz="1500" b="0" i="0" u="none" strike="noStrike" baseline="0" dirty="0" err="1">
                <a:solidFill>
                  <a:srgbClr val="808080"/>
                </a:solidFill>
              </a:rPr>
              <a:t>to</a:t>
            </a:r>
            <a:r>
              <a:rPr lang="nl-NL" sz="1500" b="0" i="0" u="none" strike="noStrike" baseline="0" dirty="0">
                <a:solidFill>
                  <a:srgbClr val="808080"/>
                </a:solidFill>
              </a:rPr>
              <a:t> </a:t>
            </a:r>
            <a:r>
              <a:rPr lang="nl-NL" sz="1500" b="0" i="0" u="none" strike="noStrike" baseline="0" dirty="0" err="1">
                <a:solidFill>
                  <a:srgbClr val="808080"/>
                </a:solidFill>
              </a:rPr>
              <a:t>functions</a:t>
            </a:r>
            <a:r>
              <a:rPr lang="nl-NL" sz="1500" b="0" i="0" u="none" strike="noStrike" baseline="0" dirty="0">
                <a:solidFill>
                  <a:srgbClr val="808080"/>
                </a:solidFill>
              </a:rPr>
              <a:t>)</a:t>
            </a:r>
            <a:br>
              <a:rPr lang="nl-NL" sz="1500" b="0" i="0" dirty="0">
                <a:solidFill>
                  <a:srgbClr val="A9B7C6"/>
                </a:solidFill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customers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find_customers_from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'Amersfoort'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conn.close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for 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record 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in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customers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: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nl-NL" sz="1600" b="0" i="0" dirty="0">
                <a:solidFill>
                  <a:srgbClr val="8888C6"/>
                </a:solidFill>
                <a:latin typeface="Consolas" panose="020B0609020204030204" pitchFamily="49" charset="0"/>
              </a:rPr>
              <a:t>print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(record[</a:t>
            </a:r>
            <a:r>
              <a:rPr lang="nl-NL" sz="1600" b="0" i="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025676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6">
            <a:extLst>
              <a:ext uri="{FF2B5EF4-FFF2-40B4-BE49-F238E27FC236}">
                <a16:creationId xmlns:a16="http://schemas.microsoft.com/office/drawing/2014/main" id="{34DEB2A5-030F-1639-42C0-A86C7C4CF80D}"/>
              </a:ext>
            </a:extLst>
          </p:cNvPr>
          <p:cNvSpPr/>
          <p:nvPr/>
        </p:nvSpPr>
        <p:spPr>
          <a:xfrm>
            <a:off x="899400" y="1996680"/>
            <a:ext cx="103932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>
                <a:solidFill>
                  <a:srgbClr val="294171"/>
                </a:solidFill>
              </a:rPr>
              <a:t>Maak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nieuwe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tabel</a:t>
            </a:r>
            <a:r>
              <a:rPr lang="en-US" kern="0" dirty="0">
                <a:solidFill>
                  <a:srgbClr val="294171"/>
                </a:solidFill>
              </a:rPr>
              <a:t> ‘location’ in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(</a:t>
            </a:r>
            <a:r>
              <a:rPr lang="en-US" kern="0" dirty="0" err="1">
                <a:solidFill>
                  <a:srgbClr val="294171"/>
                </a:solidFill>
              </a:rPr>
              <a:t>nieuwe</a:t>
            </a:r>
            <a:r>
              <a:rPr lang="en-US" kern="0" dirty="0">
                <a:solidFill>
                  <a:srgbClr val="294171"/>
                </a:solidFill>
              </a:rPr>
              <a:t>?) database, met ID, latitude, longitude </a:t>
            </a:r>
            <a:r>
              <a:rPr lang="en-US" kern="0" dirty="0" err="1">
                <a:solidFill>
                  <a:srgbClr val="294171"/>
                </a:solidFill>
              </a:rPr>
              <a:t>en</a:t>
            </a:r>
            <a:r>
              <a:rPr lang="en-US" kern="0" dirty="0">
                <a:solidFill>
                  <a:srgbClr val="294171"/>
                </a:solidFill>
              </a:rPr>
              <a:t> city.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 err="1">
                <a:solidFill>
                  <a:srgbClr val="294171"/>
                </a:solidFill>
              </a:rPr>
              <a:t>Stuur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request </a:t>
            </a:r>
            <a:r>
              <a:rPr lang="en-US" kern="0" dirty="0" err="1">
                <a:solidFill>
                  <a:srgbClr val="294171"/>
                </a:solidFill>
              </a:rPr>
              <a:t>naar</a:t>
            </a:r>
            <a:r>
              <a:rPr lang="en-US" kern="0" dirty="0">
                <a:solidFill>
                  <a:srgbClr val="294171"/>
                </a:solidFill>
              </a:rPr>
              <a:t> de IP-API (</a:t>
            </a:r>
            <a:r>
              <a:rPr lang="nl-NL" dirty="0">
                <a:hlinkClick r:id="rId2"/>
              </a:rPr>
              <a:t>https://ipapi.co/json</a:t>
            </a:r>
            <a:r>
              <a:rPr lang="nl-NL" kern="0" dirty="0">
                <a:solidFill>
                  <a:srgbClr val="294171"/>
                </a:solidFill>
              </a:rPr>
              <a:t>), en sla je huidige locatie op in de database.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>
                <a:solidFill>
                  <a:srgbClr val="294171"/>
                </a:solidFill>
              </a:rPr>
              <a:t>Print alle </a:t>
            </a:r>
            <a:r>
              <a:rPr lang="en-US" kern="0" dirty="0" err="1">
                <a:solidFill>
                  <a:srgbClr val="294171"/>
                </a:solidFill>
              </a:rPr>
              <a:t>locaties</a:t>
            </a:r>
            <a:r>
              <a:rPr lang="en-US" kern="0" dirty="0">
                <a:solidFill>
                  <a:srgbClr val="294171"/>
                </a:solidFill>
              </a:rPr>
              <a:t> die de </a:t>
            </a:r>
            <a:r>
              <a:rPr lang="en-US" kern="0" dirty="0" err="1">
                <a:solidFill>
                  <a:srgbClr val="294171"/>
                </a:solidFill>
              </a:rPr>
              <a:t>afgelopen</a:t>
            </a:r>
            <a:r>
              <a:rPr lang="en-US" kern="0" dirty="0">
                <a:solidFill>
                  <a:srgbClr val="294171"/>
                </a:solidFill>
              </a:rPr>
              <a:t> week </a:t>
            </a:r>
            <a:r>
              <a:rPr lang="en-US" kern="0" dirty="0" err="1">
                <a:solidFill>
                  <a:srgbClr val="294171"/>
                </a:solidFill>
              </a:rPr>
              <a:t>zijn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opgeslagen</a:t>
            </a:r>
            <a:r>
              <a:rPr lang="en-US" kern="0" dirty="0">
                <a:solidFill>
                  <a:srgbClr val="294171"/>
                </a:solidFill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dirty="0"/>
              <a:t>	</a:t>
            </a:r>
            <a:endParaRPr lang="nl-NL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kern="0" dirty="0" err="1">
                <a:solidFill>
                  <a:srgbClr val="294171"/>
                </a:solidFill>
              </a:rPr>
              <a:t>Optioneel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laat</a:t>
            </a:r>
            <a:r>
              <a:rPr lang="en-US" kern="0" dirty="0">
                <a:solidFill>
                  <a:srgbClr val="294171"/>
                </a:solidFill>
              </a:rPr>
              <a:t> je </a:t>
            </a:r>
            <a:r>
              <a:rPr lang="en-US" kern="0" dirty="0" err="1">
                <a:solidFill>
                  <a:srgbClr val="294171"/>
                </a:solidFill>
              </a:rPr>
              <a:t>dit</a:t>
            </a:r>
            <a:r>
              <a:rPr lang="en-US" kern="0" dirty="0">
                <a:solidFill>
                  <a:srgbClr val="294171"/>
                </a:solidFill>
              </a:rPr>
              <a:t> script </a:t>
            </a:r>
            <a:r>
              <a:rPr lang="en-US" kern="0" dirty="0" err="1">
                <a:solidFill>
                  <a:srgbClr val="294171"/>
                </a:solidFill>
              </a:rPr>
              <a:t>uitvoeren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bij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opstarten</a:t>
            </a:r>
            <a:r>
              <a:rPr lang="en-US" kern="0" dirty="0">
                <a:solidFill>
                  <a:srgbClr val="294171"/>
                </a:solidFill>
              </a:rPr>
              <a:t> van je OS, om je startup-</a:t>
            </a:r>
            <a:r>
              <a:rPr lang="en-US" kern="0" dirty="0" err="1">
                <a:solidFill>
                  <a:srgbClr val="294171"/>
                </a:solidFill>
              </a:rPr>
              <a:t>locaties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te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loggen</a:t>
            </a:r>
            <a:r>
              <a:rPr lang="en-US" kern="0" dirty="0">
                <a:solidFill>
                  <a:srgbClr val="294171"/>
                </a:solidFill>
              </a:rPr>
              <a:t>, </a:t>
            </a:r>
            <a:r>
              <a:rPr lang="en-US" kern="0" dirty="0" err="1">
                <a:solidFill>
                  <a:srgbClr val="294171"/>
                </a:solidFill>
              </a:rPr>
              <a:t>zie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eventueel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dit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  <a:hlinkClick r:id="rId3"/>
              </a:rPr>
              <a:t>voorbeeld</a:t>
            </a:r>
            <a:r>
              <a:rPr lang="en-US" kern="0" dirty="0">
                <a:solidFill>
                  <a:srgbClr val="294171"/>
                </a:solidFill>
                <a:hlinkClick r:id="rId3"/>
              </a:rPr>
              <a:t> </a:t>
            </a:r>
            <a:r>
              <a:rPr lang="en-US" kern="0" dirty="0" err="1">
                <a:solidFill>
                  <a:srgbClr val="294171"/>
                </a:solidFill>
                <a:hlinkClick r:id="rId3"/>
              </a:rPr>
              <a:t>voor</a:t>
            </a:r>
            <a:r>
              <a:rPr lang="en-US" kern="0" dirty="0">
                <a:solidFill>
                  <a:srgbClr val="294171"/>
                </a:solidFill>
                <a:hlinkClick r:id="rId3"/>
              </a:rPr>
              <a:t> Windows</a:t>
            </a:r>
            <a:r>
              <a:rPr lang="en-US" kern="0" dirty="0">
                <a:solidFill>
                  <a:srgbClr val="294171"/>
                </a:solidFill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Oefening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09624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E469654-E4B7-404D-82A0-8F0E6164ACC3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Opdracht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F2FFD83-4D37-FF5F-DC7E-9AA30AACD3FC}"/>
              </a:ext>
            </a:extLst>
          </p:cNvPr>
          <p:cNvSpPr txBox="1">
            <a:spLocks noChangeArrowheads="1"/>
          </p:cNvSpPr>
          <p:nvPr/>
        </p:nvSpPr>
        <p:spPr>
          <a:xfrm>
            <a:off x="709358" y="1724025"/>
            <a:ext cx="8229600" cy="3695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Deze les: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openstaande </a:t>
            </a:r>
            <a:r>
              <a:rPr lang="nl-NL" sz="2400" dirty="0">
                <a:solidFill>
                  <a:sysClr val="windowText" lastClr="000000"/>
                </a:solidFill>
                <a:latin typeface="Calibri"/>
              </a:rPr>
              <a:t>opdrachten af</a:t>
            </a:r>
          </a:p>
        </p:txBody>
      </p:sp>
    </p:spTree>
    <p:extLst>
      <p:ext uri="{BB962C8B-B14F-4D97-AF65-F5344CB8AC3E}">
        <p14:creationId xmlns:p14="http://schemas.microsoft.com/office/powerpoint/2010/main" val="245684239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1928</TotalTime>
  <Words>1570</Words>
  <Application>Microsoft Office PowerPoint</Application>
  <PresentationFormat>Breedbeeld</PresentationFormat>
  <Paragraphs>128</Paragraphs>
  <Slides>15</Slides>
  <Notes>1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15</vt:i4>
      </vt:variant>
    </vt:vector>
  </HeadingPairs>
  <TitlesOfParts>
    <vt:vector size="23" baseType="lpstr">
      <vt:lpstr>Consolas</vt:lpstr>
      <vt:lpstr>Calibri</vt:lpstr>
      <vt:lpstr>Aptos</vt:lpstr>
      <vt:lpstr>Wingdings</vt:lpstr>
      <vt:lpstr>Calibri Light</vt:lpstr>
      <vt:lpstr>Arial</vt:lpstr>
      <vt:lpstr>Kantoorthema</vt:lpstr>
      <vt:lpstr>1_Kantoorthema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Bart van Eijkelenburg</dc:creator>
  <cp:lastModifiedBy>Bart van Eijkelenburg</cp:lastModifiedBy>
  <cp:revision>58</cp:revision>
  <dcterms:created xsi:type="dcterms:W3CDTF">2020-09-28T18:45:00Z</dcterms:created>
  <dcterms:modified xsi:type="dcterms:W3CDTF">2025-07-01T12:04:33Z</dcterms:modified>
</cp:coreProperties>
</file>