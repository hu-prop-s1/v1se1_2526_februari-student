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6" r:id="rId3"/>
    <p:sldId id="257" r:id="rId4"/>
    <p:sldId id="258" r:id="rId5"/>
    <p:sldId id="280" r:id="rId6"/>
    <p:sldId id="281" r:id="rId7"/>
    <p:sldId id="282" r:id="rId8"/>
    <p:sldId id="284" r:id="rId9"/>
    <p:sldId id="283" r:id="rId10"/>
    <p:sldId id="313" r:id="rId11"/>
    <p:sldId id="285" r:id="rId12"/>
    <p:sldId id="314" r:id="rId13"/>
    <p:sldId id="315" r:id="rId14"/>
    <p:sldId id="320" r:id="rId15"/>
    <p:sldId id="318" r:id="rId16"/>
    <p:sldId id="317" r:id="rId17"/>
    <p:sldId id="319" r:id="rId18"/>
    <p:sldId id="321" r:id="rId19"/>
    <p:sldId id="322" r:id="rId20"/>
    <p:sldId id="323" r:id="rId21"/>
    <p:sldId id="265" r:id="rId22"/>
    <p:sldId id="266" r:id="rId23"/>
    <p:sldId id="324" r:id="rId24"/>
    <p:sldId id="277" r:id="rId25"/>
    <p:sldId id="278" r:id="rId26"/>
    <p:sldId id="273" r:id="rId27"/>
  </p:sldIdLst>
  <p:sldSz cx="12192000" cy="6858000"/>
  <p:notesSz cx="6858000" cy="9144000"/>
  <p:embeddedFontLst>
    <p:embeddedFont>
      <p:font typeface="Cambria Math" panose="02040503050406030204" pitchFamily="18" charset="0"/>
      <p:regular r:id="rId28"/>
    </p:embeddedFont>
    <p:embeddedFont>
      <p:font typeface="Consolas" panose="020B0609020204030204" pitchFamily="49" charset="0"/>
      <p:regular r:id="rId29"/>
      <p:bold r:id="rId30"/>
      <p:italic r:id="rId31"/>
      <p:boldItalic r:id="rId32"/>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B9437D-0EA2-4AFA-82C3-B8309473C03B}" v="2656" dt="2025-06-04T14:33:37.656"/>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971" autoAdjust="0"/>
    <p:restoredTop sz="94660"/>
  </p:normalViewPr>
  <p:slideViewPr>
    <p:cSldViewPr snapToGrid="0">
      <p:cViewPr varScale="1">
        <p:scale>
          <a:sx n="79" d="100"/>
          <a:sy n="79" d="100"/>
        </p:scale>
        <p:origin x="134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t van Eijkelenburg" userId="32564be6-3772-4f77-8099-aa7e4c72ca61" providerId="ADAL" clId="{6FB9437D-0EA2-4AFA-82C3-B8309473C03B}"/>
    <pc:docChg chg="undo redo custSel addSld delSld modSld sldOrd modShowInfo">
      <pc:chgData name="Bart van Eijkelenburg" userId="32564be6-3772-4f77-8099-aa7e4c72ca61" providerId="ADAL" clId="{6FB9437D-0EA2-4AFA-82C3-B8309473C03B}" dt="2025-06-23T23:34:38.044" v="13246" actId="20577"/>
      <pc:docMkLst>
        <pc:docMk/>
      </pc:docMkLst>
      <pc:sldChg chg="modSp mod">
        <pc:chgData name="Bart van Eijkelenburg" userId="32564be6-3772-4f77-8099-aa7e4c72ca61" providerId="ADAL" clId="{6FB9437D-0EA2-4AFA-82C3-B8309473C03B}" dt="2025-05-26T12:32:35.140" v="3089" actId="20577"/>
        <pc:sldMkLst>
          <pc:docMk/>
          <pc:sldMk cId="197852375" sldId="257"/>
        </pc:sldMkLst>
        <pc:spChg chg="mod">
          <ac:chgData name="Bart van Eijkelenburg" userId="32564be6-3772-4f77-8099-aa7e4c72ca61" providerId="ADAL" clId="{6FB9437D-0EA2-4AFA-82C3-B8309473C03B}" dt="2025-05-26T08:40:20.583" v="82" actId="20577"/>
          <ac:spMkLst>
            <pc:docMk/>
            <pc:sldMk cId="197852375" sldId="257"/>
            <ac:spMk id="12" creationId="{DF501BF0-36B9-47DA-8FEC-3001AFA3111C}"/>
          </ac:spMkLst>
        </pc:spChg>
        <pc:spChg chg="mod">
          <ac:chgData name="Bart van Eijkelenburg" userId="32564be6-3772-4f77-8099-aa7e4c72ca61" providerId="ADAL" clId="{6FB9437D-0EA2-4AFA-82C3-B8309473C03B}" dt="2025-05-26T12:32:35.140" v="3089" actId="20577"/>
          <ac:spMkLst>
            <pc:docMk/>
            <pc:sldMk cId="197852375" sldId="257"/>
            <ac:spMk id="13" creationId="{A489A9CC-5FDD-4FC2-AB21-FB1DC5CC652B}"/>
          </ac:spMkLst>
        </pc:spChg>
      </pc:sldChg>
      <pc:sldChg chg="addSp delSp modSp mod delAnim modAnim">
        <pc:chgData name="Bart van Eijkelenburg" userId="32564be6-3772-4f77-8099-aa7e4c72ca61" providerId="ADAL" clId="{6FB9437D-0EA2-4AFA-82C3-B8309473C03B}" dt="2025-06-04T13:30:45.820" v="10841" actId="3064"/>
        <pc:sldMkLst>
          <pc:docMk/>
          <pc:sldMk cId="4102763331" sldId="258"/>
        </pc:sldMkLst>
        <pc:spChg chg="add mod">
          <ac:chgData name="Bart van Eijkelenburg" userId="32564be6-3772-4f77-8099-aa7e4c72ca61" providerId="ADAL" clId="{6FB9437D-0EA2-4AFA-82C3-B8309473C03B}" dt="2025-05-26T08:55:27.858" v="557" actId="1076"/>
          <ac:spMkLst>
            <pc:docMk/>
            <pc:sldMk cId="4102763331" sldId="258"/>
            <ac:spMk id="2" creationId="{83474354-5EAF-B172-D237-CA0926041BC2}"/>
          </ac:spMkLst>
        </pc:spChg>
        <pc:spChg chg="add mod">
          <ac:chgData name="Bart van Eijkelenburg" userId="32564be6-3772-4f77-8099-aa7e4c72ca61" providerId="ADAL" clId="{6FB9437D-0EA2-4AFA-82C3-B8309473C03B}" dt="2025-05-26T09:27:53.453" v="695" actId="20577"/>
          <ac:spMkLst>
            <pc:docMk/>
            <pc:sldMk cId="4102763331" sldId="258"/>
            <ac:spMk id="5" creationId="{2AB434C3-31D6-B4F6-AF78-FCBA11114AE0}"/>
          </ac:spMkLst>
        </pc:spChg>
        <pc:spChg chg="mod">
          <ac:chgData name="Bart van Eijkelenburg" userId="32564be6-3772-4f77-8099-aa7e4c72ca61" providerId="ADAL" clId="{6FB9437D-0EA2-4AFA-82C3-B8309473C03B}" dt="2025-06-04T13:30:45.820" v="10841" actId="3064"/>
          <ac:spMkLst>
            <pc:docMk/>
            <pc:sldMk cId="4102763331" sldId="258"/>
            <ac:spMk id="45" creationId="{8166DE27-BC18-42BE-950D-0F6249739010}"/>
          </ac:spMkLst>
        </pc:spChg>
      </pc:sldChg>
      <pc:sldChg chg="modSp del mod">
        <pc:chgData name="Bart van Eijkelenburg" userId="32564be6-3772-4f77-8099-aa7e4c72ca61" providerId="ADAL" clId="{6FB9437D-0EA2-4AFA-82C3-B8309473C03B}" dt="2025-06-04T14:34:24.254" v="12296" actId="2696"/>
        <pc:sldMkLst>
          <pc:docMk/>
          <pc:sldMk cId="3788761929" sldId="259"/>
        </pc:sldMkLst>
      </pc:sldChg>
      <pc:sldChg chg="del">
        <pc:chgData name="Bart van Eijkelenburg" userId="32564be6-3772-4f77-8099-aa7e4c72ca61" providerId="ADAL" clId="{6FB9437D-0EA2-4AFA-82C3-B8309473C03B}" dt="2025-06-04T08:20:09.529" v="8589" actId="2696"/>
        <pc:sldMkLst>
          <pc:docMk/>
          <pc:sldMk cId="1006584031" sldId="260"/>
        </pc:sldMkLst>
      </pc:sldChg>
      <pc:sldChg chg="del">
        <pc:chgData name="Bart van Eijkelenburg" userId="32564be6-3772-4f77-8099-aa7e4c72ca61" providerId="ADAL" clId="{6FB9437D-0EA2-4AFA-82C3-B8309473C03B}" dt="2025-06-04T08:20:17.405" v="8590" actId="2696"/>
        <pc:sldMkLst>
          <pc:docMk/>
          <pc:sldMk cId="2438307178" sldId="261"/>
        </pc:sldMkLst>
      </pc:sldChg>
      <pc:sldChg chg="modSp del mod">
        <pc:chgData name="Bart van Eijkelenburg" userId="32564be6-3772-4f77-8099-aa7e4c72ca61" providerId="ADAL" clId="{6FB9437D-0EA2-4AFA-82C3-B8309473C03B}" dt="2025-06-04T14:27:10.897" v="12122" actId="2696"/>
        <pc:sldMkLst>
          <pc:docMk/>
          <pc:sldMk cId="1929734642" sldId="263"/>
        </pc:sldMkLst>
      </pc:sldChg>
      <pc:sldChg chg="del">
        <pc:chgData name="Bart van Eijkelenburg" userId="32564be6-3772-4f77-8099-aa7e4c72ca61" providerId="ADAL" clId="{6FB9437D-0EA2-4AFA-82C3-B8309473C03B}" dt="2025-06-04T14:27:46.210" v="12125" actId="2696"/>
        <pc:sldMkLst>
          <pc:docMk/>
          <pc:sldMk cId="4007548956" sldId="264"/>
        </pc:sldMkLst>
      </pc:sldChg>
      <pc:sldChg chg="modSp mod ord">
        <pc:chgData name="Bart van Eijkelenburg" userId="32564be6-3772-4f77-8099-aa7e4c72ca61" providerId="ADAL" clId="{6FB9437D-0EA2-4AFA-82C3-B8309473C03B}" dt="2025-06-04T14:18:15.437" v="11662" actId="20577"/>
        <pc:sldMkLst>
          <pc:docMk/>
          <pc:sldMk cId="479497105" sldId="265"/>
        </pc:sldMkLst>
        <pc:spChg chg="mod">
          <ac:chgData name="Bart van Eijkelenburg" userId="32564be6-3772-4f77-8099-aa7e4c72ca61" providerId="ADAL" clId="{6FB9437D-0EA2-4AFA-82C3-B8309473C03B}" dt="2025-06-04T14:12:44.975" v="11051" actId="20577"/>
          <ac:spMkLst>
            <pc:docMk/>
            <pc:sldMk cId="479497105" sldId="265"/>
            <ac:spMk id="5" creationId="{07253F0B-C90E-448C-8D0A-747E44F477D4}"/>
          </ac:spMkLst>
        </pc:spChg>
        <pc:spChg chg="mod">
          <ac:chgData name="Bart van Eijkelenburg" userId="32564be6-3772-4f77-8099-aa7e4c72ca61" providerId="ADAL" clId="{6FB9437D-0EA2-4AFA-82C3-B8309473C03B}" dt="2025-06-04T14:13:39.455" v="11145" actId="1076"/>
          <ac:spMkLst>
            <pc:docMk/>
            <pc:sldMk cId="479497105" sldId="265"/>
            <ac:spMk id="6" creationId="{4D0A861C-3CC4-446E-92EA-D56C92FBC094}"/>
          </ac:spMkLst>
        </pc:spChg>
        <pc:spChg chg="mod">
          <ac:chgData name="Bart van Eijkelenburg" userId="32564be6-3772-4f77-8099-aa7e4c72ca61" providerId="ADAL" clId="{6FB9437D-0EA2-4AFA-82C3-B8309473C03B}" dt="2025-06-04T14:18:15.437" v="11662" actId="20577"/>
          <ac:spMkLst>
            <pc:docMk/>
            <pc:sldMk cId="479497105" sldId="265"/>
            <ac:spMk id="7" creationId="{9F4FA5DE-24BA-436F-AF4F-815ED924F54F}"/>
          </ac:spMkLst>
        </pc:spChg>
      </pc:sldChg>
      <pc:sldChg chg="addSp modSp mod ord modAnim">
        <pc:chgData name="Bart van Eijkelenburg" userId="32564be6-3772-4f77-8099-aa7e4c72ca61" providerId="ADAL" clId="{6FB9437D-0EA2-4AFA-82C3-B8309473C03B}" dt="2025-06-04T14:21:17.874" v="11728" actId="1076"/>
        <pc:sldMkLst>
          <pc:docMk/>
          <pc:sldMk cId="1972650402" sldId="266"/>
        </pc:sldMkLst>
        <pc:spChg chg="add mod">
          <ac:chgData name="Bart van Eijkelenburg" userId="32564be6-3772-4f77-8099-aa7e4c72ca61" providerId="ADAL" clId="{6FB9437D-0EA2-4AFA-82C3-B8309473C03B}" dt="2025-06-04T14:21:17.874" v="11728" actId="1076"/>
          <ac:spMkLst>
            <pc:docMk/>
            <pc:sldMk cId="1972650402" sldId="266"/>
            <ac:spMk id="2" creationId="{FF4BEB00-4BB1-B4EA-583A-410222C2D1EE}"/>
          </ac:spMkLst>
        </pc:spChg>
        <pc:spChg chg="mod">
          <ac:chgData name="Bart van Eijkelenburg" userId="32564be6-3772-4f77-8099-aa7e4c72ca61" providerId="ADAL" clId="{6FB9437D-0EA2-4AFA-82C3-B8309473C03B}" dt="2025-06-04T14:18:58.726" v="11725" actId="14100"/>
          <ac:spMkLst>
            <pc:docMk/>
            <pc:sldMk cId="1972650402" sldId="266"/>
            <ac:spMk id="51" creationId="{D5737D6D-087D-4B6E-9D84-27F4B3DA14FA}"/>
          </ac:spMkLst>
        </pc:spChg>
      </pc:sldChg>
      <pc:sldChg chg="del">
        <pc:chgData name="Bart van Eijkelenburg" userId="32564be6-3772-4f77-8099-aa7e4c72ca61" providerId="ADAL" clId="{6FB9437D-0EA2-4AFA-82C3-B8309473C03B}" dt="2025-06-04T08:13:11.333" v="8587" actId="2696"/>
        <pc:sldMkLst>
          <pc:docMk/>
          <pc:sldMk cId="818357973" sldId="267"/>
        </pc:sldMkLst>
      </pc:sldChg>
      <pc:sldChg chg="del">
        <pc:chgData name="Bart van Eijkelenburg" userId="32564be6-3772-4f77-8099-aa7e4c72ca61" providerId="ADAL" clId="{6FB9437D-0EA2-4AFA-82C3-B8309473C03B}" dt="2025-06-04T08:13:07.887" v="8586" actId="2696"/>
        <pc:sldMkLst>
          <pc:docMk/>
          <pc:sldMk cId="1762452828" sldId="268"/>
        </pc:sldMkLst>
      </pc:sldChg>
      <pc:sldChg chg="del">
        <pc:chgData name="Bart van Eijkelenburg" userId="32564be6-3772-4f77-8099-aa7e4c72ca61" providerId="ADAL" clId="{6FB9437D-0EA2-4AFA-82C3-B8309473C03B}" dt="2025-06-04T08:13:01.916" v="8585" actId="2696"/>
        <pc:sldMkLst>
          <pc:docMk/>
          <pc:sldMk cId="1423185977" sldId="269"/>
        </pc:sldMkLst>
      </pc:sldChg>
      <pc:sldChg chg="del">
        <pc:chgData name="Bart van Eijkelenburg" userId="32564be6-3772-4f77-8099-aa7e4c72ca61" providerId="ADAL" clId="{6FB9437D-0EA2-4AFA-82C3-B8309473C03B}" dt="2025-06-04T08:12:55.545" v="8584" actId="2696"/>
        <pc:sldMkLst>
          <pc:docMk/>
          <pc:sldMk cId="2771877605" sldId="270"/>
        </pc:sldMkLst>
      </pc:sldChg>
      <pc:sldChg chg="del">
        <pc:chgData name="Bart van Eijkelenburg" userId="32564be6-3772-4f77-8099-aa7e4c72ca61" providerId="ADAL" clId="{6FB9437D-0EA2-4AFA-82C3-B8309473C03B}" dt="2025-06-04T08:12:50.993" v="8583" actId="2696"/>
        <pc:sldMkLst>
          <pc:docMk/>
          <pc:sldMk cId="4090208441" sldId="271"/>
        </pc:sldMkLst>
      </pc:sldChg>
      <pc:sldChg chg="del">
        <pc:chgData name="Bart van Eijkelenburg" userId="32564be6-3772-4f77-8099-aa7e4c72ca61" providerId="ADAL" clId="{6FB9437D-0EA2-4AFA-82C3-B8309473C03B}" dt="2025-06-04T08:12:44.931" v="8582" actId="2696"/>
        <pc:sldMkLst>
          <pc:docMk/>
          <pc:sldMk cId="2769741052" sldId="272"/>
        </pc:sldMkLst>
      </pc:sldChg>
      <pc:sldChg chg="modSp mod">
        <pc:chgData name="Bart van Eijkelenburg" userId="32564be6-3772-4f77-8099-aa7e4c72ca61" providerId="ADAL" clId="{6FB9437D-0EA2-4AFA-82C3-B8309473C03B}" dt="2025-06-23T23:34:38.044" v="13246" actId="20577"/>
        <pc:sldMkLst>
          <pc:docMk/>
          <pc:sldMk cId="2083501310" sldId="273"/>
        </pc:sldMkLst>
        <pc:spChg chg="mod">
          <ac:chgData name="Bart van Eijkelenburg" userId="32564be6-3772-4f77-8099-aa7e4c72ca61" providerId="ADAL" clId="{6FB9437D-0EA2-4AFA-82C3-B8309473C03B}" dt="2025-06-23T23:34:38.044" v="13246" actId="20577"/>
          <ac:spMkLst>
            <pc:docMk/>
            <pc:sldMk cId="2083501310" sldId="273"/>
            <ac:spMk id="4" creationId="{F9A259F3-F2E3-4A30-9EFA-0261D353E538}"/>
          </ac:spMkLst>
        </pc:spChg>
        <pc:spChg chg="mod">
          <ac:chgData name="Bart van Eijkelenburg" userId="32564be6-3772-4f77-8099-aa7e4c72ca61" providerId="ADAL" clId="{6FB9437D-0EA2-4AFA-82C3-B8309473C03B}" dt="2025-06-04T14:39:48.056" v="12884" actId="6549"/>
          <ac:spMkLst>
            <pc:docMk/>
            <pc:sldMk cId="2083501310" sldId="273"/>
            <ac:spMk id="5" creationId="{06706DA7-97AF-4BB4-A606-2CF74DC4C2ED}"/>
          </ac:spMkLst>
        </pc:spChg>
      </pc:sldChg>
      <pc:sldChg chg="del">
        <pc:chgData name="Bart van Eijkelenburg" userId="32564be6-3772-4f77-8099-aa7e4c72ca61" providerId="ADAL" clId="{6FB9437D-0EA2-4AFA-82C3-B8309473C03B}" dt="2025-06-04T14:27:29.427" v="12123" actId="2696"/>
        <pc:sldMkLst>
          <pc:docMk/>
          <pc:sldMk cId="763968553" sldId="274"/>
        </pc:sldMkLst>
      </pc:sldChg>
      <pc:sldChg chg="del">
        <pc:chgData name="Bart van Eijkelenburg" userId="32564be6-3772-4f77-8099-aa7e4c72ca61" providerId="ADAL" clId="{6FB9437D-0EA2-4AFA-82C3-B8309473C03B}" dt="2025-06-04T14:27:35.500" v="12124" actId="2696"/>
        <pc:sldMkLst>
          <pc:docMk/>
          <pc:sldMk cId="2917583969" sldId="275"/>
        </pc:sldMkLst>
      </pc:sldChg>
      <pc:sldChg chg="modSp mod ord">
        <pc:chgData name="Bart van Eijkelenburg" userId="32564be6-3772-4f77-8099-aa7e4c72ca61" providerId="ADAL" clId="{6FB9437D-0EA2-4AFA-82C3-B8309473C03B}" dt="2025-06-04T14:25:42.898" v="12036" actId="20577"/>
        <pc:sldMkLst>
          <pc:docMk/>
          <pc:sldMk cId="2329019597" sldId="277"/>
        </pc:sldMkLst>
        <pc:spChg chg="mod">
          <ac:chgData name="Bart van Eijkelenburg" userId="32564be6-3772-4f77-8099-aa7e4c72ca61" providerId="ADAL" clId="{6FB9437D-0EA2-4AFA-82C3-B8309473C03B}" dt="2025-06-04T14:25:42.898" v="12036" actId="20577"/>
          <ac:spMkLst>
            <pc:docMk/>
            <pc:sldMk cId="2329019597" sldId="277"/>
            <ac:spMk id="5" creationId="{07253F0B-C90E-448C-8D0A-747E44F477D4}"/>
          </ac:spMkLst>
        </pc:spChg>
        <pc:spChg chg="mod">
          <ac:chgData name="Bart van Eijkelenburg" userId="32564be6-3772-4f77-8099-aa7e4c72ca61" providerId="ADAL" clId="{6FB9437D-0EA2-4AFA-82C3-B8309473C03B}" dt="2025-06-04T14:24:59.286" v="12017" actId="1076"/>
          <ac:spMkLst>
            <pc:docMk/>
            <pc:sldMk cId="2329019597" sldId="277"/>
            <ac:spMk id="6" creationId="{4D0A861C-3CC4-446E-92EA-D56C92FBC094}"/>
          </ac:spMkLst>
        </pc:spChg>
        <pc:spChg chg="mod">
          <ac:chgData name="Bart van Eijkelenburg" userId="32564be6-3772-4f77-8099-aa7e4c72ca61" providerId="ADAL" clId="{6FB9437D-0EA2-4AFA-82C3-B8309473C03B}" dt="2025-06-04T14:25:09.866" v="12028" actId="20577"/>
          <ac:spMkLst>
            <pc:docMk/>
            <pc:sldMk cId="2329019597" sldId="277"/>
            <ac:spMk id="7" creationId="{9F4FA5DE-24BA-436F-AF4F-815ED924F54F}"/>
          </ac:spMkLst>
        </pc:spChg>
        <pc:picChg chg="mod">
          <ac:chgData name="Bart van Eijkelenburg" userId="32564be6-3772-4f77-8099-aa7e4c72ca61" providerId="ADAL" clId="{6FB9437D-0EA2-4AFA-82C3-B8309473C03B}" dt="2025-06-04T14:24:55.101" v="12016" actId="1076"/>
          <ac:picMkLst>
            <pc:docMk/>
            <pc:sldMk cId="2329019597" sldId="277"/>
            <ac:picMk id="3" creationId="{EFE5C76A-D17D-95F9-F32F-3DEF165454AA}"/>
          </ac:picMkLst>
        </pc:picChg>
      </pc:sldChg>
      <pc:sldChg chg="modSp mod">
        <pc:chgData name="Bart van Eijkelenburg" userId="32564be6-3772-4f77-8099-aa7e4c72ca61" providerId="ADAL" clId="{6FB9437D-0EA2-4AFA-82C3-B8309473C03B}" dt="2025-06-04T14:38:21.399" v="12858" actId="20577"/>
        <pc:sldMkLst>
          <pc:docMk/>
          <pc:sldMk cId="4044884158" sldId="278"/>
        </pc:sldMkLst>
        <pc:spChg chg="mod">
          <ac:chgData name="Bart van Eijkelenburg" userId="32564be6-3772-4f77-8099-aa7e4c72ca61" providerId="ADAL" clId="{6FB9437D-0EA2-4AFA-82C3-B8309473C03B}" dt="2025-06-04T14:35:15.850" v="12304" actId="20577"/>
          <ac:spMkLst>
            <pc:docMk/>
            <pc:sldMk cId="4044884158" sldId="278"/>
            <ac:spMk id="5" creationId="{68C94230-B54C-41D6-A73F-6BC32057DC0E}"/>
          </ac:spMkLst>
        </pc:spChg>
        <pc:spChg chg="mod">
          <ac:chgData name="Bart van Eijkelenburg" userId="32564be6-3772-4f77-8099-aa7e4c72ca61" providerId="ADAL" clId="{6FB9437D-0EA2-4AFA-82C3-B8309473C03B}" dt="2025-06-04T14:38:21.399" v="12858" actId="20577"/>
          <ac:spMkLst>
            <pc:docMk/>
            <pc:sldMk cId="4044884158" sldId="278"/>
            <ac:spMk id="6" creationId="{DFFA76B3-E3D1-4B11-AB89-D059BDC5C3A8}"/>
          </ac:spMkLst>
        </pc:spChg>
      </pc:sldChg>
      <pc:sldChg chg="add del">
        <pc:chgData name="Bart van Eijkelenburg" userId="32564be6-3772-4f77-8099-aa7e4c72ca61" providerId="ADAL" clId="{6FB9437D-0EA2-4AFA-82C3-B8309473C03B}" dt="2025-06-04T08:19:56.694" v="8588" actId="2696"/>
        <pc:sldMkLst>
          <pc:docMk/>
          <pc:sldMk cId="4133010470" sldId="279"/>
        </pc:sldMkLst>
      </pc:sldChg>
      <pc:sldChg chg="addSp modSp add mod modAnim">
        <pc:chgData name="Bart van Eijkelenburg" userId="32564be6-3772-4f77-8099-aa7e4c72ca61" providerId="ADAL" clId="{6FB9437D-0EA2-4AFA-82C3-B8309473C03B}" dt="2025-06-04T13:30:24.286" v="10838" actId="14100"/>
        <pc:sldMkLst>
          <pc:docMk/>
          <pc:sldMk cId="765026747" sldId="280"/>
        </pc:sldMkLst>
        <pc:spChg chg="mod">
          <ac:chgData name="Bart van Eijkelenburg" userId="32564be6-3772-4f77-8099-aa7e4c72ca61" providerId="ADAL" clId="{6FB9437D-0EA2-4AFA-82C3-B8309473C03B}" dt="2025-05-26T09:31:20.655" v="936" actId="20577"/>
          <ac:spMkLst>
            <pc:docMk/>
            <pc:sldMk cId="765026747" sldId="280"/>
            <ac:spMk id="2" creationId="{1BA00D25-078D-3E33-B2B8-0096B72FD2AB}"/>
          </ac:spMkLst>
        </pc:spChg>
        <pc:spChg chg="add mod">
          <ac:chgData name="Bart van Eijkelenburg" userId="32564be6-3772-4f77-8099-aa7e4c72ca61" providerId="ADAL" clId="{6FB9437D-0EA2-4AFA-82C3-B8309473C03B}" dt="2025-05-26T10:05:45.689" v="1806" actId="1076"/>
          <ac:spMkLst>
            <pc:docMk/>
            <pc:sldMk cId="765026747" sldId="280"/>
            <ac:spMk id="3" creationId="{57C5A01D-D1E5-EA60-854A-23C66B0F181F}"/>
          </ac:spMkLst>
        </pc:spChg>
        <pc:spChg chg="mod">
          <ac:chgData name="Bart van Eijkelenburg" userId="32564be6-3772-4f77-8099-aa7e4c72ca61" providerId="ADAL" clId="{6FB9437D-0EA2-4AFA-82C3-B8309473C03B}" dt="2025-05-26T10:05:42.495" v="1805" actId="1076"/>
          <ac:spMkLst>
            <pc:docMk/>
            <pc:sldMk cId="765026747" sldId="280"/>
            <ac:spMk id="5" creationId="{F9BBB44E-29C5-6D86-9316-1474838F6328}"/>
          </ac:spMkLst>
        </pc:spChg>
        <pc:spChg chg="add mod">
          <ac:chgData name="Bart van Eijkelenburg" userId="32564be6-3772-4f77-8099-aa7e4c72ca61" providerId="ADAL" clId="{6FB9437D-0EA2-4AFA-82C3-B8309473C03B}" dt="2025-06-04T07:43:56.216" v="8550" actId="14100"/>
          <ac:spMkLst>
            <pc:docMk/>
            <pc:sldMk cId="765026747" sldId="280"/>
            <ac:spMk id="7" creationId="{DAF4DD12-59BD-A62C-F6C1-CB2C34CE37CD}"/>
          </ac:spMkLst>
        </pc:spChg>
        <pc:spChg chg="mod">
          <ac:chgData name="Bart van Eijkelenburg" userId="32564be6-3772-4f77-8099-aa7e4c72ca61" providerId="ADAL" clId="{6FB9437D-0EA2-4AFA-82C3-B8309473C03B}" dt="2025-06-04T13:30:24.286" v="10838" actId="14100"/>
          <ac:spMkLst>
            <pc:docMk/>
            <pc:sldMk cId="765026747" sldId="280"/>
            <ac:spMk id="45" creationId="{9660565D-70AA-AD82-3733-A680DE668B4E}"/>
          </ac:spMkLst>
        </pc:spChg>
        <pc:picChg chg="add mod ord">
          <ac:chgData name="Bart van Eijkelenburg" userId="32564be6-3772-4f77-8099-aa7e4c72ca61" providerId="ADAL" clId="{6FB9437D-0EA2-4AFA-82C3-B8309473C03B}" dt="2025-06-04T07:43:44.122" v="8549" actId="1076"/>
          <ac:picMkLst>
            <pc:docMk/>
            <pc:sldMk cId="765026747" sldId="280"/>
            <ac:picMk id="6" creationId="{60CE4BED-5241-733A-1763-D03EC38CAE03}"/>
          </ac:picMkLst>
        </pc:picChg>
      </pc:sldChg>
      <pc:sldChg chg="addSp modSp add mod addAnim delAnim modAnim">
        <pc:chgData name="Bart van Eijkelenburg" userId="32564be6-3772-4f77-8099-aa7e4c72ca61" providerId="ADAL" clId="{6FB9437D-0EA2-4AFA-82C3-B8309473C03B}" dt="2025-06-04T22:17:16.492" v="13205" actId="108"/>
        <pc:sldMkLst>
          <pc:docMk/>
          <pc:sldMk cId="1981359122" sldId="281"/>
        </pc:sldMkLst>
        <pc:spChg chg="mod">
          <ac:chgData name="Bart van Eijkelenburg" userId="32564be6-3772-4f77-8099-aa7e4c72ca61" providerId="ADAL" clId="{6FB9437D-0EA2-4AFA-82C3-B8309473C03B}" dt="2025-06-04T13:31:54.345" v="10874" actId="20577"/>
          <ac:spMkLst>
            <pc:docMk/>
            <pc:sldMk cId="1981359122" sldId="281"/>
            <ac:spMk id="2" creationId="{042CBCE6-5A62-DDF1-1E57-B6B94C6FAF2A}"/>
          </ac:spMkLst>
        </pc:spChg>
        <pc:spChg chg="mod">
          <ac:chgData name="Bart van Eijkelenburg" userId="32564be6-3772-4f77-8099-aa7e4c72ca61" providerId="ADAL" clId="{6FB9437D-0EA2-4AFA-82C3-B8309473C03B}" dt="2025-06-04T22:17:16.492" v="13205" actId="108"/>
          <ac:spMkLst>
            <pc:docMk/>
            <pc:sldMk cId="1981359122" sldId="281"/>
            <ac:spMk id="3" creationId="{A2B1106A-0989-5704-BB64-E87C689842C9}"/>
          </ac:spMkLst>
        </pc:spChg>
        <pc:spChg chg="add mod">
          <ac:chgData name="Bart van Eijkelenburg" userId="32564be6-3772-4f77-8099-aa7e4c72ca61" providerId="ADAL" clId="{6FB9437D-0EA2-4AFA-82C3-B8309473C03B}" dt="2025-06-04T07:39:06.107" v="8492" actId="113"/>
          <ac:spMkLst>
            <pc:docMk/>
            <pc:sldMk cId="1981359122" sldId="281"/>
            <ac:spMk id="4" creationId="{FEBECA0F-A5EA-839A-9991-9E56ABFA77E4}"/>
          </ac:spMkLst>
        </pc:spChg>
        <pc:spChg chg="mod">
          <ac:chgData name="Bart van Eijkelenburg" userId="32564be6-3772-4f77-8099-aa7e4c72ca61" providerId="ADAL" clId="{6FB9437D-0EA2-4AFA-82C3-B8309473C03B}" dt="2025-06-04T13:32:40.589" v="10902" actId="20577"/>
          <ac:spMkLst>
            <pc:docMk/>
            <pc:sldMk cId="1981359122" sldId="281"/>
            <ac:spMk id="5" creationId="{FBEE43E0-A763-F571-86E3-3BD5B3ECF2B3}"/>
          </ac:spMkLst>
        </pc:spChg>
        <pc:spChg chg="mod">
          <ac:chgData name="Bart van Eijkelenburg" userId="32564be6-3772-4f77-8099-aa7e4c72ca61" providerId="ADAL" clId="{6FB9437D-0EA2-4AFA-82C3-B8309473C03B}" dt="2025-05-26T10:11:41.233" v="2074" actId="20577"/>
          <ac:spMkLst>
            <pc:docMk/>
            <pc:sldMk cId="1981359122" sldId="281"/>
            <ac:spMk id="7" creationId="{488DB812-596B-6F5B-5324-95F63219DE67}"/>
          </ac:spMkLst>
        </pc:spChg>
        <pc:spChg chg="mod">
          <ac:chgData name="Bart van Eijkelenburg" userId="32564be6-3772-4f77-8099-aa7e4c72ca61" providerId="ADAL" clId="{6FB9437D-0EA2-4AFA-82C3-B8309473C03B}" dt="2025-05-26T10:11:34.585" v="2070"/>
          <ac:spMkLst>
            <pc:docMk/>
            <pc:sldMk cId="1981359122" sldId="281"/>
            <ac:spMk id="8" creationId="{CBD36163-A5AC-55CB-6830-582EC51FCB49}"/>
          </ac:spMkLst>
        </pc:spChg>
        <pc:spChg chg="mod">
          <ac:chgData name="Bart van Eijkelenburg" userId="32564be6-3772-4f77-8099-aa7e4c72ca61" providerId="ADAL" clId="{6FB9437D-0EA2-4AFA-82C3-B8309473C03B}" dt="2025-06-04T13:30:16.435" v="10837" actId="14100"/>
          <ac:spMkLst>
            <pc:docMk/>
            <pc:sldMk cId="1981359122" sldId="281"/>
            <ac:spMk id="45" creationId="{BEF534A4-3058-D620-FF3E-7B5250B3A112}"/>
          </ac:spMkLst>
        </pc:spChg>
        <pc:grpChg chg="add mod">
          <ac:chgData name="Bart van Eijkelenburg" userId="32564be6-3772-4f77-8099-aa7e4c72ca61" providerId="ADAL" clId="{6FB9437D-0EA2-4AFA-82C3-B8309473C03B}" dt="2025-05-26T12:06:04.068" v="2618" actId="1076"/>
          <ac:grpSpMkLst>
            <pc:docMk/>
            <pc:sldMk cId="1981359122" sldId="281"/>
            <ac:grpSpMk id="6" creationId="{F9E8AFC3-0E0C-3473-5BA0-2A8244AD5804}"/>
          </ac:grpSpMkLst>
        </pc:grpChg>
      </pc:sldChg>
      <pc:sldChg chg="addSp delSp modSp add mod">
        <pc:chgData name="Bart van Eijkelenburg" userId="32564be6-3772-4f77-8099-aa7e4c72ca61" providerId="ADAL" clId="{6FB9437D-0EA2-4AFA-82C3-B8309473C03B}" dt="2025-06-04T13:26:45.472" v="10815" actId="6549"/>
        <pc:sldMkLst>
          <pc:docMk/>
          <pc:sldMk cId="3237166045" sldId="282"/>
        </pc:sldMkLst>
        <pc:spChg chg="mod">
          <ac:chgData name="Bart van Eijkelenburg" userId="32564be6-3772-4f77-8099-aa7e4c72ca61" providerId="ADAL" clId="{6FB9437D-0EA2-4AFA-82C3-B8309473C03B}" dt="2025-05-26T12:15:04.297" v="3048" actId="20577"/>
          <ac:spMkLst>
            <pc:docMk/>
            <pc:sldMk cId="3237166045" sldId="282"/>
            <ac:spMk id="2" creationId="{288360EA-7927-29AE-2188-96006C14D774}"/>
          </ac:spMkLst>
        </pc:spChg>
        <pc:spChg chg="add mod ord">
          <ac:chgData name="Bart van Eijkelenburg" userId="32564be6-3772-4f77-8099-aa7e4c72ca61" providerId="ADAL" clId="{6FB9437D-0EA2-4AFA-82C3-B8309473C03B}" dt="2025-05-26T12:11:04.318" v="2847" actId="1076"/>
          <ac:spMkLst>
            <pc:docMk/>
            <pc:sldMk cId="3237166045" sldId="282"/>
            <ac:spMk id="4" creationId="{9C7E91E2-30BB-75A7-2D20-44D8BF32A1E4}"/>
          </ac:spMkLst>
        </pc:spChg>
        <pc:spChg chg="mod">
          <ac:chgData name="Bart van Eijkelenburg" userId="32564be6-3772-4f77-8099-aa7e4c72ca61" providerId="ADAL" clId="{6FB9437D-0EA2-4AFA-82C3-B8309473C03B}" dt="2025-05-26T12:14:54.772" v="3047" actId="20577"/>
          <ac:spMkLst>
            <pc:docMk/>
            <pc:sldMk cId="3237166045" sldId="282"/>
            <ac:spMk id="5" creationId="{0BD30FB3-F36A-5961-D88E-CC93954DAA53}"/>
          </ac:spMkLst>
        </pc:spChg>
        <pc:spChg chg="mod">
          <ac:chgData name="Bart van Eijkelenburg" userId="32564be6-3772-4f77-8099-aa7e4c72ca61" providerId="ADAL" clId="{6FB9437D-0EA2-4AFA-82C3-B8309473C03B}" dt="2025-05-26T12:07:53.523" v="2732" actId="20577"/>
          <ac:spMkLst>
            <pc:docMk/>
            <pc:sldMk cId="3237166045" sldId="282"/>
            <ac:spMk id="7" creationId="{20E92F45-A0A8-6008-6421-F291C84A5599}"/>
          </ac:spMkLst>
        </pc:spChg>
        <pc:spChg chg="add mod">
          <ac:chgData name="Bart van Eijkelenburg" userId="32564be6-3772-4f77-8099-aa7e4c72ca61" providerId="ADAL" clId="{6FB9437D-0EA2-4AFA-82C3-B8309473C03B}" dt="2025-05-26T12:14:42.657" v="3030" actId="13926"/>
          <ac:spMkLst>
            <pc:docMk/>
            <pc:sldMk cId="3237166045" sldId="282"/>
            <ac:spMk id="9" creationId="{26170A11-1C7A-EF7C-D022-5371C2D68375}"/>
          </ac:spMkLst>
        </pc:spChg>
        <pc:spChg chg="mod">
          <ac:chgData name="Bart van Eijkelenburg" userId="32564be6-3772-4f77-8099-aa7e4c72ca61" providerId="ADAL" clId="{6FB9437D-0EA2-4AFA-82C3-B8309473C03B}" dt="2025-06-04T13:26:45.472" v="10815" actId="6549"/>
          <ac:spMkLst>
            <pc:docMk/>
            <pc:sldMk cId="3237166045" sldId="282"/>
            <ac:spMk id="45" creationId="{5E80930F-35AD-58A6-E071-2D3CC95BE362}"/>
          </ac:spMkLst>
        </pc:spChg>
        <pc:grpChg chg="mod">
          <ac:chgData name="Bart van Eijkelenburg" userId="32564be6-3772-4f77-8099-aa7e4c72ca61" providerId="ADAL" clId="{6FB9437D-0EA2-4AFA-82C3-B8309473C03B}" dt="2025-05-26T12:10:15.557" v="2829" actId="1076"/>
          <ac:grpSpMkLst>
            <pc:docMk/>
            <pc:sldMk cId="3237166045" sldId="282"/>
            <ac:grpSpMk id="6" creationId="{FAB0F4B3-61E1-0E7D-1167-DE4FAB1E536F}"/>
          </ac:grpSpMkLst>
        </pc:grpChg>
      </pc:sldChg>
      <pc:sldChg chg="addSp delSp modSp add mod delAnim modAnim">
        <pc:chgData name="Bart van Eijkelenburg" userId="32564be6-3772-4f77-8099-aa7e4c72ca61" providerId="ADAL" clId="{6FB9437D-0EA2-4AFA-82C3-B8309473C03B}" dt="2025-06-04T13:26:53.809" v="10819" actId="6549"/>
        <pc:sldMkLst>
          <pc:docMk/>
          <pc:sldMk cId="96189773" sldId="283"/>
        </pc:sldMkLst>
        <pc:spChg chg="mod">
          <ac:chgData name="Bart van Eijkelenburg" userId="32564be6-3772-4f77-8099-aa7e4c72ca61" providerId="ADAL" clId="{6FB9437D-0EA2-4AFA-82C3-B8309473C03B}" dt="2025-05-26T15:16:37.936" v="4591" actId="20577"/>
          <ac:spMkLst>
            <pc:docMk/>
            <pc:sldMk cId="96189773" sldId="283"/>
            <ac:spMk id="2" creationId="{4CB542E0-807B-680A-ACC9-19BC6B6FA24C}"/>
          </ac:spMkLst>
        </pc:spChg>
        <pc:spChg chg="add mod">
          <ac:chgData name="Bart van Eijkelenburg" userId="32564be6-3772-4f77-8099-aa7e4c72ca61" providerId="ADAL" clId="{6FB9437D-0EA2-4AFA-82C3-B8309473C03B}" dt="2025-05-26T14:58:12.903" v="4159" actId="1076"/>
          <ac:spMkLst>
            <pc:docMk/>
            <pc:sldMk cId="96189773" sldId="283"/>
            <ac:spMk id="10" creationId="{16CAE6F2-0CF9-CFD1-B2B4-01BA5017E28D}"/>
          </ac:spMkLst>
        </pc:spChg>
        <pc:spChg chg="mod">
          <ac:chgData name="Bart van Eijkelenburg" userId="32564be6-3772-4f77-8099-aa7e4c72ca61" providerId="ADAL" clId="{6FB9437D-0EA2-4AFA-82C3-B8309473C03B}" dt="2025-05-26T15:07:35.283" v="4409" actId="404"/>
          <ac:spMkLst>
            <pc:docMk/>
            <pc:sldMk cId="96189773" sldId="283"/>
            <ac:spMk id="12" creationId="{844CB057-B90F-442D-A9E4-208496B60435}"/>
          </ac:spMkLst>
        </pc:spChg>
        <pc:spChg chg="mod">
          <ac:chgData name="Bart van Eijkelenburg" userId="32564be6-3772-4f77-8099-aa7e4c72ca61" providerId="ADAL" clId="{6FB9437D-0EA2-4AFA-82C3-B8309473C03B}" dt="2025-05-26T14:56:49.336" v="4149" actId="3064"/>
          <ac:spMkLst>
            <pc:docMk/>
            <pc:sldMk cId="96189773" sldId="283"/>
            <ac:spMk id="13" creationId="{B17A1452-6330-EA05-7DF6-7293B80F8C23}"/>
          </ac:spMkLst>
        </pc:spChg>
        <pc:spChg chg="add mod">
          <ac:chgData name="Bart van Eijkelenburg" userId="32564be6-3772-4f77-8099-aa7e4c72ca61" providerId="ADAL" clId="{6FB9437D-0EA2-4AFA-82C3-B8309473C03B}" dt="2025-05-26T14:58:04.893" v="4157" actId="13926"/>
          <ac:spMkLst>
            <pc:docMk/>
            <pc:sldMk cId="96189773" sldId="283"/>
            <ac:spMk id="14" creationId="{A48F2CB0-8E82-E543-9B61-0C555FD19384}"/>
          </ac:spMkLst>
        </pc:spChg>
        <pc:spChg chg="mod">
          <ac:chgData name="Bart van Eijkelenburg" userId="32564be6-3772-4f77-8099-aa7e4c72ca61" providerId="ADAL" clId="{6FB9437D-0EA2-4AFA-82C3-B8309473C03B}" dt="2025-05-26T14:56:59.887" v="4150" actId="14100"/>
          <ac:spMkLst>
            <pc:docMk/>
            <pc:sldMk cId="96189773" sldId="283"/>
            <ac:spMk id="18" creationId="{A289A4D4-C610-550E-A291-ACFF789BC2D3}"/>
          </ac:spMkLst>
        </pc:spChg>
        <pc:spChg chg="mod">
          <ac:chgData name="Bart van Eijkelenburg" userId="32564be6-3772-4f77-8099-aa7e4c72ca61" providerId="ADAL" clId="{6FB9437D-0EA2-4AFA-82C3-B8309473C03B}" dt="2025-05-26T14:55:44.003" v="4126" actId="1076"/>
          <ac:spMkLst>
            <pc:docMk/>
            <pc:sldMk cId="96189773" sldId="283"/>
            <ac:spMk id="19" creationId="{2841E666-A575-6F09-CA7C-7A24EB374416}"/>
          </ac:spMkLst>
        </pc:spChg>
        <pc:spChg chg="mod">
          <ac:chgData name="Bart van Eijkelenburg" userId="32564be6-3772-4f77-8099-aa7e4c72ca61" providerId="ADAL" clId="{6FB9437D-0EA2-4AFA-82C3-B8309473C03B}" dt="2025-06-04T13:26:53.809" v="10819" actId="6549"/>
          <ac:spMkLst>
            <pc:docMk/>
            <pc:sldMk cId="96189773" sldId="283"/>
            <ac:spMk id="45" creationId="{C16FC5E3-BE9E-C417-EC47-25EC03B3C77C}"/>
          </ac:spMkLst>
        </pc:spChg>
        <pc:grpChg chg="add mod">
          <ac:chgData name="Bart van Eijkelenburg" userId="32564be6-3772-4f77-8099-aa7e4c72ca61" providerId="ADAL" clId="{6FB9437D-0EA2-4AFA-82C3-B8309473C03B}" dt="2025-05-26T14:57:11.853" v="4151" actId="1076"/>
          <ac:grpSpMkLst>
            <pc:docMk/>
            <pc:sldMk cId="96189773" sldId="283"/>
            <ac:grpSpMk id="11" creationId="{918382F0-0B8D-A1E3-1996-41E59753DA31}"/>
          </ac:grpSpMkLst>
        </pc:grpChg>
        <pc:grpChg chg="add mod">
          <ac:chgData name="Bart van Eijkelenburg" userId="32564be6-3772-4f77-8099-aa7e4c72ca61" providerId="ADAL" clId="{6FB9437D-0EA2-4AFA-82C3-B8309473C03B}" dt="2025-05-26T14:56:13.805" v="4137" actId="1076"/>
          <ac:grpSpMkLst>
            <pc:docMk/>
            <pc:sldMk cId="96189773" sldId="283"/>
            <ac:grpSpMk id="17" creationId="{A4BFD972-EDAB-8AAB-35C5-159232DCD4DB}"/>
          </ac:grpSpMkLst>
        </pc:grpChg>
        <pc:cxnChg chg="add mod">
          <ac:chgData name="Bart van Eijkelenburg" userId="32564be6-3772-4f77-8099-aa7e4c72ca61" providerId="ADAL" clId="{6FB9437D-0EA2-4AFA-82C3-B8309473C03B}" dt="2025-05-26T15:03:08.818" v="4166" actId="13822"/>
          <ac:cxnSpMkLst>
            <pc:docMk/>
            <pc:sldMk cId="96189773" sldId="283"/>
            <ac:cxnSpMk id="23" creationId="{00736D87-B7C3-B432-441B-A9518F0307E7}"/>
          </ac:cxnSpMkLst>
        </pc:cxnChg>
      </pc:sldChg>
      <pc:sldChg chg="addSp modSp add mod ord modAnim">
        <pc:chgData name="Bart van Eijkelenburg" userId="32564be6-3772-4f77-8099-aa7e4c72ca61" providerId="ADAL" clId="{6FB9437D-0EA2-4AFA-82C3-B8309473C03B}" dt="2025-06-04T14:09:59.380" v="11033" actId="20577"/>
        <pc:sldMkLst>
          <pc:docMk/>
          <pc:sldMk cId="2737058968" sldId="284"/>
        </pc:sldMkLst>
        <pc:spChg chg="mod">
          <ac:chgData name="Bart van Eijkelenburg" userId="32564be6-3772-4f77-8099-aa7e4c72ca61" providerId="ADAL" clId="{6FB9437D-0EA2-4AFA-82C3-B8309473C03B}" dt="2025-05-26T15:13:30.962" v="4586" actId="5793"/>
          <ac:spMkLst>
            <pc:docMk/>
            <pc:sldMk cId="2737058968" sldId="284"/>
            <ac:spMk id="2" creationId="{B5F1114A-3DAE-C1DD-09E1-8EBA8E4C8ED3}"/>
          </ac:spMkLst>
        </pc:spChg>
        <pc:spChg chg="mod">
          <ac:chgData name="Bart van Eijkelenburg" userId="32564be6-3772-4f77-8099-aa7e4c72ca61" providerId="ADAL" clId="{6FB9437D-0EA2-4AFA-82C3-B8309473C03B}" dt="2025-05-26T15:11:30.081" v="4483" actId="404"/>
          <ac:spMkLst>
            <pc:docMk/>
            <pc:sldMk cId="2737058968" sldId="284"/>
            <ac:spMk id="5" creationId="{38BAA05E-64B0-CFA1-10D5-930D4EC7C844}"/>
          </ac:spMkLst>
        </pc:spChg>
        <pc:spChg chg="mod">
          <ac:chgData name="Bart van Eijkelenburg" userId="32564be6-3772-4f77-8099-aa7e4c72ca61" providerId="ADAL" clId="{6FB9437D-0EA2-4AFA-82C3-B8309473C03B}" dt="2025-05-26T15:09:29.357" v="4431" actId="13926"/>
          <ac:spMkLst>
            <pc:docMk/>
            <pc:sldMk cId="2737058968" sldId="284"/>
            <ac:spMk id="6" creationId="{5CABA951-5C4B-70B9-DA04-E35FF3244A1E}"/>
          </ac:spMkLst>
        </pc:spChg>
        <pc:spChg chg="mod">
          <ac:chgData name="Bart van Eijkelenburg" userId="32564be6-3772-4f77-8099-aa7e4c72ca61" providerId="ADAL" clId="{6FB9437D-0EA2-4AFA-82C3-B8309473C03B}" dt="2025-05-26T15:07:45.733" v="4410"/>
          <ac:spMkLst>
            <pc:docMk/>
            <pc:sldMk cId="2737058968" sldId="284"/>
            <ac:spMk id="7" creationId="{6B79D04A-8C76-696A-71DA-532D7CEAC17C}"/>
          </ac:spMkLst>
        </pc:spChg>
        <pc:spChg chg="mod">
          <ac:chgData name="Bart van Eijkelenburg" userId="32564be6-3772-4f77-8099-aa7e4c72ca61" providerId="ADAL" clId="{6FB9437D-0EA2-4AFA-82C3-B8309473C03B}" dt="2025-06-04T13:26:48.408" v="10816" actId="6549"/>
          <ac:spMkLst>
            <pc:docMk/>
            <pc:sldMk cId="2737058968" sldId="284"/>
            <ac:spMk id="45" creationId="{12CC9C00-4F46-21DD-9F0C-7C37589B843F}"/>
          </ac:spMkLst>
        </pc:spChg>
        <pc:grpChg chg="add mod">
          <ac:chgData name="Bart van Eijkelenburg" userId="32564be6-3772-4f77-8099-aa7e4c72ca61" providerId="ADAL" clId="{6FB9437D-0EA2-4AFA-82C3-B8309473C03B}" dt="2025-05-26T15:12:50.625" v="4490" actId="14100"/>
          <ac:grpSpMkLst>
            <pc:docMk/>
            <pc:sldMk cId="2737058968" sldId="284"/>
            <ac:grpSpMk id="4" creationId="{8DC05BA3-7E78-81D4-F543-43B0D85F307D}"/>
          </ac:grpSpMkLst>
        </pc:grpChg>
        <pc:graphicFrameChg chg="modGraphic">
          <ac:chgData name="Bart van Eijkelenburg" userId="32564be6-3772-4f77-8099-aa7e4c72ca61" providerId="ADAL" clId="{6FB9437D-0EA2-4AFA-82C3-B8309473C03B}" dt="2025-06-04T14:09:59.380" v="11033" actId="20577"/>
          <ac:graphicFrameMkLst>
            <pc:docMk/>
            <pc:sldMk cId="2737058968" sldId="284"/>
            <ac:graphicFrameMk id="3" creationId="{2BD3C3F0-35C8-D27D-3F99-0D4CBDA5C58E}"/>
          </ac:graphicFrameMkLst>
        </pc:graphicFrameChg>
      </pc:sldChg>
      <pc:sldChg chg="delSp modSp add mod ord delAnim modAnim">
        <pc:chgData name="Bart van Eijkelenburg" userId="32564be6-3772-4f77-8099-aa7e4c72ca61" providerId="ADAL" clId="{6FB9437D-0EA2-4AFA-82C3-B8309473C03B}" dt="2025-06-04T13:27:02.790" v="10822" actId="6549"/>
        <pc:sldMkLst>
          <pc:docMk/>
          <pc:sldMk cId="2676368011" sldId="285"/>
        </pc:sldMkLst>
        <pc:spChg chg="mod">
          <ac:chgData name="Bart van Eijkelenburg" userId="32564be6-3772-4f77-8099-aa7e4c72ca61" providerId="ADAL" clId="{6FB9437D-0EA2-4AFA-82C3-B8309473C03B}" dt="2025-06-02T08:17:49.506" v="5999" actId="20577"/>
          <ac:spMkLst>
            <pc:docMk/>
            <pc:sldMk cId="2676368011" sldId="285"/>
            <ac:spMk id="2" creationId="{7DBD2BAC-6F06-D803-9223-B69ECB13D256}"/>
          </ac:spMkLst>
        </pc:spChg>
        <pc:spChg chg="mod">
          <ac:chgData name="Bart van Eijkelenburg" userId="32564be6-3772-4f77-8099-aa7e4c72ca61" providerId="ADAL" clId="{6FB9437D-0EA2-4AFA-82C3-B8309473C03B}" dt="2025-05-27T08:34:26.037" v="5651" actId="1076"/>
          <ac:spMkLst>
            <pc:docMk/>
            <pc:sldMk cId="2676368011" sldId="285"/>
            <ac:spMk id="4" creationId="{6DEBDC08-AD83-F0D5-5797-15C8ED06723D}"/>
          </ac:spMkLst>
        </pc:spChg>
        <pc:spChg chg="mod">
          <ac:chgData name="Bart van Eijkelenburg" userId="32564be6-3772-4f77-8099-aa7e4c72ca61" providerId="ADAL" clId="{6FB9437D-0EA2-4AFA-82C3-B8309473C03B}" dt="2025-06-04T13:27:02.790" v="10822" actId="6549"/>
          <ac:spMkLst>
            <pc:docMk/>
            <pc:sldMk cId="2676368011" sldId="285"/>
            <ac:spMk id="45" creationId="{D0C1C6E7-110A-7E45-B243-88CCA7B1B294}"/>
          </ac:spMkLst>
        </pc:spChg>
      </pc:sldChg>
      <pc:sldChg chg="addSp delSp modSp add mod modAnim">
        <pc:chgData name="Bart van Eijkelenburg" userId="32564be6-3772-4f77-8099-aa7e4c72ca61" providerId="ADAL" clId="{6FB9437D-0EA2-4AFA-82C3-B8309473C03B}" dt="2025-06-04T13:26:58.888" v="10821" actId="478"/>
        <pc:sldMkLst>
          <pc:docMk/>
          <pc:sldMk cId="1754167898" sldId="313"/>
        </pc:sldMkLst>
        <pc:spChg chg="add mod">
          <ac:chgData name="Bart van Eijkelenburg" userId="32564be6-3772-4f77-8099-aa7e4c72ca61" providerId="ADAL" clId="{6FB9437D-0EA2-4AFA-82C3-B8309473C03B}" dt="2025-06-03T10:54:27.748" v="7884" actId="1076"/>
          <ac:spMkLst>
            <pc:docMk/>
            <pc:sldMk cId="1754167898" sldId="313"/>
            <ac:spMk id="2" creationId="{33921C2C-D025-1202-ECB2-B58D49CB3DAD}"/>
          </ac:spMkLst>
        </pc:spChg>
        <pc:spChg chg="mod">
          <ac:chgData name="Bart van Eijkelenburg" userId="32564be6-3772-4f77-8099-aa7e4c72ca61" providerId="ADAL" clId="{6FB9437D-0EA2-4AFA-82C3-B8309473C03B}" dt="2025-06-04T08:09:17.703" v="8576" actId="1076"/>
          <ac:spMkLst>
            <pc:docMk/>
            <pc:sldMk cId="1754167898" sldId="313"/>
            <ac:spMk id="7" creationId="{368AE0A6-E369-C12D-DD01-6F0EB87C8BC8}"/>
          </ac:spMkLst>
        </pc:spChg>
        <pc:spChg chg="add del mod">
          <ac:chgData name="Bart van Eijkelenburg" userId="32564be6-3772-4f77-8099-aa7e4c72ca61" providerId="ADAL" clId="{6FB9437D-0EA2-4AFA-82C3-B8309473C03B}" dt="2025-06-04T13:26:58.888" v="10821" actId="478"/>
          <ac:spMkLst>
            <pc:docMk/>
            <pc:sldMk cId="1754167898" sldId="313"/>
            <ac:spMk id="17" creationId="{5870E4F7-555D-D9A1-54EA-E9A6F23F4837}"/>
          </ac:spMkLst>
        </pc:spChg>
      </pc:sldChg>
      <pc:sldChg chg="addSp modSp add mod modAnim">
        <pc:chgData name="Bart van Eijkelenburg" userId="32564be6-3772-4f77-8099-aa7e4c72ca61" providerId="ADAL" clId="{6FB9437D-0EA2-4AFA-82C3-B8309473C03B}" dt="2025-06-04T13:27:05.219" v="10823" actId="6549"/>
        <pc:sldMkLst>
          <pc:docMk/>
          <pc:sldMk cId="3177027271" sldId="314"/>
        </pc:sldMkLst>
        <pc:spChg chg="mod">
          <ac:chgData name="Bart van Eijkelenburg" userId="32564be6-3772-4f77-8099-aa7e4c72ca61" providerId="ADAL" clId="{6FB9437D-0EA2-4AFA-82C3-B8309473C03B}" dt="2025-06-02T08:17:21.910" v="5973" actId="6549"/>
          <ac:spMkLst>
            <pc:docMk/>
            <pc:sldMk cId="3177027271" sldId="314"/>
            <ac:spMk id="2" creationId="{39231223-0F81-64FF-C72B-93B2DA4FD47E}"/>
          </ac:spMkLst>
        </pc:spChg>
        <pc:spChg chg="mod">
          <ac:chgData name="Bart van Eijkelenburg" userId="32564be6-3772-4f77-8099-aa7e4c72ca61" providerId="ADAL" clId="{6FB9437D-0EA2-4AFA-82C3-B8309473C03B}" dt="2025-05-27T08:47:40.696" v="5904" actId="20577"/>
          <ac:spMkLst>
            <pc:docMk/>
            <pc:sldMk cId="3177027271" sldId="314"/>
            <ac:spMk id="4" creationId="{57A2CB49-78D5-E265-997A-745846DC5832}"/>
          </ac:spMkLst>
        </pc:spChg>
        <pc:spChg chg="mod">
          <ac:chgData name="Bart van Eijkelenburg" userId="32564be6-3772-4f77-8099-aa7e4c72ca61" providerId="ADAL" clId="{6FB9437D-0EA2-4AFA-82C3-B8309473C03B}" dt="2025-06-04T08:11:05.460" v="8581" actId="255"/>
          <ac:spMkLst>
            <pc:docMk/>
            <pc:sldMk cId="3177027271" sldId="314"/>
            <ac:spMk id="5" creationId="{00F3E139-43F3-2A1F-FC44-0B41494FEFEB}"/>
          </ac:spMkLst>
        </pc:spChg>
        <pc:spChg chg="mod">
          <ac:chgData name="Bart van Eijkelenburg" userId="32564be6-3772-4f77-8099-aa7e4c72ca61" providerId="ADAL" clId="{6FB9437D-0EA2-4AFA-82C3-B8309473C03B}" dt="2025-05-27T08:36:42.949" v="5770"/>
          <ac:spMkLst>
            <pc:docMk/>
            <pc:sldMk cId="3177027271" sldId="314"/>
            <ac:spMk id="6" creationId="{D5B098E2-DD50-68BD-34D9-126D2FC15C59}"/>
          </ac:spMkLst>
        </pc:spChg>
        <pc:spChg chg="mod">
          <ac:chgData name="Bart van Eijkelenburg" userId="32564be6-3772-4f77-8099-aa7e4c72ca61" providerId="ADAL" clId="{6FB9437D-0EA2-4AFA-82C3-B8309473C03B}" dt="2025-06-04T13:27:05.219" v="10823" actId="6549"/>
          <ac:spMkLst>
            <pc:docMk/>
            <pc:sldMk cId="3177027271" sldId="314"/>
            <ac:spMk id="45" creationId="{1EFCF128-32E0-4F67-A755-317ADC636B08}"/>
          </ac:spMkLst>
        </pc:spChg>
        <pc:grpChg chg="add mod">
          <ac:chgData name="Bart van Eijkelenburg" userId="32564be6-3772-4f77-8099-aa7e4c72ca61" providerId="ADAL" clId="{6FB9437D-0EA2-4AFA-82C3-B8309473C03B}" dt="2025-05-27T08:48:12.868" v="5958" actId="1076"/>
          <ac:grpSpMkLst>
            <pc:docMk/>
            <pc:sldMk cId="3177027271" sldId="314"/>
            <ac:grpSpMk id="3" creationId="{98287D51-87CB-0AFC-DB84-8D8ADCA2E4F0}"/>
          </ac:grpSpMkLst>
        </pc:grpChg>
      </pc:sldChg>
      <pc:sldChg chg="addSp delSp modSp add mod delAnim modAnim">
        <pc:chgData name="Bart van Eijkelenburg" userId="32564be6-3772-4f77-8099-aa7e4c72ca61" providerId="ADAL" clId="{6FB9437D-0EA2-4AFA-82C3-B8309473C03B}" dt="2025-06-04T14:11:06.180" v="11039" actId="20577"/>
        <pc:sldMkLst>
          <pc:docMk/>
          <pc:sldMk cId="1042300131" sldId="315"/>
        </pc:sldMkLst>
        <pc:spChg chg="mod">
          <ac:chgData name="Bart van Eijkelenburg" userId="32564be6-3772-4f77-8099-aa7e4c72ca61" providerId="ADAL" clId="{6FB9437D-0EA2-4AFA-82C3-B8309473C03B}" dt="2025-05-27T08:48:08.548" v="5957"/>
          <ac:spMkLst>
            <pc:docMk/>
            <pc:sldMk cId="1042300131" sldId="315"/>
            <ac:spMk id="2" creationId="{E72CBF27-3E42-AD74-CF80-83B9A5179248}"/>
          </ac:spMkLst>
        </pc:spChg>
        <pc:spChg chg="mod">
          <ac:chgData name="Bart van Eijkelenburg" userId="32564be6-3772-4f77-8099-aa7e4c72ca61" providerId="ADAL" clId="{6FB9437D-0EA2-4AFA-82C3-B8309473C03B}" dt="2025-06-02T08:27:36.351" v="6533" actId="108"/>
          <ac:spMkLst>
            <pc:docMk/>
            <pc:sldMk cId="1042300131" sldId="315"/>
            <ac:spMk id="4" creationId="{E11A3A80-22DB-D426-BE0D-A803D7839921}"/>
          </ac:spMkLst>
        </pc:spChg>
        <pc:spChg chg="add mod">
          <ac:chgData name="Bart van Eijkelenburg" userId="32564be6-3772-4f77-8099-aa7e4c72ca61" providerId="ADAL" clId="{6FB9437D-0EA2-4AFA-82C3-B8309473C03B}" dt="2025-06-04T14:11:06.180" v="11039" actId="20577"/>
          <ac:spMkLst>
            <pc:docMk/>
            <pc:sldMk cId="1042300131" sldId="315"/>
            <ac:spMk id="5" creationId="{7C3FB7E8-FE35-D4D1-05C2-E6F38C9E9678}"/>
          </ac:spMkLst>
        </pc:spChg>
        <pc:spChg chg="mod">
          <ac:chgData name="Bart van Eijkelenburg" userId="32564be6-3772-4f77-8099-aa7e4c72ca61" providerId="ADAL" clId="{6FB9437D-0EA2-4AFA-82C3-B8309473C03B}" dt="2025-06-02T08:32:36.992" v="6597" actId="207"/>
          <ac:spMkLst>
            <pc:docMk/>
            <pc:sldMk cId="1042300131" sldId="315"/>
            <ac:spMk id="7" creationId="{432093B8-FF7F-7184-0D3B-619AD02AC552}"/>
          </ac:spMkLst>
        </pc:spChg>
        <pc:spChg chg="mod">
          <ac:chgData name="Bart van Eijkelenburg" userId="32564be6-3772-4f77-8099-aa7e4c72ca61" providerId="ADAL" clId="{6FB9437D-0EA2-4AFA-82C3-B8309473C03B}" dt="2025-06-02T08:31:06.328" v="6537"/>
          <ac:spMkLst>
            <pc:docMk/>
            <pc:sldMk cId="1042300131" sldId="315"/>
            <ac:spMk id="8" creationId="{20C7A8F9-58B8-3F11-50CA-8A60BCA1D6AA}"/>
          </ac:spMkLst>
        </pc:spChg>
        <pc:spChg chg="mod">
          <ac:chgData name="Bart van Eijkelenburg" userId="32564be6-3772-4f77-8099-aa7e4c72ca61" providerId="ADAL" clId="{6FB9437D-0EA2-4AFA-82C3-B8309473C03B}" dt="2025-06-04T13:27:07.978" v="10824" actId="6549"/>
          <ac:spMkLst>
            <pc:docMk/>
            <pc:sldMk cId="1042300131" sldId="315"/>
            <ac:spMk id="45" creationId="{309B68AF-9CDF-0588-9491-23A30ADA198B}"/>
          </ac:spMkLst>
        </pc:spChg>
        <pc:grpChg chg="add mod">
          <ac:chgData name="Bart van Eijkelenburg" userId="32564be6-3772-4f77-8099-aa7e4c72ca61" providerId="ADAL" clId="{6FB9437D-0EA2-4AFA-82C3-B8309473C03B}" dt="2025-06-02T08:32:43.247" v="6598" actId="1076"/>
          <ac:grpSpMkLst>
            <pc:docMk/>
            <pc:sldMk cId="1042300131" sldId="315"/>
            <ac:grpSpMk id="6" creationId="{6D19D4E6-C598-C7D1-8262-F191FFFAD3EE}"/>
          </ac:grpSpMkLst>
        </pc:grpChg>
      </pc:sldChg>
      <pc:sldChg chg="addSp delSp modSp add del mod ord">
        <pc:chgData name="Bart van Eijkelenburg" userId="32564be6-3772-4f77-8099-aa7e4c72ca61" providerId="ADAL" clId="{6FB9437D-0EA2-4AFA-82C3-B8309473C03B}" dt="2025-06-04T07:22:28.436" v="8205" actId="2696"/>
        <pc:sldMkLst>
          <pc:docMk/>
          <pc:sldMk cId="2609835098" sldId="316"/>
        </pc:sldMkLst>
      </pc:sldChg>
      <pc:sldChg chg="addSp delSp modSp add mod ord delAnim modAnim">
        <pc:chgData name="Bart van Eijkelenburg" userId="32564be6-3772-4f77-8099-aa7e4c72ca61" providerId="ADAL" clId="{6FB9437D-0EA2-4AFA-82C3-B8309473C03B}" dt="2025-06-04T13:27:15.568" v="10826" actId="6549"/>
        <pc:sldMkLst>
          <pc:docMk/>
          <pc:sldMk cId="825824302" sldId="317"/>
        </pc:sldMkLst>
        <pc:spChg chg="mod">
          <ac:chgData name="Bart van Eijkelenburg" userId="32564be6-3772-4f77-8099-aa7e4c72ca61" providerId="ADAL" clId="{6FB9437D-0EA2-4AFA-82C3-B8309473C03B}" dt="2025-06-02T08:56:43.265" v="7672" actId="20577"/>
          <ac:spMkLst>
            <pc:docMk/>
            <pc:sldMk cId="825824302" sldId="317"/>
            <ac:spMk id="2" creationId="{9CCA003B-2949-EFE3-F14D-2B7323EA4D0A}"/>
          </ac:spMkLst>
        </pc:spChg>
        <pc:spChg chg="mod">
          <ac:chgData name="Bart van Eijkelenburg" userId="32564be6-3772-4f77-8099-aa7e4c72ca61" providerId="ADAL" clId="{6FB9437D-0EA2-4AFA-82C3-B8309473C03B}" dt="2025-06-02T08:57:59.719" v="7768" actId="20577"/>
          <ac:spMkLst>
            <pc:docMk/>
            <pc:sldMk cId="825824302" sldId="317"/>
            <ac:spMk id="4" creationId="{34BEDD00-620A-5E66-FD02-85B54443D78B}"/>
          </ac:spMkLst>
        </pc:spChg>
        <pc:spChg chg="mod">
          <ac:chgData name="Bart van Eijkelenburg" userId="32564be6-3772-4f77-8099-aa7e4c72ca61" providerId="ADAL" clId="{6FB9437D-0EA2-4AFA-82C3-B8309473C03B}" dt="2025-06-02T08:59:08.011" v="7796" actId="14100"/>
          <ac:spMkLst>
            <pc:docMk/>
            <pc:sldMk cId="825824302" sldId="317"/>
            <ac:spMk id="5" creationId="{254549B3-C176-9E63-2CD0-AEA1196213F6}"/>
          </ac:spMkLst>
        </pc:spChg>
        <pc:spChg chg="mod">
          <ac:chgData name="Bart van Eijkelenburg" userId="32564be6-3772-4f77-8099-aa7e4c72ca61" providerId="ADAL" clId="{6FB9437D-0EA2-4AFA-82C3-B8309473C03B}" dt="2025-06-02T08:45:26.223" v="6852"/>
          <ac:spMkLst>
            <pc:docMk/>
            <pc:sldMk cId="825824302" sldId="317"/>
            <ac:spMk id="6" creationId="{D68CDC67-B234-2E14-58FD-F1D13598CAE9}"/>
          </ac:spMkLst>
        </pc:spChg>
        <pc:spChg chg="add mod">
          <ac:chgData name="Bart van Eijkelenburg" userId="32564be6-3772-4f77-8099-aa7e4c72ca61" providerId="ADAL" clId="{6FB9437D-0EA2-4AFA-82C3-B8309473C03B}" dt="2025-06-02T09:52:57.738" v="7809" actId="14100"/>
          <ac:spMkLst>
            <pc:docMk/>
            <pc:sldMk cId="825824302" sldId="317"/>
            <ac:spMk id="9" creationId="{C506304C-409B-99A4-8FFE-29AB74EE445C}"/>
          </ac:spMkLst>
        </pc:spChg>
        <pc:spChg chg="mod">
          <ac:chgData name="Bart van Eijkelenburg" userId="32564be6-3772-4f77-8099-aa7e4c72ca61" providerId="ADAL" clId="{6FB9437D-0EA2-4AFA-82C3-B8309473C03B}" dt="2025-06-04T13:27:15.568" v="10826" actId="6549"/>
          <ac:spMkLst>
            <pc:docMk/>
            <pc:sldMk cId="825824302" sldId="317"/>
            <ac:spMk id="45" creationId="{50C3DA66-A4F2-083E-CDB9-33F5870C81CF}"/>
          </ac:spMkLst>
        </pc:spChg>
        <pc:grpChg chg="add mod">
          <ac:chgData name="Bart van Eijkelenburg" userId="32564be6-3772-4f77-8099-aa7e4c72ca61" providerId="ADAL" clId="{6FB9437D-0EA2-4AFA-82C3-B8309473C03B}" dt="2025-06-02T08:59:10.003" v="7797" actId="1076"/>
          <ac:grpSpMkLst>
            <pc:docMk/>
            <pc:sldMk cId="825824302" sldId="317"/>
            <ac:grpSpMk id="3" creationId="{138B34F3-7E45-F142-B49A-70A2349CF3D6}"/>
          </ac:grpSpMkLst>
        </pc:grpChg>
      </pc:sldChg>
      <pc:sldChg chg="modSp add mod">
        <pc:chgData name="Bart van Eijkelenburg" userId="32564be6-3772-4f77-8099-aa7e4c72ca61" providerId="ADAL" clId="{6FB9437D-0EA2-4AFA-82C3-B8309473C03B}" dt="2025-06-04T13:27:12.976" v="10825" actId="6549"/>
        <pc:sldMkLst>
          <pc:docMk/>
          <pc:sldMk cId="1008263880" sldId="318"/>
        </pc:sldMkLst>
        <pc:spChg chg="mod">
          <ac:chgData name="Bart van Eijkelenburg" userId="32564be6-3772-4f77-8099-aa7e4c72ca61" providerId="ADAL" clId="{6FB9437D-0EA2-4AFA-82C3-B8309473C03B}" dt="2025-06-02T08:56:19.654" v="7611" actId="20577"/>
          <ac:spMkLst>
            <pc:docMk/>
            <pc:sldMk cId="1008263880" sldId="318"/>
            <ac:spMk id="2" creationId="{F0AEDD38-ACA6-45D9-0C8D-01CBA61071B8}"/>
          </ac:spMkLst>
        </pc:spChg>
        <pc:spChg chg="mod">
          <ac:chgData name="Bart van Eijkelenburg" userId="32564be6-3772-4f77-8099-aa7e4c72ca61" providerId="ADAL" clId="{6FB9437D-0EA2-4AFA-82C3-B8309473C03B}" dt="2025-06-04T13:27:12.976" v="10825" actId="6549"/>
          <ac:spMkLst>
            <pc:docMk/>
            <pc:sldMk cId="1008263880" sldId="318"/>
            <ac:spMk id="45" creationId="{4152166B-BC28-BB5E-9D1C-5860676CA4CC}"/>
          </ac:spMkLst>
        </pc:spChg>
      </pc:sldChg>
      <pc:sldChg chg="add ord">
        <pc:chgData name="Bart van Eijkelenburg" userId="32564be6-3772-4f77-8099-aa7e4c72ca61" providerId="ADAL" clId="{6FB9437D-0EA2-4AFA-82C3-B8309473C03B}" dt="2025-06-03T09:42:12.699" v="7813"/>
        <pc:sldMkLst>
          <pc:docMk/>
          <pc:sldMk cId="2819403296" sldId="319"/>
        </pc:sldMkLst>
      </pc:sldChg>
      <pc:sldChg chg="delSp modSp add mod">
        <pc:chgData name="Bart van Eijkelenburg" userId="32564be6-3772-4f77-8099-aa7e4c72ca61" providerId="ADAL" clId="{6FB9437D-0EA2-4AFA-82C3-B8309473C03B}" dt="2025-06-04T08:05:54.673" v="8570" actId="20577"/>
        <pc:sldMkLst>
          <pc:docMk/>
          <pc:sldMk cId="3944363399" sldId="320"/>
        </pc:sldMkLst>
        <pc:spChg chg="mod">
          <ac:chgData name="Bart van Eijkelenburg" userId="32564be6-3772-4f77-8099-aa7e4c72ca61" providerId="ADAL" clId="{6FB9437D-0EA2-4AFA-82C3-B8309473C03B}" dt="2025-06-04T08:05:54.673" v="8570" actId="20577"/>
          <ac:spMkLst>
            <pc:docMk/>
            <pc:sldMk cId="3944363399" sldId="320"/>
            <ac:spMk id="7" creationId="{034D0F83-AADF-ACF8-DC14-8AEEF1E8D947}"/>
          </ac:spMkLst>
        </pc:spChg>
      </pc:sldChg>
      <pc:sldChg chg="addSp delSp modSp add mod ord delAnim">
        <pc:chgData name="Bart van Eijkelenburg" userId="32564be6-3772-4f77-8099-aa7e4c72ca61" providerId="ADAL" clId="{6FB9437D-0EA2-4AFA-82C3-B8309473C03B}" dt="2025-06-04T14:26:59.613" v="12121" actId="6549"/>
        <pc:sldMkLst>
          <pc:docMk/>
          <pc:sldMk cId="3171556074" sldId="321"/>
        </pc:sldMkLst>
        <pc:spChg chg="add del mod ord">
          <ac:chgData name="Bart van Eijkelenburg" userId="32564be6-3772-4f77-8099-aa7e4c72ca61" providerId="ADAL" clId="{6FB9437D-0EA2-4AFA-82C3-B8309473C03B}" dt="2025-06-04T14:26:59.613" v="12121" actId="6549"/>
          <ac:spMkLst>
            <pc:docMk/>
            <pc:sldMk cId="3171556074" sldId="321"/>
            <ac:spMk id="2" creationId="{82DAD363-4DD1-BDD0-B4AF-F584388C3719}"/>
          </ac:spMkLst>
        </pc:spChg>
        <pc:spChg chg="mod">
          <ac:chgData name="Bart van Eijkelenburg" userId="32564be6-3772-4f77-8099-aa7e4c72ca61" providerId="ADAL" clId="{6FB9437D-0EA2-4AFA-82C3-B8309473C03B}" dt="2025-06-04T13:27:19.954" v="10827" actId="6549"/>
          <ac:spMkLst>
            <pc:docMk/>
            <pc:sldMk cId="3171556074" sldId="321"/>
            <ac:spMk id="45" creationId="{029EA5D0-17EA-7B65-AB8A-0040ED862FB1}"/>
          </ac:spMkLst>
        </pc:spChg>
      </pc:sldChg>
      <pc:sldChg chg="addSp delSp modSp add mod modAnim">
        <pc:chgData name="Bart van Eijkelenburg" userId="32564be6-3772-4f77-8099-aa7e4c72ca61" providerId="ADAL" clId="{6FB9437D-0EA2-4AFA-82C3-B8309473C03B}" dt="2025-06-04T14:26:25.112" v="12043" actId="403"/>
        <pc:sldMkLst>
          <pc:docMk/>
          <pc:sldMk cId="968757413" sldId="322"/>
        </pc:sldMkLst>
        <pc:spChg chg="mod">
          <ac:chgData name="Bart van Eijkelenburg" userId="32564be6-3772-4f77-8099-aa7e4c72ca61" providerId="ADAL" clId="{6FB9437D-0EA2-4AFA-82C3-B8309473C03B}" dt="2025-06-04T14:26:08.625" v="12037" actId="403"/>
          <ac:spMkLst>
            <pc:docMk/>
            <pc:sldMk cId="968757413" sldId="322"/>
            <ac:spMk id="2" creationId="{5795B644-9AFE-228E-639A-59F2A969DB26}"/>
          </ac:spMkLst>
        </pc:spChg>
        <pc:spChg chg="add mod">
          <ac:chgData name="Bart van Eijkelenburg" userId="32564be6-3772-4f77-8099-aa7e4c72ca61" providerId="ADAL" clId="{6FB9437D-0EA2-4AFA-82C3-B8309473C03B}" dt="2025-06-04T13:23:41.415" v="10786" actId="108"/>
          <ac:spMkLst>
            <pc:docMk/>
            <pc:sldMk cId="968757413" sldId="322"/>
            <ac:spMk id="3" creationId="{DCC72535-DA13-AB59-7178-93108E1F6CC8}"/>
          </ac:spMkLst>
        </pc:spChg>
        <pc:spChg chg="add mod">
          <ac:chgData name="Bart van Eijkelenburg" userId="32564be6-3772-4f77-8099-aa7e4c72ca61" providerId="ADAL" clId="{6FB9437D-0EA2-4AFA-82C3-B8309473C03B}" dt="2025-06-04T14:26:25.112" v="12043" actId="403"/>
          <ac:spMkLst>
            <pc:docMk/>
            <pc:sldMk cId="968757413" sldId="322"/>
            <ac:spMk id="4" creationId="{25F926C5-CCC9-66E9-C6E3-3811BB87B5DD}"/>
          </ac:spMkLst>
        </pc:spChg>
        <pc:spChg chg="add mod">
          <ac:chgData name="Bart van Eijkelenburg" userId="32564be6-3772-4f77-8099-aa7e4c72ca61" providerId="ADAL" clId="{6FB9437D-0EA2-4AFA-82C3-B8309473C03B}" dt="2025-06-04T08:49:06.973" v="9380" actId="1036"/>
          <ac:spMkLst>
            <pc:docMk/>
            <pc:sldMk cId="968757413" sldId="322"/>
            <ac:spMk id="5" creationId="{3B5A42BB-1D72-8E61-9AEA-CDCBC8CF879E}"/>
          </ac:spMkLst>
        </pc:spChg>
        <pc:spChg chg="add mod">
          <ac:chgData name="Bart van Eijkelenburg" userId="32564be6-3772-4f77-8099-aa7e4c72ca61" providerId="ADAL" clId="{6FB9437D-0EA2-4AFA-82C3-B8309473C03B}" dt="2025-06-04T14:26:24.726" v="12042" actId="403"/>
          <ac:spMkLst>
            <pc:docMk/>
            <pc:sldMk cId="968757413" sldId="322"/>
            <ac:spMk id="6" creationId="{D16CEE8F-204F-309D-4E20-B5FB723BD63F}"/>
          </ac:spMkLst>
        </pc:spChg>
        <pc:spChg chg="add mod">
          <ac:chgData name="Bart van Eijkelenburg" userId="32564be6-3772-4f77-8099-aa7e4c72ca61" providerId="ADAL" clId="{6FB9437D-0EA2-4AFA-82C3-B8309473C03B}" dt="2025-06-04T08:51:09.018" v="9504" actId="1037"/>
          <ac:spMkLst>
            <pc:docMk/>
            <pc:sldMk cId="968757413" sldId="322"/>
            <ac:spMk id="7" creationId="{9B69971E-583F-4824-0624-EA43A31C2C50}"/>
          </ac:spMkLst>
        </pc:spChg>
        <pc:spChg chg="mod">
          <ac:chgData name="Bart van Eijkelenburg" userId="32564be6-3772-4f77-8099-aa7e4c72ca61" providerId="ADAL" clId="{6FB9437D-0EA2-4AFA-82C3-B8309473C03B}" dt="2025-06-04T13:27:22.420" v="10828" actId="6549"/>
          <ac:spMkLst>
            <pc:docMk/>
            <pc:sldMk cId="968757413" sldId="322"/>
            <ac:spMk id="45" creationId="{606492E6-7FBF-E14E-A11E-4FECE0C4A489}"/>
          </ac:spMkLst>
        </pc:spChg>
      </pc:sldChg>
      <pc:sldChg chg="addSp delSp modSp add mod modAnim">
        <pc:chgData name="Bart van Eijkelenburg" userId="32564be6-3772-4f77-8099-aa7e4c72ca61" providerId="ADAL" clId="{6FB9437D-0EA2-4AFA-82C3-B8309473C03B}" dt="2025-06-04T14:33:56.283" v="12295" actId="478"/>
        <pc:sldMkLst>
          <pc:docMk/>
          <pc:sldMk cId="98746095" sldId="323"/>
        </pc:sldMkLst>
        <pc:spChg chg="add mod">
          <ac:chgData name="Bart van Eijkelenburg" userId="32564be6-3772-4f77-8099-aa7e4c72ca61" providerId="ADAL" clId="{6FB9437D-0EA2-4AFA-82C3-B8309473C03B}" dt="2025-06-04T14:28:23.892" v="12130" actId="1076"/>
          <ac:spMkLst>
            <pc:docMk/>
            <pc:sldMk cId="98746095" sldId="323"/>
            <ac:spMk id="3" creationId="{5171C35C-FA40-2660-FD6A-7B571C765D13}"/>
          </ac:spMkLst>
        </pc:spChg>
        <pc:spChg chg="add mod">
          <ac:chgData name="Bart van Eijkelenburg" userId="32564be6-3772-4f77-8099-aa7e4c72ca61" providerId="ADAL" clId="{6FB9437D-0EA2-4AFA-82C3-B8309473C03B}" dt="2025-06-04T14:31:39.348" v="12227"/>
          <ac:spMkLst>
            <pc:docMk/>
            <pc:sldMk cId="98746095" sldId="323"/>
            <ac:spMk id="4" creationId="{DBF0EA45-46EE-FF8A-6F17-002FAF57EB2C}"/>
          </ac:spMkLst>
        </pc:spChg>
        <pc:spChg chg="mod">
          <ac:chgData name="Bart van Eijkelenburg" userId="32564be6-3772-4f77-8099-aa7e4c72ca61" providerId="ADAL" clId="{6FB9437D-0EA2-4AFA-82C3-B8309473C03B}" dt="2025-06-04T14:30:17.021" v="12215"/>
          <ac:spMkLst>
            <pc:docMk/>
            <pc:sldMk cId="98746095" sldId="323"/>
            <ac:spMk id="6" creationId="{E0DD721D-30B7-5AEA-F4EE-FE3BD4E6AF28}"/>
          </ac:spMkLst>
        </pc:spChg>
        <pc:spChg chg="mod">
          <ac:chgData name="Bart van Eijkelenburg" userId="32564be6-3772-4f77-8099-aa7e4c72ca61" providerId="ADAL" clId="{6FB9437D-0EA2-4AFA-82C3-B8309473C03B}" dt="2025-06-04T13:46:21.781" v="10931"/>
          <ac:spMkLst>
            <pc:docMk/>
            <pc:sldMk cId="98746095" sldId="323"/>
            <ac:spMk id="7" creationId="{0457B99C-A02B-4786-2054-F97301A355BF}"/>
          </ac:spMkLst>
        </pc:spChg>
        <pc:spChg chg="mod">
          <ac:chgData name="Bart van Eijkelenburg" userId="32564be6-3772-4f77-8099-aa7e4c72ca61" providerId="ADAL" clId="{6FB9437D-0EA2-4AFA-82C3-B8309473C03B}" dt="2025-06-04T13:50:22.190" v="11026" actId="20577"/>
          <ac:spMkLst>
            <pc:docMk/>
            <pc:sldMk cId="98746095" sldId="323"/>
            <ac:spMk id="17" creationId="{2E2DC368-8112-50C2-1BE4-D31ABF3BA2D7}"/>
          </ac:spMkLst>
        </pc:spChg>
        <pc:spChg chg="mod">
          <ac:chgData name="Bart van Eijkelenburg" userId="32564be6-3772-4f77-8099-aa7e4c72ca61" providerId="ADAL" clId="{6FB9437D-0EA2-4AFA-82C3-B8309473C03B}" dt="2025-06-04T14:33:37.655" v="12293" actId="6549"/>
          <ac:spMkLst>
            <pc:docMk/>
            <pc:sldMk cId="98746095" sldId="323"/>
            <ac:spMk id="27" creationId="{2F089670-B393-7EBE-3CDD-1E707E266E68}"/>
          </ac:spMkLst>
        </pc:spChg>
        <pc:grpChg chg="add mod">
          <ac:chgData name="Bart van Eijkelenburg" userId="32564be6-3772-4f77-8099-aa7e4c72ca61" providerId="ADAL" clId="{6FB9437D-0EA2-4AFA-82C3-B8309473C03B}" dt="2025-06-04T14:31:45.827" v="12228" actId="1076"/>
          <ac:grpSpMkLst>
            <pc:docMk/>
            <pc:sldMk cId="98746095" sldId="323"/>
            <ac:grpSpMk id="5" creationId="{D4DF3310-284B-104B-3472-565F9E20330F}"/>
          </ac:grpSpMkLst>
        </pc:grpChg>
        <pc:graphicFrameChg chg="add mod modGraphic">
          <ac:chgData name="Bart van Eijkelenburg" userId="32564be6-3772-4f77-8099-aa7e4c72ca61" providerId="ADAL" clId="{6FB9437D-0EA2-4AFA-82C3-B8309473C03B}" dt="2025-06-04T14:33:44.883" v="12294" actId="1076"/>
          <ac:graphicFrameMkLst>
            <pc:docMk/>
            <pc:sldMk cId="98746095" sldId="323"/>
            <ac:graphicFrameMk id="2" creationId="{BA65D296-68A5-FFC5-C216-0A1E4D4CC013}"/>
          </ac:graphicFrameMkLst>
        </pc:graphicFrameChg>
      </pc:sldChg>
      <pc:sldChg chg="addSp modSp add mod modAnim">
        <pc:chgData name="Bart van Eijkelenburg" userId="32564be6-3772-4f77-8099-aa7e4c72ca61" providerId="ADAL" clId="{6FB9437D-0EA2-4AFA-82C3-B8309473C03B}" dt="2025-06-04T14:07:20.754" v="11029"/>
        <pc:sldMkLst>
          <pc:docMk/>
          <pc:sldMk cId="4172447374" sldId="324"/>
        </pc:sldMkLst>
        <pc:spChg chg="mod">
          <ac:chgData name="Bart van Eijkelenburg" userId="32564be6-3772-4f77-8099-aa7e4c72ca61" providerId="ADAL" clId="{6FB9437D-0EA2-4AFA-82C3-B8309473C03B}" dt="2025-06-04T13:22:49.770" v="10783" actId="1076"/>
          <ac:spMkLst>
            <pc:docMk/>
            <pc:sldMk cId="4172447374" sldId="324"/>
            <ac:spMk id="3" creationId="{DCB458C4-309E-4387-8024-69BD958A0AF4}"/>
          </ac:spMkLst>
        </pc:spChg>
        <pc:spChg chg="add mod">
          <ac:chgData name="Bart van Eijkelenburg" userId="32564be6-3772-4f77-8099-aa7e4c72ca61" providerId="ADAL" clId="{6FB9437D-0EA2-4AFA-82C3-B8309473C03B}" dt="2025-06-04T13:21:58.391" v="10775" actId="14100"/>
          <ac:spMkLst>
            <pc:docMk/>
            <pc:sldMk cId="4172447374" sldId="324"/>
            <ac:spMk id="4" creationId="{FCEC7F1D-AEB7-5BC3-A291-82268A8F5D3F}"/>
          </ac:spMkLst>
        </pc:spChg>
        <pc:spChg chg="mod">
          <ac:chgData name="Bart van Eijkelenburg" userId="32564be6-3772-4f77-8099-aa7e4c72ca61" providerId="ADAL" clId="{6FB9437D-0EA2-4AFA-82C3-B8309473C03B}" dt="2025-06-04T13:20:21.493" v="10762" actId="20577"/>
          <ac:spMkLst>
            <pc:docMk/>
            <pc:sldMk cId="4172447374" sldId="324"/>
            <ac:spMk id="6" creationId="{D4EB3888-8306-1220-001C-5D2095931DC2}"/>
          </ac:spMkLst>
        </pc:spChg>
        <pc:spChg chg="mod">
          <ac:chgData name="Bart van Eijkelenburg" userId="32564be6-3772-4f77-8099-aa7e4c72ca61" providerId="ADAL" clId="{6FB9437D-0EA2-4AFA-82C3-B8309473C03B}" dt="2025-06-04T13:11:34.351" v="10747" actId="20578"/>
          <ac:spMkLst>
            <pc:docMk/>
            <pc:sldMk cId="4172447374" sldId="324"/>
            <ac:spMk id="7" creationId="{34FC4487-953D-B9F9-89DD-8D8C71829A70}"/>
          </ac:spMkLst>
        </pc:spChg>
        <pc:spChg chg="mod">
          <ac:chgData name="Bart van Eijkelenburg" userId="32564be6-3772-4f77-8099-aa7e4c72ca61" providerId="ADAL" clId="{6FB9437D-0EA2-4AFA-82C3-B8309473C03B}" dt="2025-06-04T13:50:10.488" v="11025" actId="20577"/>
          <ac:spMkLst>
            <pc:docMk/>
            <pc:sldMk cId="4172447374" sldId="324"/>
            <ac:spMk id="17" creationId="{0B2D6F44-2D48-6BB2-BFBA-6FB865335895}"/>
          </ac:spMkLst>
        </pc:spChg>
        <pc:spChg chg="mod">
          <ac:chgData name="Bart van Eijkelenburg" userId="32564be6-3772-4f77-8099-aa7e4c72ca61" providerId="ADAL" clId="{6FB9437D-0EA2-4AFA-82C3-B8309473C03B}" dt="2025-06-04T13:22:40.481" v="10782" actId="1076"/>
          <ac:spMkLst>
            <pc:docMk/>
            <pc:sldMk cId="4172447374" sldId="324"/>
            <ac:spMk id="27" creationId="{469486D8-D52B-8347-843C-97678F8D3433}"/>
          </ac:spMkLst>
        </pc:spChg>
        <pc:grpChg chg="add mod">
          <ac:chgData name="Bart van Eijkelenburg" userId="32564be6-3772-4f77-8099-aa7e4c72ca61" providerId="ADAL" clId="{6FB9437D-0EA2-4AFA-82C3-B8309473C03B}" dt="2025-06-04T13:22:03.603" v="10777" actId="14100"/>
          <ac:grpSpMkLst>
            <pc:docMk/>
            <pc:sldMk cId="4172447374" sldId="324"/>
            <ac:grpSpMk id="5" creationId="{91C235CD-ED9D-4F14-1853-E500743A228A}"/>
          </ac:grpSpMkLst>
        </pc:grpChg>
        <pc:graphicFrameChg chg="mod modGraphic">
          <ac:chgData name="Bart van Eijkelenburg" userId="32564be6-3772-4f77-8099-aa7e4c72ca61" providerId="ADAL" clId="{6FB9437D-0EA2-4AFA-82C3-B8309473C03B}" dt="2025-06-04T13:36:50.240" v="10906" actId="403"/>
          <ac:graphicFrameMkLst>
            <pc:docMk/>
            <pc:sldMk cId="4172447374" sldId="324"/>
            <ac:graphicFrameMk id="2" creationId="{F6403B35-937D-7DA1-1A1D-5D5E22462A46}"/>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7F450-AC81-4C84-B9E6-A884E863654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6C4F5FF4-D570-4CD7-A833-B94317B09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EF77E3B7-CABE-4816-AECF-A2D63E6A215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CD19DA43-874A-443F-87E7-D4A9FF9D1EC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C0094BA-D30B-4339-A237-082CC7006D54}"/>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565859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908CE3-DC75-48D8-B3E3-13AFF52B411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672060F-275B-42E6-A43A-3FF41BC0C0F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3B4C8A4-3CAA-4D63-B2DE-AA8F85B32C41}"/>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03C40D97-305F-46F3-9E4A-674E5722785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9F27B445-53AF-4A9B-A246-947A6534FF7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985647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69DC4F-DB9A-48DA-92AA-F61EB43D1BC7}"/>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61CF184D-33FD-4F0E-B7C1-0451778664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95445AD-FFC9-4FD2-9578-0B0000F5466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EFC2C741-2D3E-4329-96DD-164DDBC8EBA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1BA0355-48F6-475F-8D6E-436E6C22E2C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331426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BA0394-0C7D-45AC-A32A-136FFDAA55C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8B5BD9F-F723-44AE-919F-C22831DE757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4D2CE737-A6E2-47CF-A44A-8699CC6C2B86}"/>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F24E094B-7D43-46A7-8EC7-1F6B2A25D9B6}"/>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A129B9E-DFDA-4098-ACB8-F8593E66219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34BD0950-04FB-438A-9792-CBEF6F56843D}"/>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60898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B13853-D9B4-4DFD-9DD7-F781B3A542C0}"/>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8F451003-1D78-4688-A78A-921D6AF73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7D43E80A-FF7F-4F79-B4DE-2D38B52F728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8295B345-D795-401B-AB16-6F559AAB3E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779907FB-C42B-4F6A-835D-B7549D929130}"/>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FA266C68-C591-4C3B-88E3-39706C89BD6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8" name="Tijdelijke aanduiding voor voettekst 7">
            <a:extLst>
              <a:ext uri="{FF2B5EF4-FFF2-40B4-BE49-F238E27FC236}">
                <a16:creationId xmlns:a16="http://schemas.microsoft.com/office/drawing/2014/main" id="{DDB80758-0951-45C2-A1FB-40F674A141C2}"/>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354916D6-10C6-4FD9-8C27-E33C0F693B1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404618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964229-D8C9-4C81-AB2F-3F822788E13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5FD2A007-AB97-4F07-8FF2-41C6DAB56944}"/>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4" name="Tijdelijke aanduiding voor voettekst 3">
            <a:extLst>
              <a:ext uri="{FF2B5EF4-FFF2-40B4-BE49-F238E27FC236}">
                <a16:creationId xmlns:a16="http://schemas.microsoft.com/office/drawing/2014/main" id="{A00E051F-E5F2-4581-8261-19CFE18D207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D70414FF-DB76-41AE-9AA6-6D24E9FB7342}"/>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260852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A7F4A352-3D2E-4EDE-991D-0A14757A1C9E}"/>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3" name="Tijdelijke aanduiding voor voettekst 2">
            <a:extLst>
              <a:ext uri="{FF2B5EF4-FFF2-40B4-BE49-F238E27FC236}">
                <a16:creationId xmlns:a16="http://schemas.microsoft.com/office/drawing/2014/main" id="{743A9CE6-E0AB-4EC6-BFD7-461420F7E963}"/>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90F631D1-FE5F-4539-A4E8-717E6F4799A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092286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310B23-0349-4B68-9FEB-856B92E1A56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B8A87FA2-D884-41E3-8390-739C87EEF7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5EB6E41-848B-453C-BBB5-37030D728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53B05947-B640-4E8D-A2A0-066CE94BB3A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C6944E21-6924-445B-ADDB-38E43F2B7626}"/>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AA5ECC6-273E-4C02-962A-47F6A655945B}"/>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701162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1008AC-CC9F-40CC-903E-37DF25FD103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4F88E401-3DC6-4C20-B44C-D75A1FEEE8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5E6EEC04-54B0-4735-A1DB-B70A75720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CF9CB47-6C2B-4BD6-9D32-02F0D3E33CF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4209EFD-6CA1-4E4F-B889-353D2F5E748E}"/>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811322B-5BEF-47D5-831F-E179CD17DB27}"/>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938416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5FF61C-72EF-47B4-AD71-04363B92745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C108B11A-5548-470F-816F-E73F0D8AABB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2E6088D-72DE-4016-B62B-26CC6B0F6B2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7C01E2C1-4C7C-4697-A111-630FB650B56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14E62E3-F742-469F-B272-A0AFADF477C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452042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8E57E111-3879-4C12-A971-A737BC1BB609}"/>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6858A825-B558-4BFA-8F0C-B3783B587C8D}"/>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D2E1C34-E517-486C-BFE0-848AE6554AAA}"/>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9198F0A6-EC5D-4534-8C59-1300FB316BF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F30F668-AA13-4136-B775-25569F80E4FA}"/>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123426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7F450-AC81-4C84-B9E6-A884E863654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6C4F5FF4-D570-4CD7-A833-B94317B09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EF77E3B7-CABE-4816-AECF-A2D63E6A215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CD19DA43-874A-443F-87E7-D4A9FF9D1EC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C0094BA-D30B-4339-A237-082CC7006D54}"/>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201391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908CE3-DC75-48D8-B3E3-13AFF52B411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672060F-275B-42E6-A43A-3FF41BC0C0F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3B4C8A4-3CAA-4D63-B2DE-AA8F85B32C41}"/>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03C40D97-305F-46F3-9E4A-674E5722785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9F27B445-53AF-4A9B-A246-947A6534FF7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4018232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69DC4F-DB9A-48DA-92AA-F61EB43D1BC7}"/>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61CF184D-33FD-4F0E-B7C1-0451778664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95445AD-FFC9-4FD2-9578-0B0000F5466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EFC2C741-2D3E-4329-96DD-164DDBC8EBA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1BA0355-48F6-475F-8D6E-436E6C22E2C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434632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BA0394-0C7D-45AC-A32A-136FFDAA55C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8B5BD9F-F723-44AE-919F-C22831DE757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4D2CE737-A6E2-47CF-A44A-8699CC6C2B86}"/>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F24E094B-7D43-46A7-8EC7-1F6B2A25D9B6}"/>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A129B9E-DFDA-4098-ACB8-F8593E66219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34BD0950-04FB-438A-9792-CBEF6F56843D}"/>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349131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B13853-D9B4-4DFD-9DD7-F781B3A542C0}"/>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8F451003-1D78-4688-A78A-921D6AF73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7D43E80A-FF7F-4F79-B4DE-2D38B52F728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8295B345-D795-401B-AB16-6F559AAB3E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779907FB-C42B-4F6A-835D-B7549D929130}"/>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FA266C68-C591-4C3B-88E3-39706C89BD6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8" name="Tijdelijke aanduiding voor voettekst 7">
            <a:extLst>
              <a:ext uri="{FF2B5EF4-FFF2-40B4-BE49-F238E27FC236}">
                <a16:creationId xmlns:a16="http://schemas.microsoft.com/office/drawing/2014/main" id="{DDB80758-0951-45C2-A1FB-40F674A141C2}"/>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354916D6-10C6-4FD9-8C27-E33C0F693B1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663525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964229-D8C9-4C81-AB2F-3F822788E13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5FD2A007-AB97-4F07-8FF2-41C6DAB56944}"/>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4" name="Tijdelijke aanduiding voor voettekst 3">
            <a:extLst>
              <a:ext uri="{FF2B5EF4-FFF2-40B4-BE49-F238E27FC236}">
                <a16:creationId xmlns:a16="http://schemas.microsoft.com/office/drawing/2014/main" id="{A00E051F-E5F2-4581-8261-19CFE18D207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D70414FF-DB76-41AE-9AA6-6D24E9FB7342}"/>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557528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A7F4A352-3D2E-4EDE-991D-0A14757A1C9E}"/>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3" name="Tijdelijke aanduiding voor voettekst 2">
            <a:extLst>
              <a:ext uri="{FF2B5EF4-FFF2-40B4-BE49-F238E27FC236}">
                <a16:creationId xmlns:a16="http://schemas.microsoft.com/office/drawing/2014/main" id="{743A9CE6-E0AB-4EC6-BFD7-461420F7E963}"/>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90F631D1-FE5F-4539-A4E8-717E6F4799AC}"/>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3058689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310B23-0349-4B68-9FEB-856B92E1A56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B8A87FA2-D884-41E3-8390-739C87EEF7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5EB6E41-848B-453C-BBB5-37030D728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53B05947-B640-4E8D-A2A0-066CE94BB3A7}"/>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C6944E21-6924-445B-ADDB-38E43F2B7626}"/>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AA5ECC6-273E-4C02-962A-47F6A655945B}"/>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4367361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1008AC-CC9F-40CC-903E-37DF25FD103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4F88E401-3DC6-4C20-B44C-D75A1FEEE8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5E6EEC04-54B0-4735-A1DB-B70A75720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CF9CB47-6C2B-4BD6-9D32-02F0D3E33CF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6" name="Tijdelijke aanduiding voor voettekst 5">
            <a:extLst>
              <a:ext uri="{FF2B5EF4-FFF2-40B4-BE49-F238E27FC236}">
                <a16:creationId xmlns:a16="http://schemas.microsoft.com/office/drawing/2014/main" id="{F4209EFD-6CA1-4E4F-B889-353D2F5E748E}"/>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811322B-5BEF-47D5-831F-E179CD17DB27}"/>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2785790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5FF61C-72EF-47B4-AD71-04363B92745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C108B11A-5548-470F-816F-E73F0D8AABB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2E6088D-72DE-4016-B62B-26CC6B0F6B22}"/>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7C01E2C1-4C7C-4697-A111-630FB650B56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14E62E3-F742-469F-B272-A0AFADF477CF}"/>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17386102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8E57E111-3879-4C12-A971-A737BC1BB609}"/>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6858A825-B558-4BFA-8F0C-B3783B587C8D}"/>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D2E1C34-E517-486C-BFE0-848AE6554AAA}"/>
              </a:ext>
            </a:extLst>
          </p:cNvPr>
          <p:cNvSpPr>
            <a:spLocks noGrp="1"/>
          </p:cNvSpPr>
          <p:nvPr>
            <p:ph type="dt" sz="half" idx="10"/>
          </p:nvPr>
        </p:nvSpPr>
        <p:spPr/>
        <p:txBody>
          <a:body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9198F0A6-EC5D-4534-8C59-1300FB316BF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F30F668-AA13-4136-B775-25569F80E4FA}"/>
              </a:ext>
            </a:extLst>
          </p:cNvPr>
          <p:cNvSpPr>
            <a:spLocks noGrp="1"/>
          </p:cNvSpPr>
          <p:nvPr>
            <p:ph type="sldNum" sz="quarter" idx="12"/>
          </p:nvPr>
        </p:nvSpPr>
        <p:spPr/>
        <p:txBody>
          <a:bodyPr/>
          <a:lstStyle/>
          <a:p>
            <a:fld id="{58FC08EC-A057-471D-BCD0-05D47594F033}" type="slidenum">
              <a:rPr lang="nl-NL" smtClean="0"/>
              <a:t>‹nr.›</a:t>
            </a:fld>
            <a:endParaRPr lang="nl-NL"/>
          </a:p>
        </p:txBody>
      </p:sp>
    </p:spTree>
    <p:extLst>
      <p:ext uri="{BB962C8B-B14F-4D97-AF65-F5344CB8AC3E}">
        <p14:creationId xmlns:p14="http://schemas.microsoft.com/office/powerpoint/2010/main" val="89854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5000" t="-3000" r="-2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9E1E8895-B03C-430E-86B7-32C68E003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11416EFC-54EB-4F9B-BFD3-EC960BA3C8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0EF286D-2615-4174-A0EB-5685AF0D0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B31C6DD8-898E-47EC-A896-D5F204AFA2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1171EFB7-BE71-4405-A358-7BFDD61F7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C08EC-A057-471D-BCD0-05D47594F033}" type="slidenum">
              <a:rPr lang="nl-NL" smtClean="0"/>
              <a:t>‹nr.›</a:t>
            </a:fld>
            <a:endParaRPr lang="nl-NL"/>
          </a:p>
        </p:txBody>
      </p:sp>
    </p:spTree>
    <p:extLst>
      <p:ext uri="{BB962C8B-B14F-4D97-AF65-F5344CB8AC3E}">
        <p14:creationId xmlns:p14="http://schemas.microsoft.com/office/powerpoint/2010/main" val="3588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4000" r="24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9E1E8895-B03C-430E-86B7-32C68E003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11416EFC-54EB-4F9B-BFD3-EC960BA3C8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0EF286D-2615-4174-A0EB-5685AF0D0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21804-69CB-4B8D-8A42-01B8E72982D2}" type="datetimeFigureOut">
              <a:rPr lang="nl-NL" smtClean="0"/>
              <a:t>1-7-2025</a:t>
            </a:fld>
            <a:endParaRPr lang="nl-NL"/>
          </a:p>
        </p:txBody>
      </p:sp>
      <p:sp>
        <p:nvSpPr>
          <p:cNvPr id="5" name="Tijdelijke aanduiding voor voettekst 4">
            <a:extLst>
              <a:ext uri="{FF2B5EF4-FFF2-40B4-BE49-F238E27FC236}">
                <a16:creationId xmlns:a16="http://schemas.microsoft.com/office/drawing/2014/main" id="{B31C6DD8-898E-47EC-A896-D5F204AFA2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1171EFB7-BE71-4405-A358-7BFDD61F7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C08EC-A057-471D-BCD0-05D47594F033}" type="slidenum">
              <a:rPr lang="nl-NL" smtClean="0"/>
              <a:t>‹nr.›</a:t>
            </a:fld>
            <a:endParaRPr lang="nl-NL"/>
          </a:p>
        </p:txBody>
      </p:sp>
    </p:spTree>
    <p:extLst>
      <p:ext uri="{BB962C8B-B14F-4D97-AF65-F5344CB8AC3E}">
        <p14:creationId xmlns:p14="http://schemas.microsoft.com/office/powerpoint/2010/main" val="251207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reativecommons.org/licenses/by-nd/2.0/" TargetMode="Externa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hyperlink" Target="https://www.flickr.com/photos/hikingartist/" TargetMode="External"/><Relationship Id="rId5" Type="http://schemas.openxmlformats.org/officeDocument/2006/relationships/hyperlink" Target="https://www.flickr.com/photos/hikingartist/5727278512/in/photolist-9J6Nnf-6v4Xhz-9rESs-87NA7G-8GJvbJ-qBne5u-8SRJFm-87KfnD-paxfD8-9h2Dio-nxbANX-paxh9n-87KoSM-8w3jZT-651mrd-8GFm3n-4yj7N1-nZZvut-pMSq4Q-ab1Z5h-8BY6Ub-7v2CGM-8KVkvz-bV1L4r-n35vqE-bV1L5v-98HAv9-a"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cs.python.org/3/library/math.html"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ocs.python.org/3/library/random.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forms.gle/M3yMNYM2m4sjihCG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20000"/>
          </a:stretch>
        </a:blipFill>
        <a:effectLst/>
      </p:bgPr>
    </p:bg>
    <p:spTree>
      <p:nvGrpSpPr>
        <p:cNvPr id="1" name=""/>
        <p:cNvGrpSpPr/>
        <p:nvPr/>
      </p:nvGrpSpPr>
      <p:grpSpPr>
        <a:xfrm>
          <a:off x="0" y="0"/>
          <a:ext cx="0" cy="0"/>
          <a:chOff x="0" y="0"/>
          <a:chExt cx="0" cy="0"/>
        </a:xfrm>
      </p:grpSpPr>
      <p:grpSp>
        <p:nvGrpSpPr>
          <p:cNvPr id="31" name="Shape 171">
            <a:extLst>
              <a:ext uri="{FF2B5EF4-FFF2-40B4-BE49-F238E27FC236}">
                <a16:creationId xmlns:a16="http://schemas.microsoft.com/office/drawing/2014/main" id="{241AB350-70F0-495B-93B0-B5A5BD07D4BA}"/>
              </a:ext>
            </a:extLst>
          </p:cNvPr>
          <p:cNvGrpSpPr/>
          <p:nvPr/>
        </p:nvGrpSpPr>
        <p:grpSpPr>
          <a:xfrm>
            <a:off x="71593" y="4244662"/>
            <a:ext cx="8964612" cy="2189518"/>
            <a:chOff x="179388" y="4668482"/>
            <a:chExt cx="8713786" cy="2029179"/>
          </a:xfrm>
        </p:grpSpPr>
        <p:sp>
          <p:nvSpPr>
            <p:cNvPr id="32" name="Shape 172">
              <a:extLst>
                <a:ext uri="{FF2B5EF4-FFF2-40B4-BE49-F238E27FC236}">
                  <a16:creationId xmlns:a16="http://schemas.microsoft.com/office/drawing/2014/main" id="{F8E8B79E-E997-4749-BAC6-E2A70D98D5B7}"/>
                </a:ext>
              </a:extLst>
            </p:cNvPr>
            <p:cNvSpPr/>
            <p:nvPr/>
          </p:nvSpPr>
          <p:spPr>
            <a:xfrm>
              <a:off x="179388" y="4668482"/>
              <a:ext cx="8713786" cy="2029179"/>
            </a:xfrm>
            <a:prstGeom prst="rect">
              <a:avLst/>
            </a:prstGeom>
            <a:solidFill>
              <a:sysClr val="window" lastClr="FFFFFF"/>
            </a:solidFill>
            <a:ln w="9525" cap="flat">
              <a:solidFill>
                <a:srgbClr val="3399FF"/>
              </a:solidFill>
              <a:prstDash val="solid"/>
              <a:miter/>
              <a:headEnd type="none" w="med" len="med"/>
              <a:tailEnd type="none" w="med" len="med"/>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33" name="Shape 173">
              <a:extLst>
                <a:ext uri="{FF2B5EF4-FFF2-40B4-BE49-F238E27FC236}">
                  <a16:creationId xmlns:a16="http://schemas.microsoft.com/office/drawing/2014/main" id="{3FC1DA87-66B1-4AE5-BB42-C07DB23BF3D5}"/>
                </a:ext>
              </a:extLst>
            </p:cNvPr>
            <p:cNvSpPr/>
            <p:nvPr/>
          </p:nvSpPr>
          <p:spPr>
            <a:xfrm>
              <a:off x="323850" y="4780525"/>
              <a:ext cx="8424862" cy="869011"/>
            </a:xfrm>
            <a:prstGeom prst="rect">
              <a:avLst/>
            </a:prstGeom>
            <a:solidFill>
              <a:srgbClr val="FF3300"/>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34" name="Shape 174">
              <a:extLst>
                <a:ext uri="{FF2B5EF4-FFF2-40B4-BE49-F238E27FC236}">
                  <a16:creationId xmlns:a16="http://schemas.microsoft.com/office/drawing/2014/main" id="{9BB55EC6-A072-40A0-9333-899B55B8B8B5}"/>
                </a:ext>
              </a:extLst>
            </p:cNvPr>
            <p:cNvSpPr txBox="1"/>
            <p:nvPr/>
          </p:nvSpPr>
          <p:spPr>
            <a:xfrm>
              <a:off x="509587" y="4889500"/>
              <a:ext cx="8043745" cy="584776"/>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nl-NL" sz="3200" b="1" i="0" u="none" strike="noStrike" kern="0" cap="none" spc="0" normalizeH="0" baseline="0" noProof="0" dirty="0">
                  <a:ln>
                    <a:noFill/>
                  </a:ln>
                  <a:solidFill>
                    <a:prstClr val="white"/>
                  </a:solidFill>
                  <a:effectLst/>
                  <a:uLnTx/>
                  <a:uFillTx/>
                  <a:latin typeface="Arial"/>
                  <a:cs typeface="Arial"/>
                  <a:sym typeface="Arial"/>
                  <a:rtl val="0"/>
                </a:rPr>
                <a:t>Les 2: Basisconcepten</a:t>
              </a:r>
            </a:p>
          </p:txBody>
        </p:sp>
        <p:pic>
          <p:nvPicPr>
            <p:cNvPr id="35" name="Shape 175">
              <a:extLst>
                <a:ext uri="{FF2B5EF4-FFF2-40B4-BE49-F238E27FC236}">
                  <a16:creationId xmlns:a16="http://schemas.microsoft.com/office/drawing/2014/main" id="{FDD9E18E-C569-4CBC-B7A0-BFF8EF21F45F}"/>
                </a:ext>
              </a:extLst>
            </p:cNvPr>
            <p:cNvPicPr preferRelativeResize="0"/>
            <p:nvPr/>
          </p:nvPicPr>
          <p:blipFill rotWithShape="1">
            <a:blip r:embed="rId3">
              <a:alphaModFix/>
            </a:blip>
            <a:srcRect b="14706"/>
            <a:stretch/>
          </p:blipFill>
          <p:spPr>
            <a:xfrm>
              <a:off x="5867398" y="5667342"/>
              <a:ext cx="2881312" cy="905882"/>
            </a:xfrm>
            <a:prstGeom prst="rect">
              <a:avLst/>
            </a:prstGeom>
            <a:noFill/>
            <a:ln>
              <a:noFill/>
            </a:ln>
          </p:spPr>
        </p:pic>
        <p:sp>
          <p:nvSpPr>
            <p:cNvPr id="36" name="Shape 176">
              <a:extLst>
                <a:ext uri="{FF2B5EF4-FFF2-40B4-BE49-F238E27FC236}">
                  <a16:creationId xmlns:a16="http://schemas.microsoft.com/office/drawing/2014/main" id="{9EAE36E1-082B-46F8-BEB9-0284B8CB22EB}"/>
                </a:ext>
              </a:extLst>
            </p:cNvPr>
            <p:cNvSpPr/>
            <p:nvPr/>
          </p:nvSpPr>
          <p:spPr>
            <a:xfrm>
              <a:off x="323850" y="5733673"/>
              <a:ext cx="5441949" cy="839788"/>
            </a:xfrm>
            <a:prstGeom prst="rect">
              <a:avLst/>
            </a:prstGeom>
            <a:solidFill>
              <a:srgbClr val="3399FF"/>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37" name="Shape 177">
              <a:extLst>
                <a:ext uri="{FF2B5EF4-FFF2-40B4-BE49-F238E27FC236}">
                  <a16:creationId xmlns:a16="http://schemas.microsoft.com/office/drawing/2014/main" id="{668E02A3-0F3C-4AB3-863D-A5279D836655}"/>
                </a:ext>
              </a:extLst>
            </p:cNvPr>
            <p:cNvSpPr txBox="1"/>
            <p:nvPr/>
          </p:nvSpPr>
          <p:spPr>
            <a:xfrm>
              <a:off x="323850" y="5797173"/>
              <a:ext cx="5213349" cy="646331"/>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schemeClr val="bg1"/>
                  </a:solidFill>
                  <a:effectLst/>
                  <a:uLnTx/>
                  <a:uFillTx/>
                  <a:latin typeface="Arial"/>
                  <a:cs typeface="Arial"/>
                  <a:sym typeface="Arial"/>
                </a:rPr>
                <a:t>Programming (onderdeel van </a:t>
              </a:r>
              <a:r>
                <a:rPr lang="nl-NL" sz="1800" b="1" kern="0" dirty="0">
                  <a:solidFill>
                    <a:schemeClr val="bg1"/>
                  </a:solidFill>
                </a:rPr>
                <a:t>TICT-V1SE1-24</a:t>
              </a:r>
              <a:r>
                <a:rPr kumimoji="0" lang="nl-NL" sz="1800" b="1" i="0" u="none" strike="noStrike" kern="0" cap="none" spc="0" normalizeH="0" baseline="0" noProof="0" dirty="0">
                  <a:ln>
                    <a:noFill/>
                  </a:ln>
                  <a:solidFill>
                    <a:schemeClr val="bg1"/>
                  </a:solidFill>
                  <a:effectLst/>
                  <a:uLnTx/>
                  <a:uFillTx/>
                  <a:latin typeface="Arial"/>
                  <a:cs typeface="Arial"/>
                  <a:sym typeface="Arial"/>
                </a:rPr>
                <a:t>)</a:t>
              </a:r>
            </a:p>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prstClr val="white"/>
                  </a:solidFill>
                  <a:effectLst/>
                  <a:uLnTx/>
                  <a:uFillTx/>
                  <a:latin typeface="Arial"/>
                  <a:cs typeface="Arial"/>
                  <a:sym typeface="Arial"/>
                  <a:rtl val="0"/>
                </a:rPr>
                <a:t>HBO-ICT propedeuse blok 1</a:t>
              </a:r>
            </a:p>
          </p:txBody>
        </p:sp>
      </p:grpSp>
      <p:pic>
        <p:nvPicPr>
          <p:cNvPr id="38" name="Afbeelding 37" descr="evolution_man_pc.jpg">
            <a:extLst>
              <a:ext uri="{FF2B5EF4-FFF2-40B4-BE49-F238E27FC236}">
                <a16:creationId xmlns:a16="http://schemas.microsoft.com/office/drawing/2014/main" id="{06FEFDD3-52AB-414C-A8EC-4FBB50E416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261" y="1632778"/>
            <a:ext cx="5855624" cy="2213426"/>
          </a:xfrm>
          <a:prstGeom prst="rect">
            <a:avLst/>
          </a:prstGeom>
        </p:spPr>
      </p:pic>
      <p:sp>
        <p:nvSpPr>
          <p:cNvPr id="39" name="Rechthoek 38">
            <a:extLst>
              <a:ext uri="{FF2B5EF4-FFF2-40B4-BE49-F238E27FC236}">
                <a16:creationId xmlns:a16="http://schemas.microsoft.com/office/drawing/2014/main" id="{EDD89FAB-5A6A-4B1B-87F9-3E613169558B}"/>
              </a:ext>
            </a:extLst>
          </p:cNvPr>
          <p:cNvSpPr/>
          <p:nvPr/>
        </p:nvSpPr>
        <p:spPr>
          <a:xfrm>
            <a:off x="4001717" y="3809133"/>
            <a:ext cx="3596182" cy="246221"/>
          </a:xfrm>
          <a:prstGeom prst="rect">
            <a:avLst/>
          </a:prstGeom>
        </p:spPr>
        <p:txBody>
          <a:bodyPr wrap="none">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5"/>
                <a:rtl val="0"/>
              </a:rPr>
              <a:t>Man Chain </a:t>
            </a:r>
            <a:r>
              <a:rPr kumimoji="0" lang="nl-NL" sz="1000" b="0" i="0" u="none" strike="noStrike" kern="0" cap="none" spc="0" normalizeH="0" baseline="0" noProof="0" dirty="0" err="1">
                <a:ln>
                  <a:noFill/>
                </a:ln>
                <a:solidFill>
                  <a:srgbClr val="000000"/>
                </a:solidFill>
                <a:effectLst/>
                <a:uLnTx/>
                <a:uFillTx/>
                <a:latin typeface="Arial"/>
                <a:cs typeface="Arial"/>
                <a:sym typeface="Arial"/>
                <a:hlinkClick r:id="rId5"/>
                <a:rtl val="0"/>
              </a:rPr>
              <a:t>illustration</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0" cap="none" spc="0" normalizeH="0" baseline="0" noProof="0" dirty="0" err="1">
                <a:ln>
                  <a:noFill/>
                </a:ln>
                <a:solidFill>
                  <a:srgbClr val="000000"/>
                </a:solidFill>
                <a:effectLst/>
                <a:uLnTx/>
                <a:uFillTx/>
                <a:latin typeface="Arial"/>
                <a:cs typeface="Arial"/>
                <a:sym typeface="Arial"/>
                <a:rtl val="0"/>
              </a:rPr>
              <a:t>by</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6"/>
                <a:rtl val="0"/>
              </a:rPr>
              <a:t>Frits </a:t>
            </a:r>
            <a:r>
              <a:rPr kumimoji="0" lang="nl-NL" sz="1000" b="0" i="0" u="none" strike="noStrike" kern="0" cap="none" spc="0" normalizeH="0" baseline="0" noProof="0" dirty="0" err="1">
                <a:ln>
                  <a:noFill/>
                </a:ln>
                <a:solidFill>
                  <a:srgbClr val="000000"/>
                </a:solidFill>
                <a:effectLst/>
                <a:uLnTx/>
                <a:uFillTx/>
                <a:latin typeface="Arial"/>
                <a:cs typeface="Arial"/>
                <a:sym typeface="Arial"/>
                <a:hlinkClick r:id="rId6"/>
                <a:rtl val="0"/>
              </a:rPr>
              <a:t>Ahlefeldt-Laurvig</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 </a:t>
            </a: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7"/>
                <a:rtl val="0"/>
              </a:rPr>
              <a:t>CC BY-ND</a:t>
            </a:r>
            <a:endParaRPr kumimoji="0" lang="nl-NL" sz="1000" b="0" i="0" u="none" strike="noStrike" kern="0" cap="none" spc="0" normalizeH="0" baseline="0" noProof="0" dirty="0">
              <a:ln>
                <a:noFill/>
              </a:ln>
              <a:solidFill>
                <a:srgbClr val="000000"/>
              </a:solidFill>
              <a:effectLst/>
              <a:uLnTx/>
              <a:uFillTx/>
              <a:latin typeface="Arial"/>
              <a:cs typeface="Arial"/>
              <a:sym typeface="Arial"/>
              <a:rtl val="0"/>
            </a:endParaRPr>
          </a:p>
        </p:txBody>
      </p:sp>
    </p:spTree>
    <p:extLst>
      <p:ext uri="{BB962C8B-B14F-4D97-AF65-F5344CB8AC3E}">
        <p14:creationId xmlns:p14="http://schemas.microsoft.com/office/powerpoint/2010/main" val="1387112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F501BF0-36B9-47DA-8FEC-3001AFA3111C}"/>
              </a:ext>
            </a:extLst>
          </p:cNvPr>
          <p:cNvSpPr txBox="1">
            <a:spLocks/>
          </p:cNvSpPr>
          <p:nvPr/>
        </p:nvSpPr>
        <p:spPr bwMode="auto">
          <a:xfrm>
            <a:off x="685800" y="1216526"/>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Basisconcepten</a:t>
            </a:r>
            <a:endParaRPr kumimoji="0" lang="en-US" sz="2000" b="0" i="0" u="none" strike="noStrike" kern="0" cap="none" spc="0" normalizeH="0" baseline="0" noProof="0" dirty="0">
              <a:ln>
                <a:noFill/>
              </a:ln>
              <a:solidFill>
                <a:prstClr val="black"/>
              </a:solidFill>
              <a:effectLst/>
              <a:uLnTx/>
              <a:uFillTx/>
            </a:endParaRPr>
          </a:p>
        </p:txBody>
      </p:sp>
      <p:sp>
        <p:nvSpPr>
          <p:cNvPr id="13" name="TextBox 6">
            <a:extLst>
              <a:ext uri="{FF2B5EF4-FFF2-40B4-BE49-F238E27FC236}">
                <a16:creationId xmlns:a16="http://schemas.microsoft.com/office/drawing/2014/main" id="{A489A9CC-5FDD-4FC2-AB21-FB1DC5CC652B}"/>
              </a:ext>
            </a:extLst>
          </p:cNvPr>
          <p:cNvSpPr txBox="1"/>
          <p:nvPr/>
        </p:nvSpPr>
        <p:spPr>
          <a:xfrm>
            <a:off x="685798" y="3006152"/>
            <a:ext cx="9362873" cy="1800493"/>
          </a:xfrm>
          <a:prstGeom prst="rect">
            <a:avLst/>
          </a:prstGeom>
          <a:noFill/>
        </p:spPr>
        <p:txBody>
          <a:bodyPr wrap="square" rtlCol="0" anchor="t">
            <a:spAutoFit/>
          </a:bodyPr>
          <a:lstStyle/>
          <a:p>
            <a:pPr marL="344170" marR="0" lvl="0" indent="-344170" defTabSz="457200" eaLnBrk="1" fontAlgn="auto" latinLnBrk="0" hangingPunct="1">
              <a:lnSpc>
                <a:spcPct val="100000"/>
              </a:lnSpc>
              <a:spcBef>
                <a:spcPts val="0"/>
              </a:spcBef>
              <a:spcAft>
                <a:spcPts val="600"/>
              </a:spcAft>
              <a:buClr>
                <a:srgbClr val="008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Elementen</a:t>
            </a:r>
            <a:r>
              <a:rPr kumimoji="0" lang="en-US" sz="2400" b="0" i="0" u="none" strike="noStrike" kern="0" cap="none" spc="0" normalizeH="0" baseline="0" noProof="0" dirty="0">
                <a:ln>
                  <a:noFill/>
                </a:ln>
                <a:solidFill>
                  <a:srgbClr val="294171"/>
                </a:solidFill>
                <a:effectLst/>
                <a:uLnTx/>
                <a:uFillTx/>
              </a:rPr>
              <a:t> van </a:t>
            </a:r>
            <a:r>
              <a:rPr kumimoji="0" lang="en-US" sz="2400" b="0" i="0" u="none" strike="noStrike" kern="0" cap="none" spc="0" normalizeH="0" baseline="0" noProof="0" dirty="0" err="1">
                <a:ln>
                  <a:noFill/>
                </a:ln>
                <a:solidFill>
                  <a:srgbClr val="294171"/>
                </a:solidFill>
                <a:effectLst/>
                <a:uLnTx/>
                <a:uFillTx/>
              </a:rPr>
              <a:t>een</a:t>
            </a:r>
            <a:r>
              <a:rPr kumimoji="0" lang="en-US" sz="2400" b="0" i="0" u="none" strike="noStrike" kern="0" cap="none" spc="0" normalizeH="0" baseline="0" noProof="0" dirty="0">
                <a:ln>
                  <a:noFill/>
                </a:ln>
                <a:solidFill>
                  <a:srgbClr val="294171"/>
                </a:solidFill>
                <a:effectLst/>
                <a:uLnTx/>
                <a:uFillTx/>
              </a:rPr>
              <a:t> </a:t>
            </a:r>
            <a:r>
              <a:rPr kumimoji="0" lang="en-US" sz="2400" b="0" i="0" u="none" strike="noStrike" kern="0" cap="none" spc="0" normalizeH="0" baseline="0" noProof="0" dirty="0" err="1">
                <a:ln>
                  <a:noFill/>
                </a:ln>
                <a:solidFill>
                  <a:srgbClr val="294171"/>
                </a:solidFill>
                <a:effectLst/>
                <a:uLnTx/>
                <a:uFillTx/>
              </a:rPr>
              <a:t>functie</a:t>
            </a:r>
            <a:r>
              <a:rPr kumimoji="0" lang="en-US" sz="2400" b="0" i="0" u="none" strike="noStrike" kern="0" cap="none" spc="0" normalizeH="0" baseline="0" noProof="0" dirty="0">
                <a:ln>
                  <a:noFill/>
                </a:ln>
                <a:solidFill>
                  <a:srgbClr val="294171"/>
                </a:solidFill>
                <a:effectLst/>
                <a:uLnTx/>
                <a:uFillTx/>
              </a:rPr>
              <a:t>							§5.1</a:t>
            </a:r>
            <a:endParaRPr kumimoji="0" lang="nl-NL" sz="1800" b="0" i="0" u="none" strike="noStrike" kern="0" cap="none" spc="0" normalizeH="0" baseline="0" noProof="0" dirty="0">
              <a:ln>
                <a:noFill/>
              </a:ln>
              <a:solidFill>
                <a:srgbClr val="294171"/>
              </a:solidFill>
              <a:effectLst/>
              <a:uLnTx/>
              <a:uFillTx/>
              <a:cs typeface="Calibri"/>
            </a:endParaRPr>
          </a:p>
          <a:p>
            <a:pPr marL="344170" marR="0" lvl="0" indent="-344170" defTabSz="457200" eaLnBrk="1" fontAlgn="auto" latinLnBrk="0" hangingPunct="1">
              <a:lnSpc>
                <a:spcPct val="100000"/>
              </a:lnSpc>
              <a:spcBef>
                <a:spcPts val="0"/>
              </a:spcBef>
              <a:spcAft>
                <a:spcPts val="600"/>
              </a:spcAft>
              <a:buClr>
                <a:srgbClr val="0000FF"/>
              </a:buClr>
              <a:buSzTx/>
              <a:buFont typeface="Wingdings" charset="2"/>
              <a:buChar char="§"/>
              <a:tabLst/>
              <a:defRPr/>
            </a:pPr>
            <a:r>
              <a:rPr kumimoji="0" lang="en-US" sz="2400" b="0" i="0" u="none" strike="noStrike" kern="0" cap="none" spc="0" normalizeH="0" baseline="0" noProof="0" dirty="0">
                <a:ln>
                  <a:noFill/>
                </a:ln>
                <a:solidFill>
                  <a:srgbClr val="294171"/>
                </a:solidFill>
                <a:effectLst/>
                <a:uLnTx/>
                <a:uFillTx/>
              </a:rPr>
              <a:t>Type casting 											§</a:t>
            </a:r>
            <a:r>
              <a:rPr lang="en-US" sz="2400" kern="0" dirty="0">
                <a:solidFill>
                  <a:srgbClr val="294171"/>
                </a:solidFill>
              </a:rPr>
              <a:t>5.2.1</a:t>
            </a:r>
            <a:endParaRPr kumimoji="0" lang="en-US" sz="2400" b="0" i="0" u="none" strike="noStrike" kern="0" cap="none" spc="0" normalizeH="0" baseline="0" noProof="0" dirty="0">
              <a:ln>
                <a:noFill/>
              </a:ln>
              <a:solidFill>
                <a:srgbClr val="294171"/>
              </a:solidFill>
              <a:effectLst/>
              <a:uLnTx/>
              <a:uFillTx/>
              <a:cs typeface="Calibri"/>
            </a:endParaRPr>
          </a:p>
          <a:p>
            <a:pPr marL="344170" marR="0" lvl="0" indent="-344170" defTabSz="457200" eaLnBrk="1" fontAlgn="auto" latinLnBrk="0" hangingPunct="1">
              <a:lnSpc>
                <a:spcPct val="100000"/>
              </a:lnSpc>
              <a:spcBef>
                <a:spcPts val="0"/>
              </a:spcBef>
              <a:spcAft>
                <a:spcPts val="600"/>
              </a:spcAft>
              <a:buClr>
                <a:srgbClr val="FFFF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Functies</a:t>
            </a:r>
            <a:r>
              <a:rPr kumimoji="0" lang="en-US" sz="2400" b="0" i="0" u="none" strike="noStrike" kern="0" cap="none" spc="0" normalizeH="0" baseline="0" noProof="0" dirty="0">
                <a:ln>
                  <a:noFill/>
                </a:ln>
                <a:solidFill>
                  <a:srgbClr val="294171"/>
                </a:solidFill>
                <a:effectLst/>
                <a:uLnTx/>
                <a:uFillTx/>
              </a:rPr>
              <a:t> input &amp; print									§5.2.4 </a:t>
            </a:r>
            <a:r>
              <a:rPr kumimoji="0" lang="en-US" sz="2400" b="0" i="0" u="none" strike="noStrike" kern="0" cap="none" spc="0" normalizeH="0" baseline="0" noProof="0" dirty="0" err="1">
                <a:ln>
                  <a:noFill/>
                </a:ln>
                <a:solidFill>
                  <a:srgbClr val="294171"/>
                </a:solidFill>
                <a:effectLst/>
                <a:uLnTx/>
                <a:uFillTx/>
              </a:rPr>
              <a:t>en</a:t>
            </a:r>
            <a:r>
              <a:rPr kumimoji="0" lang="en-US" sz="2400" b="0" i="0" u="none" strike="noStrike" kern="0" cap="none" spc="0" normalizeH="0" baseline="0" noProof="0" dirty="0">
                <a:ln>
                  <a:noFill/>
                </a:ln>
                <a:solidFill>
                  <a:srgbClr val="294171"/>
                </a:solidFill>
                <a:effectLst/>
                <a:uLnTx/>
                <a:uFillTx/>
              </a:rPr>
              <a:t> §5.2.5</a:t>
            </a:r>
          </a:p>
          <a:p>
            <a:pPr marL="344170" marR="0" lvl="0" indent="-344170" defTabSz="457200" eaLnBrk="1" fontAlgn="auto" latinLnBrk="0" hangingPunct="1">
              <a:lnSpc>
                <a:spcPct val="100000"/>
              </a:lnSpc>
              <a:spcBef>
                <a:spcPts val="0"/>
              </a:spcBef>
              <a:spcAft>
                <a:spcPts val="600"/>
              </a:spcAft>
              <a:buClr>
                <a:srgbClr val="00B050"/>
              </a:buClr>
              <a:buSzTx/>
              <a:buFont typeface="Wingdings" charset="2"/>
              <a:buChar char="§"/>
              <a:tabLst/>
              <a:defRPr/>
            </a:pPr>
            <a:r>
              <a:rPr lang="en-US" sz="2400" kern="0" dirty="0">
                <a:solidFill>
                  <a:srgbClr val="294171"/>
                </a:solidFill>
              </a:rPr>
              <a:t>Modules												</a:t>
            </a:r>
            <a:r>
              <a:rPr kumimoji="0" lang="en-US" sz="2400" b="0" i="0" u="none" strike="noStrike" kern="0" cap="none" spc="0" normalizeH="0" baseline="0" noProof="0" dirty="0">
                <a:ln>
                  <a:noFill/>
                </a:ln>
                <a:solidFill>
                  <a:srgbClr val="294171"/>
                </a:solidFill>
                <a:effectLst/>
                <a:uLnTx/>
                <a:uFillTx/>
              </a:rPr>
              <a:t>§5.3</a:t>
            </a:r>
          </a:p>
        </p:txBody>
      </p:sp>
    </p:spTree>
    <p:extLst>
      <p:ext uri="{BB962C8B-B14F-4D97-AF65-F5344CB8AC3E}">
        <p14:creationId xmlns:p14="http://schemas.microsoft.com/office/powerpoint/2010/main" val="197852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8166DE27-BC18-42BE-950D-0F6249739010}"/>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Elementen</a:t>
            </a:r>
            <a:r>
              <a:rPr kumimoji="0" lang="en-US" sz="3600" b="1" i="0" u="none" strike="noStrike" kern="0" cap="none" spc="0" normalizeH="0" baseline="0" noProof="0" dirty="0">
                <a:ln>
                  <a:noFill/>
                </a:ln>
                <a:solidFill>
                  <a:prstClr val="black"/>
                </a:solidFill>
                <a:effectLst/>
                <a:uLnTx/>
                <a:uFillTx/>
              </a:rPr>
              <a:t> van </a:t>
            </a:r>
            <a:r>
              <a:rPr kumimoji="0" lang="en-US" sz="3600" b="1" i="0" u="none" strike="noStrike" kern="0" cap="none" spc="0" normalizeH="0" baseline="0" noProof="0" dirty="0" err="1">
                <a:ln>
                  <a:noFill/>
                </a:ln>
                <a:solidFill>
                  <a:prstClr val="black"/>
                </a:solidFill>
                <a:effectLst/>
                <a:uLnTx/>
                <a:uFillTx/>
              </a:rPr>
              <a:t>een</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(§5.1)</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83474354-5EAF-B172-D237-CA0926041BC2}"/>
              </a:ext>
            </a:extLst>
          </p:cNvPr>
          <p:cNvSpPr txBox="1"/>
          <p:nvPr/>
        </p:nvSpPr>
        <p:spPr bwMode="auto">
          <a:xfrm>
            <a:off x="709358" y="1720122"/>
            <a:ext cx="10492038" cy="163121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Functie == een blok herbruikbare code! O</a:t>
            </a:r>
            <a:r>
              <a:rPr lang="nl-NL" sz="2000" kern="0" dirty="0">
                <a:solidFill>
                  <a:srgbClr val="294171"/>
                </a:solidFill>
              </a:rPr>
              <a:t>m deze te gebruiken moet je weten: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De naam</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De (eventuele) parameters</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De waarde die (eventueel) terugkomt</a:t>
            </a:r>
          </a:p>
        </p:txBody>
      </p:sp>
      <p:sp>
        <p:nvSpPr>
          <p:cNvPr id="5" name="TextBox 22">
            <a:extLst>
              <a:ext uri="{FF2B5EF4-FFF2-40B4-BE49-F238E27FC236}">
                <a16:creationId xmlns:a16="http://schemas.microsoft.com/office/drawing/2014/main" id="{2AB434C3-31D6-B4F6-AF78-FCBA11114AE0}"/>
              </a:ext>
            </a:extLst>
          </p:cNvPr>
          <p:cNvSpPr txBox="1"/>
          <p:nvPr/>
        </p:nvSpPr>
        <p:spPr bwMode="auto">
          <a:xfrm>
            <a:off x="709358" y="3987512"/>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De functienaam is een verkorte beschrijving van wat de functie doet:</a:t>
            </a:r>
          </a:p>
          <a:p>
            <a:pPr marL="800100" lvl="1" indent="-342900" fontAlgn="base">
              <a:spcBef>
                <a:spcPct val="0"/>
              </a:spcBef>
              <a:spcAft>
                <a:spcPct val="0"/>
              </a:spcAft>
              <a:buFont typeface="Arial" panose="020B0604020202020204" pitchFamily="34" charset="0"/>
              <a:buChar char="•"/>
              <a:defRPr/>
            </a:pPr>
            <a:r>
              <a:rPr kumimoji="0" lang="nl-NL" sz="2000" b="0" i="0" u="none" strike="noStrike" kern="0" cap="none" spc="0" normalizeH="0" noProof="0" dirty="0">
                <a:ln>
                  <a:noFill/>
                </a:ln>
                <a:solidFill>
                  <a:srgbClr val="294171"/>
                </a:solidFill>
                <a:effectLst/>
                <a:uLnTx/>
                <a:uFillTx/>
              </a:rPr>
              <a:t>print, </a:t>
            </a:r>
            <a:r>
              <a:rPr kumimoji="0" lang="nl-NL" sz="2000" b="0" i="0" u="none" strike="noStrike" kern="0" cap="none" spc="0" normalizeH="0" noProof="0" dirty="0" err="1">
                <a:ln>
                  <a:noFill/>
                </a:ln>
                <a:solidFill>
                  <a:srgbClr val="294171"/>
                </a:solidFill>
                <a:effectLst/>
                <a:uLnTx/>
                <a:uFillTx/>
              </a:rPr>
              <a:t>sum</a:t>
            </a:r>
            <a:r>
              <a:rPr kumimoji="0" lang="nl-NL" sz="2000" b="0" i="0" u="none" strike="noStrike" kern="0" cap="none" spc="0" normalizeH="0" noProof="0" dirty="0">
                <a:ln>
                  <a:noFill/>
                </a:ln>
                <a:solidFill>
                  <a:srgbClr val="294171"/>
                </a:solidFill>
                <a:effectLst/>
                <a:uLnTx/>
                <a:uFillTx/>
              </a:rPr>
              <a:t>, </a:t>
            </a:r>
            <a:r>
              <a:rPr kumimoji="0" lang="nl-NL" sz="2000" b="0" i="0" u="none" strike="noStrike" kern="0" cap="none" spc="0" normalizeH="0" noProof="0" dirty="0" err="1">
                <a:ln>
                  <a:noFill/>
                </a:ln>
                <a:solidFill>
                  <a:srgbClr val="294171"/>
                </a:solidFill>
                <a:effectLst/>
                <a:uLnTx/>
                <a:uFillTx/>
              </a:rPr>
              <a:t>len</a:t>
            </a:r>
            <a:r>
              <a:rPr kumimoji="0" lang="nl-NL" sz="2000" b="0" i="0" u="none" strike="noStrike" kern="0" cap="none" spc="0" normalizeH="0" noProof="0" dirty="0">
                <a:ln>
                  <a:noFill/>
                </a:ln>
                <a:solidFill>
                  <a:srgbClr val="294171"/>
                </a:solidFill>
                <a:effectLst/>
                <a:uLnTx/>
                <a:uFillTx/>
              </a:rPr>
              <a:t>, </a:t>
            </a:r>
            <a:r>
              <a:rPr kumimoji="0" lang="nl-NL" sz="2000" b="0" i="0" u="none" strike="noStrike" kern="0" cap="none" spc="0" normalizeH="0" noProof="0" dirty="0" err="1">
                <a:ln>
                  <a:noFill/>
                </a:ln>
                <a:solidFill>
                  <a:srgbClr val="294171"/>
                </a:solidFill>
                <a:effectLst/>
                <a:uLnTx/>
                <a:uFillTx/>
              </a:rPr>
              <a:t>round</a:t>
            </a:r>
            <a:endParaRPr kumimoji="0" lang="nl-NL" sz="2000" b="0" i="0" u="none" strike="noStrike" kern="0" cap="none" spc="0" normalizeH="0" noProof="0" dirty="0">
              <a:ln>
                <a:noFill/>
              </a:ln>
              <a:solidFill>
                <a:srgbClr val="294171"/>
              </a:solidFill>
              <a:effectLst/>
              <a:uLnTx/>
              <a:uFillTx/>
            </a:endParaRPr>
          </a:p>
        </p:txBody>
      </p:sp>
    </p:spTree>
    <p:extLst>
      <p:ext uri="{BB962C8B-B14F-4D97-AF65-F5344CB8AC3E}">
        <p14:creationId xmlns:p14="http://schemas.microsoft.com/office/powerpoint/2010/main" val="410276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0773A-CDF9-A5E0-E0D3-074C65BCE63C}"/>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9660565D-70AA-AD82-3733-A680DE668B4E}"/>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Functieparameters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(§5.1.2)</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1BA00D25-078D-3E33-B2B8-0096B72FD2AB}"/>
              </a:ext>
            </a:extLst>
          </p:cNvPr>
          <p:cNvSpPr txBox="1"/>
          <p:nvPr/>
        </p:nvSpPr>
        <p:spPr bwMode="auto">
          <a:xfrm>
            <a:off x="709358" y="1797784"/>
            <a:ext cx="10492038" cy="163121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Functies kunnen (verplichte) parameters hebben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Parameters zijn waardes die de functie moet verwerken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Parameters zet je (gescheiden door komma’s) tussen de haakjes achter de naam:</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p:txBody>
      </p:sp>
      <p:sp>
        <p:nvSpPr>
          <p:cNvPr id="5" name="TextBox 22">
            <a:extLst>
              <a:ext uri="{FF2B5EF4-FFF2-40B4-BE49-F238E27FC236}">
                <a16:creationId xmlns:a16="http://schemas.microsoft.com/office/drawing/2014/main" id="{F9BBB44E-29C5-6D86-9316-1474838F6328}"/>
              </a:ext>
            </a:extLst>
          </p:cNvPr>
          <p:cNvSpPr txBox="1"/>
          <p:nvPr/>
        </p:nvSpPr>
        <p:spPr bwMode="auto">
          <a:xfrm>
            <a:off x="778932" y="5269659"/>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De volgorde van parameters is ook de volgorde van printen van data!</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Functie print geeft deze waardes geen specifieke betekenis, maar andere functies doen dat wel!</a:t>
            </a:r>
          </a:p>
        </p:txBody>
      </p:sp>
      <p:sp>
        <p:nvSpPr>
          <p:cNvPr id="3" name="Tekstvak 2">
            <a:extLst>
              <a:ext uri="{FF2B5EF4-FFF2-40B4-BE49-F238E27FC236}">
                <a16:creationId xmlns:a16="http://schemas.microsoft.com/office/drawing/2014/main" id="{57C5A01D-D1E5-EA60-854A-23C66B0F181F}"/>
              </a:ext>
            </a:extLst>
          </p:cNvPr>
          <p:cNvSpPr txBox="1"/>
          <p:nvPr/>
        </p:nvSpPr>
        <p:spPr>
          <a:xfrm>
            <a:off x="1559338" y="3310684"/>
            <a:ext cx="7127461" cy="1631216"/>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x = 1.56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a:solidFill>
                  <a:prstClr val="black"/>
                </a:solidFill>
                <a:latin typeface="Consolas" panose="020B0609020204030204" pitchFamily="49" charset="0"/>
                <a:cs typeface="Courier New" panose="02070309020205020404" pitchFamily="49" charset="0"/>
              </a:rPr>
              <a:t>print( "voorbeeld" )</a:t>
            </a:r>
          </a:p>
          <a:p>
            <a:r>
              <a:rPr lang="nl-NL" sz="2000" kern="0" dirty="0">
                <a:solidFill>
                  <a:prstClr val="black"/>
                </a:solidFill>
                <a:latin typeface="Consolas" panose="020B0609020204030204" pitchFamily="49" charset="0"/>
                <a:cs typeface="Courier New" panose="02070309020205020404" pitchFamily="49" charset="0"/>
              </a:rPr>
              <a:t>print( x )</a:t>
            </a:r>
          </a:p>
          <a:p>
            <a:r>
              <a:rPr lang="nl-NL" sz="2000" kern="0" dirty="0">
                <a:solidFill>
                  <a:prstClr val="black"/>
                </a:solidFill>
                <a:latin typeface="Consolas" panose="020B0609020204030204" pitchFamily="49" charset="0"/>
                <a:cs typeface="Courier New" panose="02070309020205020404" pitchFamily="49" charset="0"/>
              </a:rPr>
              <a:t>print( x, "voorbeeld")</a:t>
            </a:r>
          </a:p>
        </p:txBody>
      </p:sp>
      <p:sp>
        <p:nvSpPr>
          <p:cNvPr id="7" name="Gedachtewolkje: wolk 6">
            <a:extLst>
              <a:ext uri="{FF2B5EF4-FFF2-40B4-BE49-F238E27FC236}">
                <a16:creationId xmlns:a16="http://schemas.microsoft.com/office/drawing/2014/main" id="{DAF4DD12-59BD-A62C-F6C1-CB2C34CE37CD}"/>
              </a:ext>
            </a:extLst>
          </p:cNvPr>
          <p:cNvSpPr/>
          <p:nvPr/>
        </p:nvSpPr>
        <p:spPr>
          <a:xfrm>
            <a:off x="5522976" y="3781717"/>
            <a:ext cx="2825496" cy="909396"/>
          </a:xfrm>
          <a:prstGeom prst="cloudCallout">
            <a:avLst>
              <a:gd name="adj1" fmla="val -74555"/>
              <a:gd name="adj2" fmla="val 5345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Nieuw: meerdere waardes printen</a:t>
            </a:r>
          </a:p>
        </p:txBody>
      </p:sp>
      <p:pic>
        <p:nvPicPr>
          <p:cNvPr id="6" name="Graphic 5" descr="Een gloeilamp">
            <a:extLst>
              <a:ext uri="{FF2B5EF4-FFF2-40B4-BE49-F238E27FC236}">
                <a16:creationId xmlns:a16="http://schemas.microsoft.com/office/drawing/2014/main" id="{60CE4BED-5241-733A-1763-D03EC38CAE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7810" y="3429000"/>
            <a:ext cx="950662" cy="950662"/>
          </a:xfrm>
          <a:prstGeom prst="rect">
            <a:avLst/>
          </a:prstGeom>
        </p:spPr>
      </p:pic>
    </p:spTree>
    <p:extLst>
      <p:ext uri="{BB962C8B-B14F-4D97-AF65-F5344CB8AC3E}">
        <p14:creationId xmlns:p14="http://schemas.microsoft.com/office/powerpoint/2010/main" val="765026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CE537-EA1E-A144-1441-BDA0CBEC6EF9}"/>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BEF534A4-3058-D620-FF3E-7B5250B3A112}"/>
              </a:ext>
            </a:extLst>
          </p:cNvPr>
          <p:cNvSpPr txBox="1">
            <a:spLocks/>
          </p:cNvSpPr>
          <p:nvPr/>
        </p:nvSpPr>
        <p:spPr bwMode="auto">
          <a:xfrm>
            <a:off x="709357" y="-1"/>
            <a:ext cx="8633425"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De </a:t>
            </a:r>
            <a:r>
              <a:rPr kumimoji="0" lang="en-US" sz="3600" b="1" i="0" u="none" strike="noStrike" kern="0" cap="none" spc="0" normalizeH="0" baseline="0" noProof="0" dirty="0" err="1">
                <a:ln>
                  <a:noFill/>
                </a:ln>
                <a:solidFill>
                  <a:prstClr val="black"/>
                </a:solidFill>
                <a:effectLst/>
                <a:uLnTx/>
                <a:uFillTx/>
              </a:rPr>
              <a:t>volgorde</a:t>
            </a:r>
            <a:r>
              <a:rPr kumimoji="0" lang="en-US" sz="3600" b="1" i="0" u="none" strike="noStrike" kern="0" cap="none" spc="0" normalizeH="0" baseline="0" noProof="0" dirty="0">
                <a:ln>
                  <a:noFill/>
                </a:ln>
                <a:solidFill>
                  <a:prstClr val="black"/>
                </a:solidFill>
                <a:effectLst/>
                <a:uLnTx/>
                <a:uFillTx/>
              </a:rPr>
              <a:t> van </a:t>
            </a:r>
            <a:r>
              <a:rPr kumimoji="0" lang="en-US" sz="3600" b="1" i="0" u="none" strike="noStrike" kern="0" cap="none" spc="0" normalizeH="0" baseline="0" noProof="0" dirty="0" err="1">
                <a:ln>
                  <a:noFill/>
                </a:ln>
                <a:solidFill>
                  <a:prstClr val="black"/>
                </a:solidFill>
                <a:effectLst/>
                <a:uLnTx/>
                <a:uFillTx/>
              </a:rPr>
              <a:t>functieparameters</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(§5.1.2)</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042CBCE6-5A62-DDF1-1E57-B6B94C6FAF2A}"/>
              </a:ext>
            </a:extLst>
          </p:cNvPr>
          <p:cNvSpPr txBox="1"/>
          <p:nvPr/>
        </p:nvSpPr>
        <p:spPr bwMode="auto">
          <a:xfrm>
            <a:off x="709358" y="1597729"/>
            <a:ext cx="10492038"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Voor de meeste functies maakt het </a:t>
            </a:r>
            <a:r>
              <a:rPr lang="nl-NL" sz="2000" b="1" u="sng" kern="0" dirty="0">
                <a:solidFill>
                  <a:srgbClr val="294171"/>
                </a:solidFill>
              </a:rPr>
              <a:t>wél</a:t>
            </a:r>
            <a:r>
              <a:rPr lang="nl-NL" sz="2000" kern="0" dirty="0">
                <a:solidFill>
                  <a:srgbClr val="294171"/>
                </a:solidFill>
              </a:rPr>
              <a:t> uit in welke volgorde je de parameters meegeeft!</a:t>
            </a:r>
          </a:p>
          <a:p>
            <a:pPr marL="342900" indent="-342900" fontAlgn="base">
              <a:spcBef>
                <a:spcPct val="0"/>
              </a:spcBef>
              <a:spcAft>
                <a:spcPct val="0"/>
              </a:spcAft>
              <a:buFont typeface="Arial" panose="020B0604020202020204" pitchFamily="34" charset="0"/>
              <a:buChar char="•"/>
              <a:defRPr/>
            </a:pPr>
            <a:endParaRPr lang="nl-NL" sz="2000" kern="0" noProof="0" dirty="0">
              <a:solidFill>
                <a:srgbClr val="294171"/>
              </a:solidFill>
            </a:endParaRPr>
          </a:p>
          <a:p>
            <a:pPr marL="342900" indent="-342900" fontAlgn="base">
              <a:spcBef>
                <a:spcPct val="0"/>
              </a:spcBef>
              <a:spcAft>
                <a:spcPct val="0"/>
              </a:spcAft>
              <a:buFont typeface="Arial" panose="020B0604020202020204" pitchFamily="34" charset="0"/>
              <a:buChar char="•"/>
              <a:defRPr/>
            </a:pPr>
            <a:r>
              <a:rPr lang="nl-NL" sz="2000" kern="0" noProof="0" dirty="0">
                <a:solidFill>
                  <a:srgbClr val="294171"/>
                </a:solidFill>
              </a:rPr>
              <a:t>Functie </a:t>
            </a:r>
            <a:r>
              <a:rPr lang="nl-NL" sz="2000" kern="0" noProof="0" dirty="0" err="1">
                <a:solidFill>
                  <a:srgbClr val="294171"/>
                </a:solidFill>
              </a:rPr>
              <a:t>pow</a:t>
            </a:r>
            <a:r>
              <a:rPr lang="nl-NL" sz="2000" kern="0" noProof="0" dirty="0">
                <a:solidFill>
                  <a:srgbClr val="294171"/>
                </a:solidFill>
              </a:rPr>
              <a:t> verwacht als 1</a:t>
            </a:r>
            <a:r>
              <a:rPr lang="nl-NL" sz="2000" kern="0" baseline="30000" noProof="0" dirty="0">
                <a:solidFill>
                  <a:srgbClr val="294171"/>
                </a:solidFill>
              </a:rPr>
              <a:t>e</a:t>
            </a:r>
            <a:r>
              <a:rPr lang="nl-NL" sz="2000" kern="0" noProof="0" dirty="0">
                <a:solidFill>
                  <a:srgbClr val="294171"/>
                </a:solidFill>
              </a:rPr>
              <a:t>  </a:t>
            </a:r>
            <a:r>
              <a:rPr lang="nl-NL" sz="2000" kern="0" dirty="0">
                <a:solidFill>
                  <a:srgbClr val="294171"/>
                </a:solidFill>
              </a:rPr>
              <a:t>parameter het grondtal</a:t>
            </a:r>
            <a:r>
              <a:rPr lang="nl-NL" sz="2000" kern="0" noProof="0" dirty="0">
                <a:solidFill>
                  <a:srgbClr val="294171"/>
                </a:solidFill>
              </a:rPr>
              <a:t>, en als 2</a:t>
            </a:r>
            <a:r>
              <a:rPr lang="nl-NL" sz="2000" kern="0" baseline="30000" noProof="0" dirty="0">
                <a:solidFill>
                  <a:srgbClr val="294171"/>
                </a:solidFill>
              </a:rPr>
              <a:t>e</a:t>
            </a:r>
            <a:r>
              <a:rPr lang="nl-NL" sz="2000" kern="0" noProof="0" dirty="0">
                <a:solidFill>
                  <a:srgbClr val="294171"/>
                </a:solidFill>
              </a:rPr>
              <a:t> de exponent:</a:t>
            </a:r>
            <a:endParaRPr kumimoji="0" lang="nl-NL" sz="2000" b="0" i="0" u="none" strike="noStrike" kern="0" cap="none" spc="0" normalizeH="0" noProof="0" dirty="0">
              <a:ln>
                <a:noFill/>
              </a:ln>
              <a:solidFill>
                <a:srgbClr val="294171"/>
              </a:solidFill>
              <a:effectLst/>
              <a:uLnTx/>
              <a:uFillTx/>
            </a:endParaRPr>
          </a:p>
        </p:txBody>
      </p:sp>
      <p:sp>
        <p:nvSpPr>
          <p:cNvPr id="5" name="TextBox 22">
            <a:extLst>
              <a:ext uri="{FF2B5EF4-FFF2-40B4-BE49-F238E27FC236}">
                <a16:creationId xmlns:a16="http://schemas.microsoft.com/office/drawing/2014/main" id="{FBEE43E0-A763-F571-86E3-3BD5B3ECF2B3}"/>
              </a:ext>
            </a:extLst>
          </p:cNvPr>
          <p:cNvSpPr txBox="1"/>
          <p:nvPr/>
        </p:nvSpPr>
        <p:spPr bwMode="auto">
          <a:xfrm>
            <a:off x="709357" y="5060216"/>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De eerste aanroep levert het </a:t>
            </a:r>
            <a:r>
              <a:rPr lang="nl-NL" sz="2000" kern="0" dirty="0" err="1">
                <a:solidFill>
                  <a:srgbClr val="294171"/>
                </a:solidFill>
              </a:rPr>
              <a:t>anwoord</a:t>
            </a:r>
            <a:r>
              <a:rPr lang="nl-NL" sz="2000" kern="0" dirty="0">
                <a:solidFill>
                  <a:srgbClr val="294171"/>
                </a:solidFill>
              </a:rPr>
              <a:t> van </a:t>
            </a:r>
            <a:r>
              <a:rPr kumimoji="0" lang="nl-NL" sz="2000" b="0" i="0" u="none" strike="noStrike" kern="0" cap="none" spc="0" normalizeH="0" noProof="0" dirty="0">
                <a:ln>
                  <a:noFill/>
                </a:ln>
                <a:solidFill>
                  <a:srgbClr val="294171"/>
                </a:solidFill>
                <a:effectLst/>
                <a:uLnTx/>
                <a:uFillTx/>
              </a:rPr>
              <a:t>2</a:t>
            </a:r>
            <a:r>
              <a:rPr kumimoji="0" lang="nl-NL" sz="2000" b="0" i="0" u="none" strike="noStrike" kern="0" cap="none" spc="0" normalizeH="0" baseline="30000" noProof="0" dirty="0">
                <a:ln>
                  <a:noFill/>
                </a:ln>
                <a:solidFill>
                  <a:srgbClr val="294171"/>
                </a:solidFill>
                <a:effectLst/>
                <a:uLnTx/>
                <a:uFillTx/>
              </a:rPr>
              <a:t>3</a:t>
            </a:r>
            <a:r>
              <a:rPr lang="nl-NL" sz="2000" kern="0" noProof="0" dirty="0">
                <a:solidFill>
                  <a:srgbClr val="294171"/>
                </a:solidFill>
              </a:rPr>
              <a:t> </a:t>
            </a:r>
            <a:r>
              <a:rPr lang="nl-NL" sz="2000" kern="0" dirty="0">
                <a:solidFill>
                  <a:srgbClr val="294171"/>
                </a:solidFill>
              </a:rPr>
              <a:t>op. De</a:t>
            </a:r>
            <a:r>
              <a:rPr kumimoji="0" lang="nl-NL" sz="2000" b="0" i="0" u="none" strike="noStrike" kern="0" cap="none" spc="0" normalizeH="0" noProof="0" dirty="0">
                <a:ln>
                  <a:noFill/>
                </a:ln>
                <a:solidFill>
                  <a:srgbClr val="294171"/>
                </a:solidFill>
                <a:effectLst/>
                <a:uLnTx/>
                <a:uFillTx/>
              </a:rPr>
              <a:t> tweede berekent 3</a:t>
            </a:r>
            <a:r>
              <a:rPr kumimoji="0" lang="nl-NL" sz="2000" b="0" i="0" u="none" strike="noStrike" kern="0" cap="none" spc="0" normalizeH="0" baseline="30000" noProof="0" dirty="0">
                <a:ln>
                  <a:noFill/>
                </a:ln>
                <a:solidFill>
                  <a:srgbClr val="294171"/>
                </a:solidFill>
                <a:effectLst/>
                <a:uLnTx/>
                <a:uFillTx/>
              </a:rPr>
              <a:t>2</a:t>
            </a:r>
            <a:r>
              <a:rPr lang="nl-NL" sz="2000" kern="0" dirty="0">
                <a:solidFill>
                  <a:srgbClr val="294171"/>
                </a:solidFill>
              </a:rPr>
              <a:t>.</a:t>
            </a:r>
          </a:p>
        </p:txBody>
      </p:sp>
      <p:sp>
        <p:nvSpPr>
          <p:cNvPr id="3" name="Tekstvak 2">
            <a:extLst>
              <a:ext uri="{FF2B5EF4-FFF2-40B4-BE49-F238E27FC236}">
                <a16:creationId xmlns:a16="http://schemas.microsoft.com/office/drawing/2014/main" id="{A2B1106A-0989-5704-BB64-E87C689842C9}"/>
              </a:ext>
            </a:extLst>
          </p:cNvPr>
          <p:cNvSpPr txBox="1"/>
          <p:nvPr/>
        </p:nvSpPr>
        <p:spPr>
          <a:xfrm>
            <a:off x="1766956" y="2818294"/>
            <a:ext cx="7127461" cy="1631216"/>
          </a:xfrm>
          <a:prstGeom prst="rect">
            <a:avLst/>
          </a:prstGeom>
          <a:noFill/>
          <a:ln>
            <a:solidFill>
              <a:schemeClr val="accent1"/>
            </a:solidFill>
          </a:ln>
        </p:spPr>
        <p:txBody>
          <a:bodyPr wrap="square">
            <a:spAutoFit/>
          </a:bodyPr>
          <a:lstStyle/>
          <a:p>
            <a:r>
              <a:rPr lang="en-US" sz="2000" kern="0" dirty="0" err="1">
                <a:solidFill>
                  <a:prstClr val="black"/>
                </a:solidFill>
                <a:latin typeface="Consolas" panose="020B0609020204030204" pitchFamily="49" charset="0"/>
                <a:cs typeface="Courier New" panose="02070309020205020404" pitchFamily="49" charset="0"/>
              </a:rPr>
              <a:t>grondtal</a:t>
            </a:r>
            <a:r>
              <a:rPr lang="en-US" sz="2000" kern="0" dirty="0">
                <a:solidFill>
                  <a:prstClr val="black"/>
                </a:solidFill>
                <a:latin typeface="Consolas" panose="020B0609020204030204" pitchFamily="49" charset="0"/>
                <a:cs typeface="Courier New" panose="02070309020205020404" pitchFamily="49" charset="0"/>
              </a:rPr>
              <a:t> = 2 </a:t>
            </a:r>
          </a:p>
          <a:p>
            <a:r>
              <a:rPr lang="en-US" sz="2000" kern="0" dirty="0">
                <a:solidFill>
                  <a:prstClr val="black"/>
                </a:solidFill>
                <a:latin typeface="Consolas" panose="020B0609020204030204" pitchFamily="49" charset="0"/>
                <a:cs typeface="Courier New" panose="02070309020205020404" pitchFamily="49" charset="0"/>
              </a:rPr>
              <a:t>exponent = 3 </a:t>
            </a:r>
          </a:p>
          <a:p>
            <a:endParaRPr lang="en-US" sz="2000" kern="0" dirty="0">
              <a:solidFill>
                <a:prstClr val="black"/>
              </a:solidFill>
              <a:latin typeface="Consolas" panose="020B0609020204030204" pitchFamily="49" charset="0"/>
              <a:cs typeface="Courier New" panose="02070309020205020404" pitchFamily="49" charset="0"/>
            </a:endParaRPr>
          </a:p>
          <a:p>
            <a:r>
              <a:rPr lang="en-US" sz="2000" dirty="0">
                <a:solidFill>
                  <a:schemeClr val="bg1">
                    <a:lumMod val="75000"/>
                  </a:schemeClr>
                </a:solidFill>
                <a:latin typeface="Consolas" panose="020B0609020204030204" pitchFamily="49" charset="0"/>
              </a:rPr>
              <a:t>print(</a:t>
            </a:r>
            <a:r>
              <a:rPr lang="en-US" sz="2000" kern="0" dirty="0">
                <a:solidFill>
                  <a:prstClr val="black"/>
                </a:solidFill>
                <a:latin typeface="Consolas" panose="020B0609020204030204" pitchFamily="49" charset="0"/>
                <a:cs typeface="Courier New" panose="02070309020205020404" pitchFamily="49" charset="0"/>
              </a:rPr>
              <a:t> pow( </a:t>
            </a:r>
            <a:r>
              <a:rPr lang="en-US" sz="2000" kern="0" dirty="0" err="1">
                <a:solidFill>
                  <a:prstClr val="black"/>
                </a:solidFill>
                <a:latin typeface="Consolas" panose="020B0609020204030204" pitchFamily="49" charset="0"/>
                <a:cs typeface="Courier New" panose="02070309020205020404" pitchFamily="49" charset="0"/>
              </a:rPr>
              <a:t>grondtal</a:t>
            </a:r>
            <a:r>
              <a:rPr lang="en-US" sz="2000" kern="0" dirty="0">
                <a:solidFill>
                  <a:prstClr val="black"/>
                </a:solidFill>
                <a:latin typeface="Consolas" panose="020B0609020204030204" pitchFamily="49" charset="0"/>
                <a:cs typeface="Courier New" panose="02070309020205020404" pitchFamily="49" charset="0"/>
              </a:rPr>
              <a:t>, exponent ) </a:t>
            </a:r>
            <a:r>
              <a:rPr lang="en-US" sz="2000" dirty="0">
                <a:solidFill>
                  <a:schemeClr val="bg1">
                    <a:lumMod val="75000"/>
                  </a:schemeClr>
                </a:solidFill>
                <a:latin typeface="Consolas" panose="020B0609020204030204" pitchFamily="49" charset="0"/>
              </a:rPr>
              <a:t>)</a:t>
            </a:r>
          </a:p>
          <a:p>
            <a:r>
              <a:rPr lang="en-US" sz="2000" dirty="0">
                <a:solidFill>
                  <a:schemeClr val="bg1">
                    <a:lumMod val="75000"/>
                  </a:schemeClr>
                </a:solidFill>
                <a:latin typeface="Consolas" panose="020B0609020204030204" pitchFamily="49" charset="0"/>
              </a:rPr>
              <a:t>print(</a:t>
            </a:r>
            <a:r>
              <a:rPr lang="en-US" sz="2000" kern="0" dirty="0">
                <a:solidFill>
                  <a:prstClr val="black"/>
                </a:solidFill>
                <a:latin typeface="Consolas" panose="020B0609020204030204" pitchFamily="49" charset="0"/>
                <a:cs typeface="Courier New" panose="02070309020205020404" pitchFamily="49" charset="0"/>
              </a:rPr>
              <a:t> pow( exponent, </a:t>
            </a:r>
            <a:r>
              <a:rPr lang="en-US" sz="2000" kern="0" dirty="0" err="1">
                <a:solidFill>
                  <a:prstClr val="black"/>
                </a:solidFill>
                <a:latin typeface="Consolas" panose="020B0609020204030204" pitchFamily="49" charset="0"/>
                <a:cs typeface="Courier New" panose="02070309020205020404" pitchFamily="49" charset="0"/>
              </a:rPr>
              <a:t>grondtal</a:t>
            </a:r>
            <a:r>
              <a:rPr lang="en-US" sz="2000" kern="0" dirty="0">
                <a:solidFill>
                  <a:prstClr val="black"/>
                </a:solidFill>
                <a:latin typeface="Consolas" panose="020B0609020204030204" pitchFamily="49" charset="0"/>
                <a:cs typeface="Courier New" panose="02070309020205020404" pitchFamily="49" charset="0"/>
              </a:rPr>
              <a:t> ) </a:t>
            </a:r>
            <a:r>
              <a:rPr lang="en-US" sz="2000" dirty="0">
                <a:solidFill>
                  <a:schemeClr val="bg1">
                    <a:lumMod val="75000"/>
                  </a:schemeClr>
                </a:solidFill>
                <a:latin typeface="Consolas" panose="020B0609020204030204" pitchFamily="49" charset="0"/>
              </a:rPr>
              <a:t>)</a:t>
            </a:r>
          </a:p>
        </p:txBody>
      </p:sp>
      <p:grpSp>
        <p:nvGrpSpPr>
          <p:cNvPr id="6" name="Groep 5">
            <a:extLst>
              <a:ext uri="{FF2B5EF4-FFF2-40B4-BE49-F238E27FC236}">
                <a16:creationId xmlns:a16="http://schemas.microsoft.com/office/drawing/2014/main" id="{F9E8AFC3-0E0C-3473-5BA0-2A8244AD5804}"/>
              </a:ext>
            </a:extLst>
          </p:cNvPr>
          <p:cNvGrpSpPr/>
          <p:nvPr/>
        </p:nvGrpSpPr>
        <p:grpSpPr>
          <a:xfrm>
            <a:off x="8481758" y="3393961"/>
            <a:ext cx="1220819" cy="889297"/>
            <a:chOff x="6222079" y="5499300"/>
            <a:chExt cx="1193142" cy="1091884"/>
          </a:xfrm>
        </p:grpSpPr>
        <p:sp>
          <p:nvSpPr>
            <p:cNvPr id="7" name="Tekstvak 6">
              <a:extLst>
                <a:ext uri="{FF2B5EF4-FFF2-40B4-BE49-F238E27FC236}">
                  <a16:creationId xmlns:a16="http://schemas.microsoft.com/office/drawing/2014/main" id="{488DB812-596B-6F5B-5324-95F63219DE67}"/>
                </a:ext>
              </a:extLst>
            </p:cNvPr>
            <p:cNvSpPr txBox="1"/>
            <p:nvPr/>
          </p:nvSpPr>
          <p:spPr>
            <a:xfrm>
              <a:off x="6222079" y="5643187"/>
              <a:ext cx="1193142" cy="947997"/>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8</a:t>
              </a:r>
            </a:p>
            <a:p>
              <a:r>
                <a:rPr lang="nl-NL" kern="0" dirty="0">
                  <a:solidFill>
                    <a:prstClr val="black"/>
                  </a:solidFill>
                  <a:cs typeface="Courier New" panose="02070309020205020404" pitchFamily="49" charset="0"/>
                </a:rPr>
                <a:t>9</a:t>
              </a:r>
            </a:p>
          </p:txBody>
        </p:sp>
        <p:sp>
          <p:nvSpPr>
            <p:cNvPr id="8" name="Tekstvak 7">
              <a:extLst>
                <a:ext uri="{FF2B5EF4-FFF2-40B4-BE49-F238E27FC236}">
                  <a16:creationId xmlns:a16="http://schemas.microsoft.com/office/drawing/2014/main" id="{CBD36163-A5AC-55CB-6830-582EC51FCB49}"/>
                </a:ext>
              </a:extLst>
            </p:cNvPr>
            <p:cNvSpPr txBox="1"/>
            <p:nvPr/>
          </p:nvSpPr>
          <p:spPr>
            <a:xfrm>
              <a:off x="6401396" y="5499300"/>
              <a:ext cx="584791" cy="264523"/>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4" name="TextBox 22">
            <a:extLst>
              <a:ext uri="{FF2B5EF4-FFF2-40B4-BE49-F238E27FC236}">
                <a16:creationId xmlns:a16="http://schemas.microsoft.com/office/drawing/2014/main" id="{FEBECA0F-A5EA-839A-9991-9E56ABFA77E4}"/>
              </a:ext>
            </a:extLst>
          </p:cNvPr>
          <p:cNvSpPr txBox="1"/>
          <p:nvPr/>
        </p:nvSpPr>
        <p:spPr bwMode="auto">
          <a:xfrm>
            <a:off x="709357" y="5460326"/>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kumimoji="0" lang="nl-NL" sz="2000" b="1" i="0" u="none" strike="noStrike" kern="0" cap="none" spc="0" normalizeH="0" noProof="0" dirty="0">
                <a:ln>
                  <a:noFill/>
                </a:ln>
                <a:solidFill>
                  <a:srgbClr val="294171"/>
                </a:solidFill>
                <a:effectLst/>
                <a:uLnTx/>
                <a:uFillTx/>
              </a:rPr>
              <a:t>Let op: </a:t>
            </a:r>
            <a:r>
              <a:rPr kumimoji="0" lang="nl-NL" sz="2000" b="0" i="0" u="none" strike="noStrike" kern="0" cap="none" spc="0" normalizeH="0" noProof="0" dirty="0">
                <a:ln>
                  <a:noFill/>
                </a:ln>
                <a:solidFill>
                  <a:srgbClr val="294171"/>
                </a:solidFill>
                <a:effectLst/>
                <a:uLnTx/>
                <a:uFillTx/>
              </a:rPr>
              <a:t>eerst wordt </a:t>
            </a:r>
            <a:r>
              <a:rPr kumimoji="0" lang="nl-NL" sz="2000" b="0" i="0" u="none" strike="noStrike" kern="0" cap="none" spc="0" normalizeH="0" noProof="0" dirty="0" err="1">
                <a:ln>
                  <a:noFill/>
                </a:ln>
                <a:solidFill>
                  <a:srgbClr val="294171"/>
                </a:solidFill>
                <a:effectLst/>
                <a:uLnTx/>
                <a:uFillTx/>
              </a:rPr>
              <a:t>pow</a:t>
            </a:r>
            <a:r>
              <a:rPr kumimoji="0" lang="nl-NL" sz="2000" b="0" i="0" u="none" strike="noStrike" kern="0" cap="none" spc="0" normalizeH="0" noProof="0" dirty="0">
                <a:ln>
                  <a:noFill/>
                </a:ln>
                <a:solidFill>
                  <a:srgbClr val="294171"/>
                </a:solidFill>
                <a:effectLst/>
                <a:uLnTx/>
                <a:uFillTx/>
              </a:rPr>
              <a:t>() uitgevoerd, daarna is diens retourwaarde de parameter voor print()! </a:t>
            </a:r>
          </a:p>
        </p:txBody>
      </p:sp>
    </p:spTree>
    <p:extLst>
      <p:ext uri="{BB962C8B-B14F-4D97-AF65-F5344CB8AC3E}">
        <p14:creationId xmlns:p14="http://schemas.microsoft.com/office/powerpoint/2010/main" val="198135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C63A-DF91-0C20-F999-2DE9E792354E}"/>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9C7E91E2-30BB-75A7-2D20-44D8BF32A1E4}"/>
              </a:ext>
            </a:extLst>
          </p:cNvPr>
          <p:cNvSpPr txBox="1"/>
          <p:nvPr/>
        </p:nvSpPr>
        <p:spPr>
          <a:xfrm>
            <a:off x="1767377" y="2815320"/>
            <a:ext cx="7127461" cy="1323439"/>
          </a:xfrm>
          <a:prstGeom prst="rect">
            <a:avLst/>
          </a:prstGeom>
          <a:noFill/>
          <a:ln>
            <a:solidFill>
              <a:schemeClr val="accent1"/>
            </a:solidFill>
          </a:ln>
        </p:spPr>
        <p:txBody>
          <a:bodyPr wrap="square">
            <a:spAutoFit/>
          </a:bodyPr>
          <a:lstStyle/>
          <a:p>
            <a:r>
              <a:rPr lang="en-US" sz="2000" kern="0" dirty="0">
                <a:solidFill>
                  <a:prstClr val="black"/>
                </a:solidFill>
                <a:latin typeface="Consolas" panose="020B0609020204030204" pitchFamily="49" charset="0"/>
                <a:cs typeface="Courier New" panose="02070309020205020404" pitchFamily="49" charset="0"/>
              </a:rPr>
              <a:t>basis = 2 </a:t>
            </a:r>
          </a:p>
          <a:p>
            <a:r>
              <a:rPr lang="en-US" sz="2000" kern="0" dirty="0">
                <a:solidFill>
                  <a:prstClr val="black"/>
                </a:solidFill>
                <a:latin typeface="Consolas" panose="020B0609020204030204" pitchFamily="49" charset="0"/>
                <a:cs typeface="Courier New" panose="02070309020205020404" pitchFamily="49" charset="0"/>
              </a:rPr>
              <a:t>exponent = 3 </a:t>
            </a: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highlight>
                  <a:srgbClr val="00FFFF"/>
                </a:highlight>
                <a:latin typeface="Consolas" panose="020B0609020204030204" pitchFamily="49" charset="0"/>
                <a:cs typeface="Courier New" panose="02070309020205020404" pitchFamily="49" charset="0"/>
              </a:rPr>
              <a:t>print(</a:t>
            </a:r>
            <a:r>
              <a:rPr lang="en-US" sz="2000" kern="0" dirty="0">
                <a:solidFill>
                  <a:prstClr val="black"/>
                </a:solidFill>
                <a:latin typeface="Consolas" panose="020B0609020204030204" pitchFamily="49" charset="0"/>
                <a:cs typeface="Courier New" panose="02070309020205020404" pitchFamily="49" charset="0"/>
              </a:rPr>
              <a:t> </a:t>
            </a:r>
            <a:r>
              <a:rPr lang="en-US" sz="2000" kern="0" dirty="0">
                <a:solidFill>
                  <a:prstClr val="black"/>
                </a:solidFill>
                <a:highlight>
                  <a:srgbClr val="C0C0C0"/>
                </a:highlight>
                <a:latin typeface="Consolas" panose="020B0609020204030204" pitchFamily="49" charset="0"/>
                <a:cs typeface="Courier New" panose="02070309020205020404" pitchFamily="49" charset="0"/>
              </a:rPr>
              <a:t>pow( basis, exponent )</a:t>
            </a:r>
            <a:r>
              <a:rPr lang="en-US" sz="2000" kern="0" dirty="0">
                <a:solidFill>
                  <a:prstClr val="black"/>
                </a:solidFill>
                <a:latin typeface="Consolas" panose="020B0609020204030204" pitchFamily="49" charset="0"/>
                <a:cs typeface="Courier New" panose="02070309020205020404" pitchFamily="49" charset="0"/>
              </a:rPr>
              <a:t> </a:t>
            </a:r>
            <a:r>
              <a:rPr lang="en-US" sz="2000" kern="0" dirty="0">
                <a:solidFill>
                  <a:prstClr val="black"/>
                </a:solidFill>
                <a:highlight>
                  <a:srgbClr val="00FFFF"/>
                </a:highlight>
                <a:latin typeface="Consolas" panose="020B0609020204030204" pitchFamily="49" charset="0"/>
                <a:cs typeface="Courier New" panose="02070309020205020404" pitchFamily="49" charset="0"/>
              </a:rPr>
              <a:t>)</a:t>
            </a:r>
          </a:p>
        </p:txBody>
      </p:sp>
      <p:sp>
        <p:nvSpPr>
          <p:cNvPr id="45" name="Title 1">
            <a:extLst>
              <a:ext uri="{FF2B5EF4-FFF2-40B4-BE49-F238E27FC236}">
                <a16:creationId xmlns:a16="http://schemas.microsoft.com/office/drawing/2014/main" id="{5E80930F-35AD-58A6-E071-2D3CC95BE362}"/>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Retourwaarde</a:t>
            </a:r>
            <a:r>
              <a:rPr kumimoji="0" lang="en-US" sz="3600" b="1" i="0" u="none" strike="noStrike" kern="0" cap="none" spc="0" normalizeH="0" baseline="0" noProof="0" dirty="0">
                <a:ln>
                  <a:noFill/>
                </a:ln>
                <a:solidFill>
                  <a:prstClr val="black"/>
                </a:solidFill>
                <a:effectLst/>
                <a:uLnTx/>
                <a:uFillTx/>
              </a:rPr>
              <a:t> van </a:t>
            </a:r>
            <a:r>
              <a:rPr kumimoji="0" lang="en-US" sz="3600" b="1" i="0" u="none" strike="noStrike" kern="0" cap="none" spc="0" normalizeH="0" baseline="0" noProof="0" dirty="0" err="1">
                <a:ln>
                  <a:noFill/>
                </a:ln>
                <a:solidFill>
                  <a:prstClr val="black"/>
                </a:solidFill>
                <a:effectLst/>
                <a:uLnTx/>
                <a:uFillTx/>
              </a:rPr>
              <a:t>een</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(§5.1.3)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288360EA-7927-29AE-2188-96006C14D774}"/>
              </a:ext>
            </a:extLst>
          </p:cNvPr>
          <p:cNvSpPr txBox="1"/>
          <p:nvPr/>
        </p:nvSpPr>
        <p:spPr bwMode="auto">
          <a:xfrm>
            <a:off x="709358" y="1597729"/>
            <a:ext cx="10492038"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Sommige (maar dus niet alle) functies hebben een retourwaarde (antwoord):</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Functie </a:t>
            </a:r>
            <a:r>
              <a:rPr lang="nl-NL" sz="2000" kern="0" dirty="0" err="1">
                <a:solidFill>
                  <a:srgbClr val="294171"/>
                </a:solidFill>
                <a:highlight>
                  <a:srgbClr val="C0C0C0"/>
                </a:highlight>
              </a:rPr>
              <a:t>pow</a:t>
            </a:r>
            <a:r>
              <a:rPr lang="nl-NL" sz="2000" kern="0" dirty="0">
                <a:solidFill>
                  <a:srgbClr val="294171"/>
                </a:solidFill>
              </a:rPr>
              <a:t> retourneert een </a:t>
            </a:r>
            <a:r>
              <a:rPr lang="nl-NL" sz="2000" b="1" kern="0" dirty="0" err="1">
                <a:solidFill>
                  <a:srgbClr val="294171"/>
                </a:solidFill>
              </a:rPr>
              <a:t>float</a:t>
            </a:r>
            <a:endParaRPr lang="nl-NL" sz="2000"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F</a:t>
            </a:r>
            <a:r>
              <a:rPr kumimoji="0" lang="nl-NL" sz="2000" b="0" i="0" u="none" strike="noStrike" kern="0" cap="none" spc="0" normalizeH="0" noProof="0" dirty="0" err="1">
                <a:ln>
                  <a:noFill/>
                </a:ln>
                <a:solidFill>
                  <a:srgbClr val="294171"/>
                </a:solidFill>
                <a:effectLst/>
                <a:uLnTx/>
                <a:uFillTx/>
              </a:rPr>
              <a:t>unctie</a:t>
            </a:r>
            <a:r>
              <a:rPr kumimoji="0" lang="nl-NL" sz="2000" b="0" i="0" u="none" strike="noStrike" kern="0" cap="none" spc="0" normalizeH="0" noProof="0" dirty="0">
                <a:ln>
                  <a:noFill/>
                </a:ln>
                <a:solidFill>
                  <a:srgbClr val="294171"/>
                </a:solidFill>
                <a:effectLst/>
                <a:uLnTx/>
                <a:uFillTx/>
              </a:rPr>
              <a:t> </a:t>
            </a:r>
            <a:r>
              <a:rPr kumimoji="0" lang="nl-NL" sz="2000" b="0" i="0" u="none" strike="noStrike" kern="0" cap="none" spc="0" normalizeH="0" noProof="0" dirty="0">
                <a:ln>
                  <a:noFill/>
                </a:ln>
                <a:solidFill>
                  <a:srgbClr val="294171"/>
                </a:solidFill>
                <a:effectLst/>
                <a:highlight>
                  <a:srgbClr val="00FFFF"/>
                </a:highlight>
                <a:uLnTx/>
                <a:uFillTx/>
              </a:rPr>
              <a:t>print</a:t>
            </a:r>
            <a:r>
              <a:rPr kumimoji="0" lang="nl-NL" sz="2000" b="0" i="0" u="none" strike="noStrike" kern="0" cap="none" spc="0" normalizeH="0" noProof="0" dirty="0">
                <a:ln>
                  <a:noFill/>
                </a:ln>
                <a:solidFill>
                  <a:srgbClr val="294171"/>
                </a:solidFill>
                <a:effectLst/>
                <a:uLnTx/>
                <a:uFillTx/>
              </a:rPr>
              <a:t> retourneert </a:t>
            </a:r>
            <a:r>
              <a:rPr kumimoji="0" lang="nl-NL" sz="2000" b="1" i="0" u="none" strike="noStrike" kern="0" cap="none" spc="0" normalizeH="0" noProof="0" dirty="0">
                <a:ln>
                  <a:noFill/>
                </a:ln>
                <a:solidFill>
                  <a:srgbClr val="294171"/>
                </a:solidFill>
                <a:effectLst/>
                <a:uLnTx/>
                <a:uFillTx/>
              </a:rPr>
              <a:t>niets </a:t>
            </a:r>
            <a:r>
              <a:rPr kumimoji="0" lang="nl-NL" sz="2000" i="0" u="none" strike="noStrike" kern="0" cap="none" spc="0" normalizeH="0" noProof="0" dirty="0">
                <a:ln>
                  <a:noFill/>
                </a:ln>
                <a:solidFill>
                  <a:srgbClr val="294171"/>
                </a:solidFill>
                <a:effectLst/>
                <a:uLnTx/>
                <a:uFillTx/>
              </a:rPr>
              <a:t>(None)</a:t>
            </a:r>
          </a:p>
        </p:txBody>
      </p:sp>
      <p:sp>
        <p:nvSpPr>
          <p:cNvPr id="5" name="TextBox 22">
            <a:extLst>
              <a:ext uri="{FF2B5EF4-FFF2-40B4-BE49-F238E27FC236}">
                <a16:creationId xmlns:a16="http://schemas.microsoft.com/office/drawing/2014/main" id="{0BD30FB3-F36A-5961-D88E-CC93954DAA53}"/>
              </a:ext>
            </a:extLst>
          </p:cNvPr>
          <p:cNvSpPr txBox="1"/>
          <p:nvPr/>
        </p:nvSpPr>
        <p:spPr bwMode="auto">
          <a:xfrm>
            <a:off x="709358" y="4364774"/>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Een retourwaarde kan je gebruiken in je code:</a:t>
            </a:r>
            <a:endParaRPr kumimoji="0" lang="nl-NL" sz="2000" b="0" i="0" u="none" strike="noStrike" kern="0" cap="none" spc="0" normalizeH="0" noProof="0" dirty="0">
              <a:ln>
                <a:noFill/>
              </a:ln>
              <a:solidFill>
                <a:srgbClr val="294171"/>
              </a:solidFill>
              <a:effectLst/>
              <a:uLnTx/>
              <a:uFillTx/>
            </a:endParaRPr>
          </a:p>
        </p:txBody>
      </p:sp>
      <p:grpSp>
        <p:nvGrpSpPr>
          <p:cNvPr id="6" name="Groep 5">
            <a:extLst>
              <a:ext uri="{FF2B5EF4-FFF2-40B4-BE49-F238E27FC236}">
                <a16:creationId xmlns:a16="http://schemas.microsoft.com/office/drawing/2014/main" id="{FAB0F4B3-61E1-0E7D-1167-DE4FAB1E536F}"/>
              </a:ext>
            </a:extLst>
          </p:cNvPr>
          <p:cNvGrpSpPr/>
          <p:nvPr/>
        </p:nvGrpSpPr>
        <p:grpSpPr>
          <a:xfrm>
            <a:off x="8284428" y="3601079"/>
            <a:ext cx="1220819" cy="612298"/>
            <a:chOff x="6222079" y="5499300"/>
            <a:chExt cx="1193142" cy="751783"/>
          </a:xfrm>
        </p:grpSpPr>
        <p:sp>
          <p:nvSpPr>
            <p:cNvPr id="7" name="Tekstvak 6">
              <a:extLst>
                <a:ext uri="{FF2B5EF4-FFF2-40B4-BE49-F238E27FC236}">
                  <a16:creationId xmlns:a16="http://schemas.microsoft.com/office/drawing/2014/main" id="{20E92F45-A0A8-6008-6421-F291C84A5599}"/>
                </a:ext>
              </a:extLst>
            </p:cNvPr>
            <p:cNvSpPr txBox="1"/>
            <p:nvPr/>
          </p:nvSpPr>
          <p:spPr>
            <a:xfrm>
              <a:off x="6222079" y="5643187"/>
              <a:ext cx="1193142" cy="607896"/>
            </a:xfrm>
            <a:prstGeom prst="rect">
              <a:avLst/>
            </a:prstGeom>
            <a:solidFill>
              <a:schemeClr val="bg1"/>
            </a:solidFill>
            <a:ln>
              <a:solidFill>
                <a:schemeClr val="accent1"/>
              </a:solidFill>
            </a:ln>
          </p:spPr>
          <p:txBody>
            <a:bodyPr wrap="square" lIns="108000" tIns="144000" rIns="108000" bIns="72000">
              <a:spAutoFit/>
            </a:bodyPr>
            <a:lstStyle/>
            <a:p>
              <a:r>
                <a:rPr lang="nl-NL" kern="0" dirty="0">
                  <a:solidFill>
                    <a:prstClr val="black"/>
                  </a:solidFill>
                  <a:cs typeface="Courier New" panose="02070309020205020404" pitchFamily="49" charset="0"/>
                </a:rPr>
                <a:t>8</a:t>
              </a:r>
            </a:p>
          </p:txBody>
        </p:sp>
        <p:sp>
          <p:nvSpPr>
            <p:cNvPr id="8" name="Tekstvak 7">
              <a:extLst>
                <a:ext uri="{FF2B5EF4-FFF2-40B4-BE49-F238E27FC236}">
                  <a16:creationId xmlns:a16="http://schemas.microsoft.com/office/drawing/2014/main" id="{EE156601-3A03-21CE-99AD-EECB0254E2A8}"/>
                </a:ext>
              </a:extLst>
            </p:cNvPr>
            <p:cNvSpPr txBox="1"/>
            <p:nvPr/>
          </p:nvSpPr>
          <p:spPr>
            <a:xfrm>
              <a:off x="6401396" y="5499300"/>
              <a:ext cx="584791" cy="264523"/>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9" name="Tekstvak 8">
            <a:extLst>
              <a:ext uri="{FF2B5EF4-FFF2-40B4-BE49-F238E27FC236}">
                <a16:creationId xmlns:a16="http://schemas.microsoft.com/office/drawing/2014/main" id="{26170A11-1C7A-EF7C-D022-5371C2D68375}"/>
              </a:ext>
            </a:extLst>
          </p:cNvPr>
          <p:cNvSpPr txBox="1"/>
          <p:nvPr/>
        </p:nvSpPr>
        <p:spPr>
          <a:xfrm>
            <a:off x="1767377" y="4924518"/>
            <a:ext cx="7127461" cy="1323439"/>
          </a:xfrm>
          <a:prstGeom prst="rect">
            <a:avLst/>
          </a:prstGeom>
          <a:noFill/>
          <a:ln>
            <a:solidFill>
              <a:schemeClr val="accent1"/>
            </a:solidFill>
          </a:ln>
        </p:spPr>
        <p:txBody>
          <a:bodyPr wrap="square">
            <a:spAutoFit/>
          </a:bodyPr>
          <a:lstStyle/>
          <a:p>
            <a:r>
              <a:rPr lang="en-US" sz="2000" kern="0" dirty="0" err="1">
                <a:solidFill>
                  <a:prstClr val="black"/>
                </a:solidFill>
                <a:latin typeface="Consolas" panose="020B0609020204030204" pitchFamily="49" charset="0"/>
                <a:cs typeface="Courier New" panose="02070309020205020404" pitchFamily="49" charset="0"/>
              </a:rPr>
              <a:t>resultaat</a:t>
            </a:r>
            <a:r>
              <a:rPr lang="en-US" sz="2000" kern="0" dirty="0">
                <a:solidFill>
                  <a:prstClr val="black"/>
                </a:solidFill>
                <a:latin typeface="Consolas" panose="020B0609020204030204" pitchFamily="49" charset="0"/>
                <a:cs typeface="Courier New" panose="02070309020205020404" pitchFamily="49" charset="0"/>
              </a:rPr>
              <a:t> = pow( 2.5, 3 )</a:t>
            </a:r>
          </a:p>
          <a:p>
            <a:r>
              <a:rPr lang="en-US" sz="2000" kern="0" dirty="0" err="1">
                <a:solidFill>
                  <a:prstClr val="black"/>
                </a:solidFill>
                <a:latin typeface="Consolas" panose="020B0609020204030204" pitchFamily="49" charset="0"/>
                <a:cs typeface="Courier New" panose="02070309020205020404" pitchFamily="49" charset="0"/>
              </a:rPr>
              <a:t>afgerond</a:t>
            </a:r>
            <a:r>
              <a:rPr lang="en-US" sz="2000" kern="0" dirty="0">
                <a:solidFill>
                  <a:prstClr val="black"/>
                </a:solidFill>
                <a:latin typeface="Consolas" panose="020B0609020204030204" pitchFamily="49" charset="0"/>
                <a:cs typeface="Courier New" panose="02070309020205020404" pitchFamily="49" charset="0"/>
              </a:rPr>
              <a:t> = round( </a:t>
            </a:r>
            <a:r>
              <a:rPr lang="en-US" sz="2000" kern="0" dirty="0" err="1">
                <a:solidFill>
                  <a:prstClr val="black"/>
                </a:solidFill>
                <a:latin typeface="Consolas" panose="020B0609020204030204" pitchFamily="49" charset="0"/>
                <a:cs typeface="Courier New" panose="02070309020205020404" pitchFamily="49" charset="0"/>
              </a:rPr>
              <a:t>resultaat</a:t>
            </a:r>
            <a:r>
              <a:rPr lang="en-US" sz="2000" kern="0" dirty="0">
                <a:solidFill>
                  <a:prstClr val="black"/>
                </a:solidFill>
                <a:latin typeface="Consolas" panose="020B0609020204030204" pitchFamily="49" charset="0"/>
                <a:cs typeface="Courier New" panose="02070309020205020404" pitchFamily="49" charset="0"/>
              </a:rPr>
              <a:t>, 1 )</a:t>
            </a: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latin typeface="Consolas" panose="020B0609020204030204" pitchFamily="49" charset="0"/>
                <a:cs typeface="Courier New" panose="02070309020205020404" pitchFamily="49" charset="0"/>
              </a:rPr>
              <a:t>print( "</a:t>
            </a:r>
            <a:r>
              <a:rPr lang="en-US" sz="2000" kern="0" dirty="0" err="1">
                <a:solidFill>
                  <a:prstClr val="black"/>
                </a:solidFill>
                <a:latin typeface="Consolas" panose="020B0609020204030204" pitchFamily="49" charset="0"/>
                <a:cs typeface="Courier New" panose="02070309020205020404" pitchFamily="49" charset="0"/>
              </a:rPr>
              <a:t>Afgerond</a:t>
            </a:r>
            <a:r>
              <a:rPr lang="en-US" sz="2000" kern="0" dirty="0">
                <a:solidFill>
                  <a:prstClr val="black"/>
                </a:solidFill>
                <a:latin typeface="Consolas" panose="020B0609020204030204" pitchFamily="49" charset="0"/>
                <a:cs typeface="Courier New" panose="02070309020205020404" pitchFamily="49" charset="0"/>
              </a:rPr>
              <a:t> </a:t>
            </a:r>
            <a:r>
              <a:rPr lang="en-US" sz="2000" kern="0" dirty="0" err="1">
                <a:solidFill>
                  <a:prstClr val="black"/>
                </a:solidFill>
                <a:latin typeface="Consolas" panose="020B0609020204030204" pitchFamily="49" charset="0"/>
                <a:cs typeface="Courier New" panose="02070309020205020404" pitchFamily="49" charset="0"/>
              </a:rPr>
              <a:t>resultaat</a:t>
            </a:r>
            <a:r>
              <a:rPr lang="en-US" sz="2000" kern="0" dirty="0">
                <a:solidFill>
                  <a:prstClr val="black"/>
                </a:solidFill>
                <a:latin typeface="Consolas" panose="020B0609020204030204" pitchFamily="49" charset="0"/>
                <a:cs typeface="Courier New" panose="02070309020205020404" pitchFamily="49" charset="0"/>
              </a:rPr>
              <a:t>: ", </a:t>
            </a:r>
            <a:r>
              <a:rPr lang="en-US" sz="2000" kern="0" dirty="0" err="1">
                <a:solidFill>
                  <a:prstClr val="black"/>
                </a:solidFill>
                <a:latin typeface="Consolas" panose="020B0609020204030204" pitchFamily="49" charset="0"/>
                <a:cs typeface="Courier New" panose="02070309020205020404" pitchFamily="49" charset="0"/>
              </a:rPr>
              <a:t>afgerond</a:t>
            </a:r>
            <a:r>
              <a:rPr lang="en-US" sz="2000" kern="0" dirty="0">
                <a:solidFill>
                  <a:prstClr val="black"/>
                </a:solidFill>
                <a:latin typeface="Consolas" panose="020B0609020204030204" pitchFamily="49" charset="0"/>
                <a:cs typeface="Courier New" panose="02070309020205020404" pitchFamily="49" charset="0"/>
              </a:rPr>
              <a:t> )</a:t>
            </a:r>
          </a:p>
        </p:txBody>
      </p:sp>
    </p:spTree>
    <p:extLst>
      <p:ext uri="{BB962C8B-B14F-4D97-AF65-F5344CB8AC3E}">
        <p14:creationId xmlns:p14="http://schemas.microsoft.com/office/powerpoint/2010/main" val="323716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43413-F07B-4BCE-6550-E0E31DC01B8F}"/>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12CC9C00-4F46-21DD-9F0C-7C37589B843F}"/>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Type casting </a:t>
            </a:r>
            <a:r>
              <a:rPr lang="en-US" sz="2000" b="1" kern="0" dirty="0">
                <a:solidFill>
                  <a:prstClr val="black"/>
                </a:solidFill>
              </a:rPr>
              <a:t>(§5.1.3)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B5F1114A-3DAE-C1DD-09E1-8EBA8E4C8ED3}"/>
              </a:ext>
            </a:extLst>
          </p:cNvPr>
          <p:cNvSpPr txBox="1"/>
          <p:nvPr/>
        </p:nvSpPr>
        <p:spPr bwMode="auto">
          <a:xfrm>
            <a:off x="709358" y="1869848"/>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Python kent ook functies om een datatype of waarde te veranderen in een ander datatype:</a:t>
            </a:r>
          </a:p>
          <a:p>
            <a:pPr marR="0" lvl="0" defTabSz="914400" eaLnBrk="1" fontAlgn="base" latinLnBrk="0" hangingPunct="1">
              <a:lnSpc>
                <a:spcPct val="100000"/>
              </a:lnSpc>
              <a:spcBef>
                <a:spcPct val="0"/>
              </a:spcBef>
              <a:spcAft>
                <a:spcPct val="0"/>
              </a:spcAft>
              <a:buClrTx/>
              <a:buSzTx/>
              <a:tabLst/>
              <a:defRPr/>
            </a:pPr>
            <a:endParaRPr kumimoji="0" lang="nl-NL" sz="2000" i="0" u="none" strike="noStrike" kern="0" cap="none" spc="0" normalizeH="0" noProof="0" dirty="0">
              <a:ln>
                <a:noFill/>
              </a:ln>
              <a:solidFill>
                <a:srgbClr val="294171"/>
              </a:solidFill>
              <a:effectLst/>
              <a:uLnTx/>
              <a:uFillTx/>
            </a:endParaRPr>
          </a:p>
        </p:txBody>
      </p:sp>
      <p:sp>
        <p:nvSpPr>
          <p:cNvPr id="5" name="TextBox 22">
            <a:extLst>
              <a:ext uri="{FF2B5EF4-FFF2-40B4-BE49-F238E27FC236}">
                <a16:creationId xmlns:a16="http://schemas.microsoft.com/office/drawing/2014/main" id="{38BAA05E-64B0-CFA1-10D5-930D4EC7C844}"/>
              </a:ext>
            </a:extLst>
          </p:cNvPr>
          <p:cNvSpPr txBox="1"/>
          <p:nvPr/>
        </p:nvSpPr>
        <p:spPr bwMode="auto">
          <a:xfrm>
            <a:off x="709357" y="4337879"/>
            <a:ext cx="10866558" cy="954107"/>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fontAlgn="base">
              <a:spcBef>
                <a:spcPct val="0"/>
              </a:spcBef>
              <a:spcAft>
                <a:spcPct val="0"/>
              </a:spcAft>
              <a:defRPr/>
            </a:pPr>
            <a:r>
              <a:rPr lang="nl-NL" sz="2000" kern="0" dirty="0">
                <a:solidFill>
                  <a:srgbClr val="294171"/>
                </a:solidFill>
              </a:rPr>
              <a:t>Let op:</a:t>
            </a:r>
          </a:p>
          <a:p>
            <a:pPr marL="800100" lvl="1" indent="-342900" fontAlgn="base">
              <a:spcBef>
                <a:spcPct val="0"/>
              </a:spcBef>
              <a:spcAft>
                <a:spcPct val="0"/>
              </a:spcAft>
              <a:buFont typeface="Arial" panose="020B0604020202020204" pitchFamily="34" charset="0"/>
              <a:buChar char="•"/>
              <a:defRPr/>
            </a:pPr>
            <a:r>
              <a:rPr lang="nl-NL" kern="0" dirty="0">
                <a:solidFill>
                  <a:srgbClr val="294171"/>
                </a:solidFill>
              </a:rPr>
              <a:t>Als de parameter van hetzelfde type is als de retourwaarde, doen deze functies niets</a:t>
            </a:r>
          </a:p>
          <a:p>
            <a:pPr marL="800100" lvl="1" indent="-342900" fontAlgn="base">
              <a:spcBef>
                <a:spcPct val="0"/>
              </a:spcBef>
              <a:spcAft>
                <a:spcPct val="0"/>
              </a:spcAft>
              <a:buFont typeface="Arial" panose="020B0604020202020204" pitchFamily="34" charset="0"/>
              <a:buChar char="•"/>
              <a:defRPr/>
            </a:pPr>
            <a:r>
              <a:rPr kumimoji="0" lang="nl-NL" b="0" i="0" u="none" strike="noStrike" kern="0" cap="none" spc="0" normalizeH="0" noProof="0" dirty="0">
                <a:ln>
                  <a:noFill/>
                </a:ln>
                <a:solidFill>
                  <a:srgbClr val="294171"/>
                </a:solidFill>
                <a:effectLst/>
                <a:uLnTx/>
                <a:uFillTx/>
              </a:rPr>
              <a:t>Als de parameter niet omgezet kan worden naar het gewenste type, krijg je een </a:t>
            </a:r>
            <a:r>
              <a:rPr kumimoji="0" lang="nl-NL" b="0" i="0" u="none" strike="noStrike" kern="0" cap="none" spc="0" normalizeH="0" noProof="0" dirty="0" err="1">
                <a:ln>
                  <a:noFill/>
                </a:ln>
                <a:solidFill>
                  <a:srgbClr val="294171"/>
                </a:solidFill>
                <a:effectLst/>
                <a:uLnTx/>
                <a:uFillTx/>
              </a:rPr>
              <a:t>runtime</a:t>
            </a:r>
            <a:r>
              <a:rPr kumimoji="0" lang="nl-NL" b="0" i="0" u="none" strike="noStrike" kern="0" cap="none" spc="0" normalizeH="0" noProof="0" dirty="0">
                <a:ln>
                  <a:noFill/>
                </a:ln>
                <a:solidFill>
                  <a:srgbClr val="294171"/>
                </a:solidFill>
                <a:effectLst/>
                <a:uLnTx/>
                <a:uFillTx/>
              </a:rPr>
              <a:t> error: </a:t>
            </a:r>
          </a:p>
        </p:txBody>
      </p:sp>
      <p:graphicFrame>
        <p:nvGraphicFramePr>
          <p:cNvPr id="3" name="Tabel 2">
            <a:extLst>
              <a:ext uri="{FF2B5EF4-FFF2-40B4-BE49-F238E27FC236}">
                <a16:creationId xmlns:a16="http://schemas.microsoft.com/office/drawing/2014/main" id="{2BD3C3F0-35C8-D27D-3F99-0D4CBDA5C58E}"/>
              </a:ext>
            </a:extLst>
          </p:cNvPr>
          <p:cNvGraphicFramePr>
            <a:graphicFrameLocks noGrp="1"/>
          </p:cNvGraphicFramePr>
          <p:nvPr>
            <p:extLst>
              <p:ext uri="{D42A27DB-BD31-4B8C-83A1-F6EECF244321}">
                <p14:modId xmlns:p14="http://schemas.microsoft.com/office/powerpoint/2010/main" val="241441789"/>
              </p:ext>
            </p:extLst>
          </p:nvPr>
        </p:nvGraphicFramePr>
        <p:xfrm>
          <a:off x="990605" y="2577734"/>
          <a:ext cx="10210790" cy="1483360"/>
        </p:xfrm>
        <a:graphic>
          <a:graphicData uri="http://schemas.openxmlformats.org/drawingml/2006/table">
            <a:tbl>
              <a:tblPr firstRow="1" bandRow="1">
                <a:tableStyleId>{5C22544A-7EE6-4342-B048-85BDC9FD1C3A}</a:tableStyleId>
              </a:tblPr>
              <a:tblGrid>
                <a:gridCol w="1144948">
                  <a:extLst>
                    <a:ext uri="{9D8B030D-6E8A-4147-A177-3AD203B41FA5}">
                      <a16:colId xmlns:a16="http://schemas.microsoft.com/office/drawing/2014/main" val="3958583887"/>
                    </a:ext>
                  </a:extLst>
                </a:gridCol>
                <a:gridCol w="1502592">
                  <a:extLst>
                    <a:ext uri="{9D8B030D-6E8A-4147-A177-3AD203B41FA5}">
                      <a16:colId xmlns:a16="http://schemas.microsoft.com/office/drawing/2014/main" val="3627329442"/>
                    </a:ext>
                  </a:extLst>
                </a:gridCol>
                <a:gridCol w="1994170">
                  <a:extLst>
                    <a:ext uri="{9D8B030D-6E8A-4147-A177-3AD203B41FA5}">
                      <a16:colId xmlns:a16="http://schemas.microsoft.com/office/drawing/2014/main" val="1628554308"/>
                    </a:ext>
                  </a:extLst>
                </a:gridCol>
                <a:gridCol w="1605064">
                  <a:extLst>
                    <a:ext uri="{9D8B030D-6E8A-4147-A177-3AD203B41FA5}">
                      <a16:colId xmlns:a16="http://schemas.microsoft.com/office/drawing/2014/main" val="356693667"/>
                    </a:ext>
                  </a:extLst>
                </a:gridCol>
                <a:gridCol w="2341768">
                  <a:extLst>
                    <a:ext uri="{9D8B030D-6E8A-4147-A177-3AD203B41FA5}">
                      <a16:colId xmlns:a16="http://schemas.microsoft.com/office/drawing/2014/main" val="3393807113"/>
                    </a:ext>
                  </a:extLst>
                </a:gridCol>
                <a:gridCol w="1622248">
                  <a:extLst>
                    <a:ext uri="{9D8B030D-6E8A-4147-A177-3AD203B41FA5}">
                      <a16:colId xmlns:a16="http://schemas.microsoft.com/office/drawing/2014/main" val="2436191021"/>
                    </a:ext>
                  </a:extLst>
                </a:gridCol>
              </a:tblGrid>
              <a:tr h="370840">
                <a:tc>
                  <a:txBody>
                    <a:bodyPr/>
                    <a:lstStyle/>
                    <a:p>
                      <a:r>
                        <a:rPr lang="nl-NL" dirty="0"/>
                        <a:t>Functie</a:t>
                      </a:r>
                    </a:p>
                  </a:txBody>
                  <a:tcPr/>
                </a:tc>
                <a:tc>
                  <a:txBody>
                    <a:bodyPr/>
                    <a:lstStyle/>
                    <a:p>
                      <a:r>
                        <a:rPr lang="nl-NL" dirty="0"/>
                        <a:t>Parameters</a:t>
                      </a:r>
                    </a:p>
                  </a:txBody>
                  <a:tcPr/>
                </a:tc>
                <a:tc>
                  <a:txBody>
                    <a:bodyPr/>
                    <a:lstStyle/>
                    <a:p>
                      <a:r>
                        <a:rPr lang="nl-NL" dirty="0"/>
                        <a:t>Parametertype</a:t>
                      </a:r>
                    </a:p>
                  </a:txBody>
                  <a:tcPr/>
                </a:tc>
                <a:tc>
                  <a:txBody>
                    <a:bodyPr/>
                    <a:lstStyle/>
                    <a:p>
                      <a:r>
                        <a:rPr lang="nl-NL" dirty="0"/>
                        <a:t>Retourwaarde</a:t>
                      </a:r>
                    </a:p>
                  </a:txBody>
                  <a:tcPr/>
                </a:tc>
                <a:tc>
                  <a:txBody>
                    <a:bodyPr/>
                    <a:lstStyle/>
                    <a:p>
                      <a:r>
                        <a:rPr lang="nl-NL" dirty="0"/>
                        <a:t>Voorbeeld</a:t>
                      </a:r>
                    </a:p>
                  </a:txBody>
                  <a:tcPr/>
                </a:tc>
                <a:tc>
                  <a:txBody>
                    <a:bodyPr/>
                    <a:lstStyle/>
                    <a:p>
                      <a:r>
                        <a:rPr lang="nl-NL" dirty="0"/>
                        <a:t>Resultaat</a:t>
                      </a:r>
                    </a:p>
                  </a:txBody>
                  <a:tcPr/>
                </a:tc>
                <a:extLst>
                  <a:ext uri="{0D108BD9-81ED-4DB2-BD59-A6C34878D82A}">
                    <a16:rowId xmlns:a16="http://schemas.microsoft.com/office/drawing/2014/main" val="3537318295"/>
                  </a:ext>
                </a:extLst>
              </a:tr>
              <a:tr h="370840">
                <a:tc>
                  <a:txBody>
                    <a:bodyPr/>
                    <a:lstStyle/>
                    <a:p>
                      <a:r>
                        <a:rPr lang="nl-NL" dirty="0" err="1"/>
                        <a:t>float</a:t>
                      </a:r>
                      <a:r>
                        <a:rPr lang="nl-NL" dirty="0"/>
                        <a:t>()</a:t>
                      </a:r>
                    </a:p>
                  </a:txBody>
                  <a:tcPr/>
                </a:tc>
                <a:tc>
                  <a:txBody>
                    <a:bodyPr/>
                    <a:lstStyle/>
                    <a:p>
                      <a:r>
                        <a:rPr lang="nl-NL" dirty="0"/>
                        <a:t>1</a:t>
                      </a:r>
                    </a:p>
                  </a:txBody>
                  <a:tcPr/>
                </a:tc>
                <a:tc>
                  <a:txBody>
                    <a:bodyPr/>
                    <a:lstStyle/>
                    <a:p>
                      <a:r>
                        <a:rPr lang="nl-NL" dirty="0"/>
                        <a:t>int, </a:t>
                      </a:r>
                      <a:r>
                        <a:rPr lang="nl-NL" dirty="0" err="1"/>
                        <a:t>float</a:t>
                      </a:r>
                      <a:r>
                        <a:rPr lang="nl-NL" dirty="0"/>
                        <a:t> of string</a:t>
                      </a:r>
                    </a:p>
                  </a:txBody>
                  <a:tcPr/>
                </a:tc>
                <a:tc>
                  <a:txBody>
                    <a:bodyPr/>
                    <a:lstStyle/>
                    <a:p>
                      <a:r>
                        <a:rPr lang="nl-NL" dirty="0" err="1"/>
                        <a:t>float</a:t>
                      </a:r>
                      <a:endParaRPr lang="nl-NL" dirty="0"/>
                    </a:p>
                  </a:txBody>
                  <a:tcPr/>
                </a:tc>
                <a:tc>
                  <a:txBody>
                    <a:bodyPr/>
                    <a:lstStyle/>
                    <a:p>
                      <a:r>
                        <a:rPr lang="nl-NL" dirty="0" err="1"/>
                        <a:t>float</a:t>
                      </a:r>
                      <a:r>
                        <a:rPr lang="nl-NL" dirty="0"/>
                        <a:t>("19.2")</a:t>
                      </a:r>
                    </a:p>
                  </a:txBody>
                  <a:tcPr/>
                </a:tc>
                <a:tc>
                  <a:txBody>
                    <a:bodyPr/>
                    <a:lstStyle/>
                    <a:p>
                      <a:r>
                        <a:rPr lang="nl-NL" dirty="0"/>
                        <a:t>19.2</a:t>
                      </a:r>
                    </a:p>
                  </a:txBody>
                  <a:tcPr/>
                </a:tc>
                <a:extLst>
                  <a:ext uri="{0D108BD9-81ED-4DB2-BD59-A6C34878D82A}">
                    <a16:rowId xmlns:a16="http://schemas.microsoft.com/office/drawing/2014/main" val="1429480850"/>
                  </a:ext>
                </a:extLst>
              </a:tr>
              <a:tr h="370840">
                <a:tc>
                  <a:txBody>
                    <a:bodyPr/>
                    <a:lstStyle/>
                    <a:p>
                      <a:r>
                        <a:rPr lang="nl-NL" dirty="0"/>
                        <a:t>int()</a:t>
                      </a:r>
                    </a:p>
                  </a:txBody>
                  <a:tcPr/>
                </a:tc>
                <a:tc>
                  <a:txBody>
                    <a:bodyPr/>
                    <a:lstStyle/>
                    <a:p>
                      <a:r>
                        <a:rPr lang="nl-NL" dirty="0"/>
                        <a:t>1</a:t>
                      </a:r>
                    </a:p>
                  </a:txBody>
                  <a:tcPr/>
                </a:tc>
                <a:tc>
                  <a:txBody>
                    <a:bodyPr/>
                    <a:lstStyle/>
                    <a:p>
                      <a:r>
                        <a:rPr lang="nl-NL" dirty="0"/>
                        <a:t>int, </a:t>
                      </a:r>
                      <a:r>
                        <a:rPr lang="nl-NL" dirty="0" err="1"/>
                        <a:t>float</a:t>
                      </a:r>
                      <a:r>
                        <a:rPr lang="nl-NL" dirty="0"/>
                        <a:t> of string</a:t>
                      </a:r>
                    </a:p>
                  </a:txBody>
                  <a:tcPr/>
                </a:tc>
                <a:tc>
                  <a:txBody>
                    <a:bodyPr/>
                    <a:lstStyle/>
                    <a:p>
                      <a:r>
                        <a:rPr lang="nl-NL" dirty="0"/>
                        <a:t>int</a:t>
                      </a:r>
                    </a:p>
                  </a:txBody>
                  <a:tcPr/>
                </a:tc>
                <a:tc>
                  <a:txBody>
                    <a:bodyPr/>
                    <a:lstStyle/>
                    <a:p>
                      <a:r>
                        <a:rPr lang="nl-NL" dirty="0"/>
                        <a:t>int(19.2)</a:t>
                      </a:r>
                    </a:p>
                  </a:txBody>
                  <a:tcPr/>
                </a:tc>
                <a:tc>
                  <a:txBody>
                    <a:bodyPr/>
                    <a:lstStyle/>
                    <a:p>
                      <a:r>
                        <a:rPr lang="nl-NL" dirty="0"/>
                        <a:t>19</a:t>
                      </a:r>
                    </a:p>
                  </a:txBody>
                  <a:tcPr/>
                </a:tc>
                <a:extLst>
                  <a:ext uri="{0D108BD9-81ED-4DB2-BD59-A6C34878D82A}">
                    <a16:rowId xmlns:a16="http://schemas.microsoft.com/office/drawing/2014/main" val="872555916"/>
                  </a:ext>
                </a:extLst>
              </a:tr>
              <a:tr h="370840">
                <a:tc>
                  <a:txBody>
                    <a:bodyPr/>
                    <a:lstStyle/>
                    <a:p>
                      <a:r>
                        <a:rPr lang="nl-NL" dirty="0" err="1"/>
                        <a:t>str</a:t>
                      </a:r>
                      <a:r>
                        <a:rPr lang="nl-NL" dirty="0"/>
                        <a:t>()</a:t>
                      </a:r>
                    </a:p>
                  </a:txBody>
                  <a:tcPr/>
                </a:tc>
                <a:tc>
                  <a:txBody>
                    <a:bodyPr/>
                    <a:lstStyle/>
                    <a:p>
                      <a:r>
                        <a:rPr lang="nl-NL" dirty="0"/>
                        <a:t>1</a:t>
                      </a:r>
                    </a:p>
                  </a:txBody>
                  <a:tcPr/>
                </a:tc>
                <a:tc>
                  <a:txBody>
                    <a:bodyPr/>
                    <a:lstStyle/>
                    <a:p>
                      <a:r>
                        <a:rPr lang="nl-NL" dirty="0"/>
                        <a:t>type naar keuze</a:t>
                      </a:r>
                    </a:p>
                  </a:txBody>
                  <a:tcPr/>
                </a:tc>
                <a:tc>
                  <a:txBody>
                    <a:bodyPr/>
                    <a:lstStyle/>
                    <a:p>
                      <a:r>
                        <a:rPr lang="nl-NL" dirty="0"/>
                        <a:t>string</a:t>
                      </a:r>
                    </a:p>
                  </a:txBody>
                  <a:tcPr/>
                </a:tc>
                <a:tc>
                  <a:txBody>
                    <a:bodyPr/>
                    <a:lstStyle/>
                    <a:p>
                      <a:r>
                        <a:rPr lang="nl-NL" dirty="0" err="1"/>
                        <a:t>str</a:t>
                      </a:r>
                      <a:r>
                        <a:rPr lang="nl-NL" dirty="0"/>
                        <a:t>(323.123)</a:t>
                      </a:r>
                    </a:p>
                  </a:txBody>
                  <a:tcPr/>
                </a:tc>
                <a:tc>
                  <a:txBody>
                    <a:bodyPr/>
                    <a:lstStyle/>
                    <a:p>
                      <a:r>
                        <a:rPr lang="nl-NL" dirty="0"/>
                        <a:t>"323.123"</a:t>
                      </a:r>
                    </a:p>
                  </a:txBody>
                  <a:tcPr/>
                </a:tc>
                <a:extLst>
                  <a:ext uri="{0D108BD9-81ED-4DB2-BD59-A6C34878D82A}">
                    <a16:rowId xmlns:a16="http://schemas.microsoft.com/office/drawing/2014/main" val="530451419"/>
                  </a:ext>
                </a:extLst>
              </a:tr>
            </a:tbl>
          </a:graphicData>
        </a:graphic>
      </p:graphicFrame>
      <p:grpSp>
        <p:nvGrpSpPr>
          <p:cNvPr id="4" name="Groep 3">
            <a:extLst>
              <a:ext uri="{FF2B5EF4-FFF2-40B4-BE49-F238E27FC236}">
                <a16:creationId xmlns:a16="http://schemas.microsoft.com/office/drawing/2014/main" id="{8DC05BA3-7E78-81D4-F543-43B0D85F307D}"/>
              </a:ext>
            </a:extLst>
          </p:cNvPr>
          <p:cNvGrpSpPr/>
          <p:nvPr/>
        </p:nvGrpSpPr>
        <p:grpSpPr>
          <a:xfrm>
            <a:off x="1546698" y="5330906"/>
            <a:ext cx="8881354" cy="1226885"/>
            <a:chOff x="-1104456" y="5499300"/>
            <a:chExt cx="8538692" cy="1506377"/>
          </a:xfrm>
          <a:solidFill>
            <a:schemeClr val="tx1"/>
          </a:solidFill>
        </p:grpSpPr>
        <p:sp>
          <p:nvSpPr>
            <p:cNvPr id="6" name="Tekstvak 5">
              <a:extLst>
                <a:ext uri="{FF2B5EF4-FFF2-40B4-BE49-F238E27FC236}">
                  <a16:creationId xmlns:a16="http://schemas.microsoft.com/office/drawing/2014/main" id="{5CABA951-5C4B-70B9-DA04-E35FF3244A1E}"/>
                </a:ext>
              </a:extLst>
            </p:cNvPr>
            <p:cNvSpPr txBox="1"/>
            <p:nvPr/>
          </p:nvSpPr>
          <p:spPr>
            <a:xfrm>
              <a:off x="-1104456" y="5528635"/>
              <a:ext cx="8538692" cy="1477042"/>
            </a:xfrm>
            <a:prstGeom prst="rect">
              <a:avLst/>
            </a:prstGeom>
            <a:grpFill/>
            <a:ln>
              <a:solidFill>
                <a:schemeClr val="accent1"/>
              </a:solidFill>
            </a:ln>
          </p:spPr>
          <p:txBody>
            <a:bodyPr wrap="square" lIns="108000" tIns="144000" rIns="108000" bIns="72000">
              <a:spAutoFit/>
            </a:bodyPr>
            <a:lstStyle/>
            <a:p>
              <a:r>
                <a:rPr lang="nl-NL" sz="1600" kern="0" dirty="0" err="1">
                  <a:solidFill>
                    <a:srgbClr val="FF0000"/>
                  </a:solidFill>
                  <a:latin typeface="Consolas" panose="020B0609020204030204" pitchFamily="49" charset="0"/>
                  <a:cs typeface="Courier New" panose="02070309020205020404" pitchFamily="49" charset="0"/>
                </a:rPr>
                <a:t>Traceback</a:t>
              </a:r>
              <a:r>
                <a:rPr lang="nl-NL" sz="1600" kern="0" dirty="0">
                  <a:solidFill>
                    <a:srgbClr val="FF0000"/>
                  </a:solidFill>
                  <a:latin typeface="Consolas" panose="020B0609020204030204" pitchFamily="49" charset="0"/>
                  <a:cs typeface="Courier New" panose="02070309020205020404" pitchFamily="49" charset="0"/>
                </a:rPr>
                <a:t> (most recent call last):</a:t>
              </a:r>
            </a:p>
            <a:p>
              <a:r>
                <a:rPr lang="nl-NL" sz="1600" kern="0" dirty="0">
                  <a:solidFill>
                    <a:srgbClr val="FF0000"/>
                  </a:solidFill>
                  <a:latin typeface="Consolas" panose="020B0609020204030204" pitchFamily="49" charset="0"/>
                  <a:cs typeface="Courier New" panose="02070309020205020404" pitchFamily="49" charset="0"/>
                </a:rPr>
                <a:t>  File "C:\Users\BvE\PycharmProjects\Demo\hello.py", line 1, in &lt;module&gt;</a:t>
              </a:r>
            </a:p>
            <a:p>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highlight>
                    <a:srgbClr val="FFFF00"/>
                  </a:highlight>
                  <a:latin typeface="Consolas" panose="020B0609020204030204" pitchFamily="49" charset="0"/>
                  <a:cs typeface="Courier New" panose="02070309020205020404" pitchFamily="49" charset="0"/>
                </a:rPr>
                <a:t>float</a:t>
              </a:r>
              <a:r>
                <a:rPr lang="nl-NL" sz="1600" kern="0" dirty="0">
                  <a:solidFill>
                    <a:srgbClr val="FF0000"/>
                  </a:solidFill>
                  <a:highlight>
                    <a:srgbClr val="FFFF00"/>
                  </a:highlight>
                  <a:latin typeface="Consolas" panose="020B0609020204030204" pitchFamily="49" charset="0"/>
                  <a:cs typeface="Courier New" panose="02070309020205020404" pitchFamily="49" charset="0"/>
                </a:rPr>
                <a:t>("abc")</a:t>
              </a:r>
            </a:p>
            <a:p>
              <a:r>
                <a:rPr lang="nl-NL" sz="1600" kern="0" dirty="0" err="1">
                  <a:solidFill>
                    <a:srgbClr val="FF0000"/>
                  </a:solidFill>
                  <a:latin typeface="Consolas" panose="020B0609020204030204" pitchFamily="49" charset="0"/>
                  <a:cs typeface="Courier New" panose="02070309020205020404" pitchFamily="49" charset="0"/>
                </a:rPr>
                <a:t>ValueError</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could</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not</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convert</a:t>
              </a:r>
              <a:r>
                <a:rPr lang="nl-NL" sz="1600" kern="0" dirty="0">
                  <a:solidFill>
                    <a:srgbClr val="FF0000"/>
                  </a:solidFill>
                  <a:latin typeface="Consolas" panose="020B0609020204030204" pitchFamily="49" charset="0"/>
                  <a:cs typeface="Courier New" panose="02070309020205020404" pitchFamily="49" charset="0"/>
                </a:rPr>
                <a:t> string </a:t>
              </a:r>
              <a:r>
                <a:rPr lang="nl-NL" sz="1600" kern="0" dirty="0" err="1">
                  <a:solidFill>
                    <a:srgbClr val="FF0000"/>
                  </a:solidFill>
                  <a:latin typeface="Consolas" panose="020B0609020204030204" pitchFamily="49" charset="0"/>
                  <a:cs typeface="Courier New" panose="02070309020205020404" pitchFamily="49" charset="0"/>
                </a:rPr>
                <a:t>to</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float</a:t>
              </a:r>
              <a:r>
                <a:rPr lang="nl-NL" sz="1600" kern="0" dirty="0">
                  <a:solidFill>
                    <a:srgbClr val="FF0000"/>
                  </a:solidFill>
                  <a:latin typeface="Consolas" panose="020B0609020204030204" pitchFamily="49" charset="0"/>
                  <a:cs typeface="Courier New" panose="02070309020205020404" pitchFamily="49" charset="0"/>
                </a:rPr>
                <a:t>: 'abc'</a:t>
              </a:r>
            </a:p>
          </p:txBody>
        </p:sp>
        <p:sp>
          <p:nvSpPr>
            <p:cNvPr id="7" name="Tekstvak 6">
              <a:extLst>
                <a:ext uri="{FF2B5EF4-FFF2-40B4-BE49-F238E27FC236}">
                  <a16:creationId xmlns:a16="http://schemas.microsoft.com/office/drawing/2014/main" id="{6B79D04A-8C76-696A-71DA-532D7CEAC17C}"/>
                </a:ext>
              </a:extLst>
            </p:cNvPr>
            <p:cNvSpPr txBox="1"/>
            <p:nvPr/>
          </p:nvSpPr>
          <p:spPr>
            <a:xfrm>
              <a:off x="6401396" y="5499300"/>
              <a:ext cx="584791" cy="264523"/>
            </a:xfrm>
            <a:prstGeom prst="rect">
              <a:avLst/>
            </a:prstGeom>
            <a:solidFill>
              <a:schemeClr val="bg1"/>
            </a:solidFill>
          </p:spPr>
          <p:txBody>
            <a:bodyPr wrap="square" lIns="36000" tIns="0" rIns="36000" bIns="0" rtlCol="0">
              <a:spAutoFit/>
            </a:bodyPr>
            <a:lstStyle/>
            <a:p>
              <a:pPr algn="ctr"/>
              <a:r>
                <a:rPr lang="nl-NL" sz="1400" dirty="0"/>
                <a:t>uitvoer </a:t>
              </a:r>
            </a:p>
          </p:txBody>
        </p:sp>
      </p:grpSp>
    </p:spTree>
    <p:extLst>
      <p:ext uri="{BB962C8B-B14F-4D97-AF65-F5344CB8AC3E}">
        <p14:creationId xmlns:p14="http://schemas.microsoft.com/office/powerpoint/2010/main" val="273705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B6354-9A83-20C0-DD30-600A2771DDF8}"/>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C16FC5E3-BE9E-C417-EC47-25EC03B3C77C}"/>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Type casting </a:t>
            </a:r>
            <a:r>
              <a:rPr kumimoji="0" lang="en-US" sz="3600" b="1" i="0" u="none" strike="noStrike" kern="0" cap="none" spc="0" normalizeH="0" baseline="0" noProof="0" dirty="0" err="1">
                <a:ln>
                  <a:noFill/>
                </a:ln>
                <a:solidFill>
                  <a:prstClr val="black"/>
                </a:solidFill>
                <a:effectLst/>
                <a:uLnTx/>
                <a:uFillTx/>
              </a:rPr>
              <a:t>toegepast</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(§5.1.3)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4CB542E0-807B-680A-ACC9-19BC6B6FA24C}"/>
              </a:ext>
            </a:extLst>
          </p:cNvPr>
          <p:cNvSpPr txBox="1"/>
          <p:nvPr/>
        </p:nvSpPr>
        <p:spPr bwMode="auto">
          <a:xfrm>
            <a:off x="709358" y="1869848"/>
            <a:ext cx="10492038"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Type casting is bijvoorbeeld nodig als je een getal aan een string wilt ‘vastplakken’ :</a:t>
            </a:r>
          </a:p>
          <a:p>
            <a:pPr marR="0" lvl="0" defTabSz="914400" eaLnBrk="1" fontAlgn="base" latinLnBrk="0" hangingPunct="1">
              <a:lnSpc>
                <a:spcPct val="100000"/>
              </a:lnSpc>
              <a:spcBef>
                <a:spcPct val="0"/>
              </a:spcBef>
              <a:spcAft>
                <a:spcPct val="0"/>
              </a:spcAft>
              <a:buClrTx/>
              <a:buSzTx/>
              <a:tabLst/>
              <a:defRPr/>
            </a:pPr>
            <a:endParaRPr kumimoji="0" lang="nl-NL" sz="2000" i="0" u="none" strike="noStrike" kern="0" cap="none" spc="0" normalizeH="0" noProof="0" dirty="0">
              <a:ln>
                <a:noFill/>
              </a:ln>
              <a:solidFill>
                <a:srgbClr val="294171"/>
              </a:solidFill>
              <a:effectLst/>
              <a:uLnTx/>
              <a:uFillTx/>
            </a:endParaRPr>
          </a:p>
        </p:txBody>
      </p:sp>
      <p:sp>
        <p:nvSpPr>
          <p:cNvPr id="10" name="Tekstvak 9">
            <a:extLst>
              <a:ext uri="{FF2B5EF4-FFF2-40B4-BE49-F238E27FC236}">
                <a16:creationId xmlns:a16="http://schemas.microsoft.com/office/drawing/2014/main" id="{16CAE6F2-0CF9-CFD1-B2B4-01BA5017E28D}"/>
              </a:ext>
            </a:extLst>
          </p:cNvPr>
          <p:cNvSpPr txBox="1"/>
          <p:nvPr/>
        </p:nvSpPr>
        <p:spPr>
          <a:xfrm>
            <a:off x="805779" y="2490859"/>
            <a:ext cx="8124212" cy="1323439"/>
          </a:xfrm>
          <a:prstGeom prst="rect">
            <a:avLst/>
          </a:prstGeom>
          <a:noFill/>
          <a:ln>
            <a:solidFill>
              <a:schemeClr val="accent1"/>
            </a:solidFill>
          </a:ln>
        </p:spPr>
        <p:txBody>
          <a:bodyPr wrap="square">
            <a:spAutoFit/>
          </a:bodyPr>
          <a:lstStyle/>
          <a:p>
            <a:r>
              <a:rPr lang="en-US" sz="2000" kern="0" dirty="0" err="1">
                <a:solidFill>
                  <a:prstClr val="black"/>
                </a:solidFill>
                <a:latin typeface="Consolas" panose="020B0609020204030204" pitchFamily="49" charset="0"/>
                <a:cs typeface="Courier New" panose="02070309020205020404" pitchFamily="49" charset="0"/>
              </a:rPr>
              <a:t>cijfer</a:t>
            </a:r>
            <a:r>
              <a:rPr lang="en-US" sz="2000" kern="0" dirty="0">
                <a:solidFill>
                  <a:prstClr val="black"/>
                </a:solidFill>
                <a:latin typeface="Consolas" panose="020B0609020204030204" pitchFamily="49" charset="0"/>
                <a:cs typeface="Courier New" panose="02070309020205020404" pitchFamily="49" charset="0"/>
              </a:rPr>
              <a:t> = 7.9</a:t>
            </a:r>
          </a:p>
          <a:p>
            <a:r>
              <a:rPr lang="en-US" sz="2000" kern="0" dirty="0" err="1">
                <a:solidFill>
                  <a:prstClr val="black"/>
                </a:solidFill>
                <a:latin typeface="Consolas" panose="020B0609020204030204" pitchFamily="49" charset="0"/>
                <a:cs typeface="Courier New" panose="02070309020205020404" pitchFamily="49" charset="0"/>
              </a:rPr>
              <a:t>boodschap</a:t>
            </a:r>
            <a:r>
              <a:rPr lang="en-US" sz="2000" kern="0" dirty="0">
                <a:solidFill>
                  <a:prstClr val="black"/>
                </a:solidFill>
                <a:latin typeface="Consolas" panose="020B0609020204030204" pitchFamily="49" charset="0"/>
                <a:cs typeface="Courier New" panose="02070309020205020404" pitchFamily="49" charset="0"/>
              </a:rPr>
              <a:t> = "Je </a:t>
            </a:r>
            <a:r>
              <a:rPr lang="en-US" sz="2000" kern="0" dirty="0" err="1">
                <a:solidFill>
                  <a:prstClr val="black"/>
                </a:solidFill>
                <a:latin typeface="Consolas" panose="020B0609020204030204" pitchFamily="49" charset="0"/>
                <a:cs typeface="Courier New" panose="02070309020205020404" pitchFamily="49" charset="0"/>
              </a:rPr>
              <a:t>resultaat</a:t>
            </a:r>
            <a:r>
              <a:rPr lang="en-US" sz="2000" kern="0" dirty="0">
                <a:solidFill>
                  <a:prstClr val="black"/>
                </a:solidFill>
                <a:latin typeface="Consolas" panose="020B0609020204030204" pitchFamily="49" charset="0"/>
                <a:cs typeface="Courier New" panose="02070309020205020404" pitchFamily="49" charset="0"/>
              </a:rPr>
              <a:t> </a:t>
            </a:r>
            <a:r>
              <a:rPr lang="en-US" sz="2000" kern="0" dirty="0" err="1">
                <a:solidFill>
                  <a:prstClr val="black"/>
                </a:solidFill>
                <a:latin typeface="Consolas" panose="020B0609020204030204" pitchFamily="49" charset="0"/>
                <a:cs typeface="Courier New" panose="02070309020205020404" pitchFamily="49" charset="0"/>
              </a:rPr>
              <a:t>voor</a:t>
            </a:r>
            <a:r>
              <a:rPr lang="en-US" sz="2000" kern="0" dirty="0">
                <a:solidFill>
                  <a:prstClr val="black"/>
                </a:solidFill>
                <a:latin typeface="Consolas" panose="020B0609020204030204" pitchFamily="49" charset="0"/>
                <a:cs typeface="Courier New" panose="02070309020205020404" pitchFamily="49" charset="0"/>
              </a:rPr>
              <a:t> V1SE1 is: " + </a:t>
            </a:r>
            <a:r>
              <a:rPr lang="en-US" sz="2000" kern="0" dirty="0" err="1">
                <a:solidFill>
                  <a:prstClr val="black"/>
                </a:solidFill>
                <a:latin typeface="Consolas" panose="020B0609020204030204" pitchFamily="49" charset="0"/>
                <a:cs typeface="Courier New" panose="02070309020205020404" pitchFamily="49" charset="0"/>
              </a:rPr>
              <a:t>cijfer</a:t>
            </a:r>
            <a:endParaRPr lang="en-US" sz="2000" kern="0" dirty="0">
              <a:solidFill>
                <a:prstClr val="black"/>
              </a:solidFill>
              <a:latin typeface="Consolas" panose="020B0609020204030204" pitchFamily="49" charset="0"/>
              <a:cs typeface="Courier New" panose="02070309020205020404" pitchFamily="49" charset="0"/>
            </a:endParaRP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latin typeface="Consolas" panose="020B0609020204030204" pitchFamily="49" charset="0"/>
                <a:cs typeface="Courier New" panose="02070309020205020404" pitchFamily="49" charset="0"/>
              </a:rPr>
              <a:t>print( </a:t>
            </a:r>
            <a:r>
              <a:rPr lang="en-US" sz="2000" kern="0" dirty="0" err="1">
                <a:solidFill>
                  <a:prstClr val="black"/>
                </a:solidFill>
                <a:latin typeface="Consolas" panose="020B0609020204030204" pitchFamily="49" charset="0"/>
                <a:cs typeface="Courier New" panose="02070309020205020404" pitchFamily="49" charset="0"/>
              </a:rPr>
              <a:t>boodschap</a:t>
            </a:r>
            <a:r>
              <a:rPr lang="en-US" sz="2000" kern="0" dirty="0">
                <a:solidFill>
                  <a:prstClr val="black"/>
                </a:solidFill>
                <a:latin typeface="Consolas" panose="020B0609020204030204" pitchFamily="49" charset="0"/>
                <a:cs typeface="Courier New" panose="02070309020205020404" pitchFamily="49" charset="0"/>
              </a:rPr>
              <a:t> )</a:t>
            </a:r>
          </a:p>
        </p:txBody>
      </p:sp>
      <p:grpSp>
        <p:nvGrpSpPr>
          <p:cNvPr id="11" name="Groep 10">
            <a:extLst>
              <a:ext uri="{FF2B5EF4-FFF2-40B4-BE49-F238E27FC236}">
                <a16:creationId xmlns:a16="http://schemas.microsoft.com/office/drawing/2014/main" id="{918382F0-0B8D-A1E3-1996-41E59753DA31}"/>
              </a:ext>
            </a:extLst>
          </p:cNvPr>
          <p:cNvGrpSpPr/>
          <p:nvPr/>
        </p:nvGrpSpPr>
        <p:grpSpPr>
          <a:xfrm>
            <a:off x="2502546" y="3145523"/>
            <a:ext cx="9602523" cy="1503885"/>
            <a:chOff x="-1104456" y="5499300"/>
            <a:chExt cx="8538692" cy="1846479"/>
          </a:xfrm>
          <a:solidFill>
            <a:schemeClr val="tx1"/>
          </a:solidFill>
        </p:grpSpPr>
        <p:sp>
          <p:nvSpPr>
            <p:cNvPr id="12" name="Tekstvak 11">
              <a:extLst>
                <a:ext uri="{FF2B5EF4-FFF2-40B4-BE49-F238E27FC236}">
                  <a16:creationId xmlns:a16="http://schemas.microsoft.com/office/drawing/2014/main" id="{844CB057-B90F-442D-A9E4-208496B60435}"/>
                </a:ext>
              </a:extLst>
            </p:cNvPr>
            <p:cNvSpPr txBox="1"/>
            <p:nvPr/>
          </p:nvSpPr>
          <p:spPr>
            <a:xfrm>
              <a:off x="-1104456" y="5528634"/>
              <a:ext cx="8538692" cy="1817145"/>
            </a:xfrm>
            <a:prstGeom prst="rect">
              <a:avLst/>
            </a:prstGeom>
            <a:grpFill/>
            <a:ln>
              <a:solidFill>
                <a:schemeClr val="accent1"/>
              </a:solidFill>
            </a:ln>
          </p:spPr>
          <p:txBody>
            <a:bodyPr wrap="square" lIns="108000" tIns="144000" rIns="108000" bIns="72000">
              <a:spAutoFit/>
            </a:bodyPr>
            <a:lstStyle/>
            <a:p>
              <a:r>
                <a:rPr lang="nl-NL" sz="1600" kern="0" dirty="0" err="1">
                  <a:solidFill>
                    <a:srgbClr val="FF0000"/>
                  </a:solidFill>
                  <a:latin typeface="Consolas" panose="020B0609020204030204" pitchFamily="49" charset="0"/>
                  <a:cs typeface="Courier New" panose="02070309020205020404" pitchFamily="49" charset="0"/>
                </a:rPr>
                <a:t>Traceback</a:t>
              </a:r>
              <a:r>
                <a:rPr lang="nl-NL" sz="1600" kern="0" dirty="0">
                  <a:solidFill>
                    <a:srgbClr val="FF0000"/>
                  </a:solidFill>
                  <a:latin typeface="Consolas" panose="020B0609020204030204" pitchFamily="49" charset="0"/>
                  <a:cs typeface="Courier New" panose="02070309020205020404" pitchFamily="49" charset="0"/>
                </a:rPr>
                <a:t> (most recent call last):</a:t>
              </a:r>
            </a:p>
            <a:p>
              <a:r>
                <a:rPr lang="nl-NL" sz="1600" kern="0" dirty="0">
                  <a:solidFill>
                    <a:srgbClr val="FF0000"/>
                  </a:solidFill>
                  <a:latin typeface="Consolas" panose="020B0609020204030204" pitchFamily="49" charset="0"/>
                  <a:cs typeface="Courier New" panose="02070309020205020404" pitchFamily="49" charset="0"/>
                </a:rPr>
                <a:t>  File "C:\Users\BvE\PycharmProjects\Demo\hello.py", line 2, in &lt;module&gt;</a:t>
              </a:r>
            </a:p>
            <a:p>
              <a:r>
                <a:rPr lang="nl-NL" sz="1600" kern="0" dirty="0">
                  <a:solidFill>
                    <a:srgbClr val="FF0000"/>
                  </a:solidFill>
                  <a:latin typeface="Consolas" panose="020B0609020204030204" pitchFamily="49" charset="0"/>
                  <a:cs typeface="Courier New" panose="02070309020205020404" pitchFamily="49" charset="0"/>
                </a:rPr>
                <a:t>    boodschap = "Je resultaat voor V1SE1 is: " + cijfer</a:t>
              </a:r>
            </a:p>
            <a:p>
              <a:r>
                <a:rPr lang="nl-NL" sz="1600" kern="0" dirty="0">
                  <a:solidFill>
                    <a:srgbClr val="FF0000"/>
                  </a:solidFill>
                  <a:latin typeface="Consolas" panose="020B0609020204030204" pitchFamily="49" charset="0"/>
                  <a:cs typeface="Courier New" panose="02070309020205020404" pitchFamily="49" charset="0"/>
                </a:rPr>
                <a:t>                ~~~~~~~~~~~~~~~~~~~~~~~~~~~~~~~^~~~~~~~</a:t>
              </a:r>
            </a:p>
            <a:p>
              <a:r>
                <a:rPr lang="nl-NL" sz="1600" kern="0" dirty="0" err="1">
                  <a:solidFill>
                    <a:srgbClr val="FF0000"/>
                  </a:solidFill>
                  <a:latin typeface="Consolas" panose="020B0609020204030204" pitchFamily="49" charset="0"/>
                  <a:cs typeface="Courier New" panose="02070309020205020404" pitchFamily="49" charset="0"/>
                </a:rPr>
                <a:t>TypeError</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can</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only</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concatenate</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str</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not</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float</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to</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str</a:t>
              </a:r>
              <a:endParaRPr lang="nl-NL" sz="1600" kern="0" dirty="0">
                <a:solidFill>
                  <a:srgbClr val="FF0000"/>
                </a:solidFill>
                <a:latin typeface="Consolas" panose="020B0609020204030204" pitchFamily="49" charset="0"/>
                <a:cs typeface="Courier New" panose="02070309020205020404" pitchFamily="49" charset="0"/>
              </a:endParaRPr>
            </a:p>
          </p:txBody>
        </p:sp>
        <p:sp>
          <p:nvSpPr>
            <p:cNvPr id="13" name="Tekstvak 12">
              <a:extLst>
                <a:ext uri="{FF2B5EF4-FFF2-40B4-BE49-F238E27FC236}">
                  <a16:creationId xmlns:a16="http://schemas.microsoft.com/office/drawing/2014/main" id="{B17A1452-6330-EA05-7DF6-7293B80F8C23}"/>
                </a:ext>
              </a:extLst>
            </p:cNvPr>
            <p:cNvSpPr txBox="1"/>
            <p:nvPr/>
          </p:nvSpPr>
          <p:spPr>
            <a:xfrm>
              <a:off x="6401396" y="5499300"/>
              <a:ext cx="584791" cy="264523"/>
            </a:xfrm>
            <a:prstGeom prst="rect">
              <a:avLst/>
            </a:prstGeom>
            <a:solidFill>
              <a:schemeClr val="bg1"/>
            </a:solidFill>
          </p:spPr>
          <p:txBody>
            <a:bodyPr wrap="square" lIns="36000" tIns="0" rIns="36000" bIns="0" rtlCol="0">
              <a:spAutoFit/>
            </a:bodyPr>
            <a:lstStyle/>
            <a:p>
              <a:pPr algn="ctr"/>
              <a:r>
                <a:rPr lang="nl-NL" sz="1400" dirty="0"/>
                <a:t>uitvoer </a:t>
              </a:r>
            </a:p>
          </p:txBody>
        </p:sp>
      </p:grpSp>
      <p:sp>
        <p:nvSpPr>
          <p:cNvPr id="14" name="Tekstvak 13">
            <a:extLst>
              <a:ext uri="{FF2B5EF4-FFF2-40B4-BE49-F238E27FC236}">
                <a16:creationId xmlns:a16="http://schemas.microsoft.com/office/drawing/2014/main" id="{A48F2CB0-8E82-E543-9B61-0C555FD19384}"/>
              </a:ext>
            </a:extLst>
          </p:cNvPr>
          <p:cNvSpPr txBox="1"/>
          <p:nvPr/>
        </p:nvSpPr>
        <p:spPr>
          <a:xfrm>
            <a:off x="805779" y="4888476"/>
            <a:ext cx="8124212" cy="1323439"/>
          </a:xfrm>
          <a:prstGeom prst="rect">
            <a:avLst/>
          </a:prstGeom>
          <a:noFill/>
          <a:ln>
            <a:solidFill>
              <a:schemeClr val="accent1"/>
            </a:solidFill>
          </a:ln>
        </p:spPr>
        <p:txBody>
          <a:bodyPr wrap="square">
            <a:spAutoFit/>
          </a:bodyPr>
          <a:lstStyle/>
          <a:p>
            <a:r>
              <a:rPr lang="en-US" sz="2000" kern="0" dirty="0" err="1">
                <a:solidFill>
                  <a:prstClr val="black"/>
                </a:solidFill>
                <a:latin typeface="Consolas" panose="020B0609020204030204" pitchFamily="49" charset="0"/>
                <a:cs typeface="Courier New" panose="02070309020205020404" pitchFamily="49" charset="0"/>
              </a:rPr>
              <a:t>cijfer</a:t>
            </a:r>
            <a:r>
              <a:rPr lang="en-US" sz="2000" kern="0" dirty="0">
                <a:solidFill>
                  <a:prstClr val="black"/>
                </a:solidFill>
                <a:latin typeface="Consolas" panose="020B0609020204030204" pitchFamily="49" charset="0"/>
                <a:cs typeface="Courier New" panose="02070309020205020404" pitchFamily="49" charset="0"/>
              </a:rPr>
              <a:t> = 7.9</a:t>
            </a:r>
          </a:p>
          <a:p>
            <a:r>
              <a:rPr lang="en-US" sz="2000" kern="0" dirty="0" err="1">
                <a:solidFill>
                  <a:prstClr val="black"/>
                </a:solidFill>
                <a:latin typeface="Consolas" panose="020B0609020204030204" pitchFamily="49" charset="0"/>
                <a:cs typeface="Courier New" panose="02070309020205020404" pitchFamily="49" charset="0"/>
              </a:rPr>
              <a:t>boodschap</a:t>
            </a:r>
            <a:r>
              <a:rPr lang="en-US" sz="2000" kern="0" dirty="0">
                <a:solidFill>
                  <a:prstClr val="black"/>
                </a:solidFill>
                <a:latin typeface="Consolas" panose="020B0609020204030204" pitchFamily="49" charset="0"/>
                <a:cs typeface="Courier New" panose="02070309020205020404" pitchFamily="49" charset="0"/>
              </a:rPr>
              <a:t> = "Je </a:t>
            </a:r>
            <a:r>
              <a:rPr lang="en-US" sz="2000" kern="0" dirty="0" err="1">
                <a:solidFill>
                  <a:prstClr val="black"/>
                </a:solidFill>
                <a:latin typeface="Consolas" panose="020B0609020204030204" pitchFamily="49" charset="0"/>
                <a:cs typeface="Courier New" panose="02070309020205020404" pitchFamily="49" charset="0"/>
              </a:rPr>
              <a:t>resultaat</a:t>
            </a:r>
            <a:r>
              <a:rPr lang="en-US" sz="2000" kern="0" dirty="0">
                <a:solidFill>
                  <a:prstClr val="black"/>
                </a:solidFill>
                <a:latin typeface="Consolas" panose="020B0609020204030204" pitchFamily="49" charset="0"/>
                <a:cs typeface="Courier New" panose="02070309020205020404" pitchFamily="49" charset="0"/>
              </a:rPr>
              <a:t> </a:t>
            </a:r>
            <a:r>
              <a:rPr lang="en-US" sz="2000" kern="0" dirty="0" err="1">
                <a:solidFill>
                  <a:prstClr val="black"/>
                </a:solidFill>
                <a:latin typeface="Consolas" panose="020B0609020204030204" pitchFamily="49" charset="0"/>
                <a:cs typeface="Courier New" panose="02070309020205020404" pitchFamily="49" charset="0"/>
              </a:rPr>
              <a:t>voor</a:t>
            </a:r>
            <a:r>
              <a:rPr lang="en-US" sz="2000" kern="0" dirty="0">
                <a:solidFill>
                  <a:prstClr val="black"/>
                </a:solidFill>
                <a:latin typeface="Consolas" panose="020B0609020204030204" pitchFamily="49" charset="0"/>
                <a:cs typeface="Courier New" panose="02070309020205020404" pitchFamily="49" charset="0"/>
              </a:rPr>
              <a:t> V1SE1 is: " + </a:t>
            </a:r>
            <a:r>
              <a:rPr lang="en-US" sz="2000" kern="0" dirty="0">
                <a:solidFill>
                  <a:prstClr val="black"/>
                </a:solidFill>
                <a:highlight>
                  <a:srgbClr val="FFFF00"/>
                </a:highlight>
                <a:latin typeface="Consolas" panose="020B0609020204030204" pitchFamily="49" charset="0"/>
                <a:cs typeface="Courier New" panose="02070309020205020404" pitchFamily="49" charset="0"/>
              </a:rPr>
              <a:t>str(</a:t>
            </a:r>
            <a:r>
              <a:rPr lang="en-US" sz="2000" kern="0" dirty="0" err="1">
                <a:solidFill>
                  <a:prstClr val="black"/>
                </a:solidFill>
                <a:highlight>
                  <a:srgbClr val="FFFF00"/>
                </a:highlight>
                <a:latin typeface="Consolas" panose="020B0609020204030204" pitchFamily="49" charset="0"/>
                <a:cs typeface="Courier New" panose="02070309020205020404" pitchFamily="49" charset="0"/>
              </a:rPr>
              <a:t>cijfer</a:t>
            </a:r>
            <a:r>
              <a:rPr lang="en-US" sz="2000" kern="0" dirty="0">
                <a:solidFill>
                  <a:prstClr val="black"/>
                </a:solidFill>
                <a:highlight>
                  <a:srgbClr val="FFFF00"/>
                </a:highlight>
                <a:latin typeface="Consolas" panose="020B0609020204030204" pitchFamily="49" charset="0"/>
                <a:cs typeface="Courier New" panose="02070309020205020404" pitchFamily="49" charset="0"/>
              </a:rPr>
              <a:t>)</a:t>
            </a: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latin typeface="Consolas" panose="020B0609020204030204" pitchFamily="49" charset="0"/>
                <a:cs typeface="Courier New" panose="02070309020205020404" pitchFamily="49" charset="0"/>
              </a:rPr>
              <a:t>print( </a:t>
            </a:r>
            <a:r>
              <a:rPr lang="en-US" sz="2000" kern="0" dirty="0" err="1">
                <a:solidFill>
                  <a:prstClr val="black"/>
                </a:solidFill>
                <a:latin typeface="Consolas" panose="020B0609020204030204" pitchFamily="49" charset="0"/>
                <a:cs typeface="Courier New" panose="02070309020205020404" pitchFamily="49" charset="0"/>
              </a:rPr>
              <a:t>boodschap</a:t>
            </a:r>
            <a:r>
              <a:rPr lang="en-US" sz="2000" kern="0" dirty="0">
                <a:solidFill>
                  <a:prstClr val="black"/>
                </a:solidFill>
                <a:latin typeface="Consolas" panose="020B0609020204030204" pitchFamily="49" charset="0"/>
                <a:cs typeface="Courier New" panose="02070309020205020404" pitchFamily="49" charset="0"/>
              </a:rPr>
              <a:t> )</a:t>
            </a:r>
          </a:p>
        </p:txBody>
      </p:sp>
      <p:grpSp>
        <p:nvGrpSpPr>
          <p:cNvPr id="17" name="Groep 16">
            <a:extLst>
              <a:ext uri="{FF2B5EF4-FFF2-40B4-BE49-F238E27FC236}">
                <a16:creationId xmlns:a16="http://schemas.microsoft.com/office/drawing/2014/main" id="{A4BFD972-EDAB-8AAB-35C5-159232DCD4DB}"/>
              </a:ext>
            </a:extLst>
          </p:cNvPr>
          <p:cNvGrpSpPr/>
          <p:nvPr/>
        </p:nvGrpSpPr>
        <p:grpSpPr>
          <a:xfrm>
            <a:off x="6997676" y="5883541"/>
            <a:ext cx="3001089" cy="612298"/>
            <a:chOff x="6222079" y="5499300"/>
            <a:chExt cx="2933052" cy="751783"/>
          </a:xfrm>
        </p:grpSpPr>
        <p:sp>
          <p:nvSpPr>
            <p:cNvPr id="18" name="Tekstvak 17">
              <a:extLst>
                <a:ext uri="{FF2B5EF4-FFF2-40B4-BE49-F238E27FC236}">
                  <a16:creationId xmlns:a16="http://schemas.microsoft.com/office/drawing/2014/main" id="{A289A4D4-C610-550E-A291-ACFF789BC2D3}"/>
                </a:ext>
              </a:extLst>
            </p:cNvPr>
            <p:cNvSpPr txBox="1"/>
            <p:nvPr/>
          </p:nvSpPr>
          <p:spPr>
            <a:xfrm>
              <a:off x="6222079" y="5643187"/>
              <a:ext cx="2933052" cy="607896"/>
            </a:xfrm>
            <a:prstGeom prst="rect">
              <a:avLst/>
            </a:prstGeom>
            <a:solidFill>
              <a:schemeClr val="bg1"/>
            </a:solidFill>
            <a:ln>
              <a:solidFill>
                <a:schemeClr val="accent1"/>
              </a:solidFill>
            </a:ln>
          </p:spPr>
          <p:txBody>
            <a:bodyPr wrap="square" lIns="108000" tIns="144000" rIns="108000" bIns="72000">
              <a:spAutoFit/>
            </a:bodyPr>
            <a:lstStyle/>
            <a:p>
              <a:r>
                <a:rPr lang="nl-NL" dirty="0"/>
                <a:t>Je resultaat voor V1SE1 is: 7.9</a:t>
              </a:r>
            </a:p>
          </p:txBody>
        </p:sp>
        <p:sp>
          <p:nvSpPr>
            <p:cNvPr id="19" name="Tekstvak 18">
              <a:extLst>
                <a:ext uri="{FF2B5EF4-FFF2-40B4-BE49-F238E27FC236}">
                  <a16:creationId xmlns:a16="http://schemas.microsoft.com/office/drawing/2014/main" id="{2841E666-A575-6F09-CA7C-7A24EB374416}"/>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cxnSp>
        <p:nvCxnSpPr>
          <p:cNvPr id="23" name="Rechte verbindingslijn 22">
            <a:extLst>
              <a:ext uri="{FF2B5EF4-FFF2-40B4-BE49-F238E27FC236}">
                <a16:creationId xmlns:a16="http://schemas.microsoft.com/office/drawing/2014/main" id="{00736D87-B7C3-B432-441B-A9518F0307E7}"/>
              </a:ext>
            </a:extLst>
          </p:cNvPr>
          <p:cNvCxnSpPr/>
          <p:nvPr/>
        </p:nvCxnSpPr>
        <p:spPr>
          <a:xfrm>
            <a:off x="2607013" y="2996120"/>
            <a:ext cx="537939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618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ircle(out)">
                                      <p:cBhvr>
                                        <p:cTn id="7" dur="10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3D46-FE33-B9E4-6E20-3B3D3E77C52A}"/>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5870E4F7-555D-D9A1-54EA-E9A6F23F4837}"/>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368AE0A6-E369-C12D-DD01-6F0EB87C8BC8}"/>
              </a:ext>
            </a:extLst>
          </p:cNvPr>
          <p:cNvSpPr txBox="1"/>
          <p:nvPr/>
        </p:nvSpPr>
        <p:spPr bwMode="auto">
          <a:xfrm>
            <a:off x="709357" y="2085581"/>
            <a:ext cx="10866557" cy="163121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lang="nl-NL" sz="2000" dirty="0"/>
              <a:t>Bedenk wat de volgende code doet:</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dirty="0"/>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dirty="0"/>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nl-NL" sz="2000" dirty="0"/>
          </a:p>
          <a:p>
            <a:pPr marL="457200" lvl="0" indent="-457200" fontAlgn="base">
              <a:spcBef>
                <a:spcPct val="0"/>
              </a:spcBef>
              <a:spcAft>
                <a:spcPct val="0"/>
              </a:spcAft>
              <a:buFont typeface="+mj-lt"/>
              <a:buAutoNum type="arabicPeriod"/>
              <a:defRPr/>
            </a:pPr>
            <a:r>
              <a:rPr lang="nl-NL" sz="2000" dirty="0"/>
              <a:t>De code hierboven geeft een error. Los het probleem op door precies twee tekens te verwijderen.</a:t>
            </a:r>
          </a:p>
        </p:txBody>
      </p:sp>
      <p:sp>
        <p:nvSpPr>
          <p:cNvPr id="2" name="Tekstvak 1">
            <a:extLst>
              <a:ext uri="{FF2B5EF4-FFF2-40B4-BE49-F238E27FC236}">
                <a16:creationId xmlns:a16="http://schemas.microsoft.com/office/drawing/2014/main" id="{33921C2C-D025-1202-ECB2-B58D49CB3DAD}"/>
              </a:ext>
            </a:extLst>
          </p:cNvPr>
          <p:cNvSpPr txBox="1"/>
          <p:nvPr/>
        </p:nvSpPr>
        <p:spPr>
          <a:xfrm>
            <a:off x="1250653" y="2701134"/>
            <a:ext cx="5150147" cy="400110"/>
          </a:xfrm>
          <a:prstGeom prst="rect">
            <a:avLst/>
          </a:prstGeom>
          <a:noFill/>
          <a:ln>
            <a:solidFill>
              <a:schemeClr val="accent1"/>
            </a:solidFill>
          </a:ln>
        </p:spPr>
        <p:txBody>
          <a:bodyPr wrap="square">
            <a:spAutoFit/>
          </a:bodyPr>
          <a:lstStyle/>
          <a:p>
            <a:pPr lvl="0" fontAlgn="base">
              <a:spcBef>
                <a:spcPct val="0"/>
              </a:spcBef>
              <a:spcAft>
                <a:spcPct val="0"/>
              </a:spcAft>
              <a:defRPr/>
            </a:pPr>
            <a:r>
              <a:rPr lang="nl-NL" sz="2000" kern="0" dirty="0">
                <a:solidFill>
                  <a:prstClr val="black"/>
                </a:solidFill>
                <a:latin typeface="Consolas" panose="020B0609020204030204" pitchFamily="49" charset="0"/>
                <a:cs typeface="Courier New" panose="02070309020205020404" pitchFamily="49" charset="0"/>
              </a:rPr>
              <a:t>print( 10 * int( "100,000,000" ) )</a:t>
            </a:r>
          </a:p>
        </p:txBody>
      </p:sp>
    </p:spTree>
    <p:extLst>
      <p:ext uri="{BB962C8B-B14F-4D97-AF65-F5344CB8AC3E}">
        <p14:creationId xmlns:p14="http://schemas.microsoft.com/office/powerpoint/2010/main" val="175416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52E1-5053-268C-ADC8-F450D47BBDD8}"/>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6DEBDC08-AD83-F0D5-5797-15C8ED06723D}"/>
              </a:ext>
            </a:extLst>
          </p:cNvPr>
          <p:cNvSpPr txBox="1"/>
          <p:nvPr/>
        </p:nvSpPr>
        <p:spPr>
          <a:xfrm>
            <a:off x="1031827" y="4442239"/>
            <a:ext cx="7127461" cy="707886"/>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tekst = input( "Geef een tekst in: " ) </a:t>
            </a:r>
          </a:p>
          <a:p>
            <a:r>
              <a:rPr lang="nl-NL" sz="2000" kern="0" dirty="0">
                <a:solidFill>
                  <a:prstClr val="black"/>
                </a:solidFill>
                <a:latin typeface="Consolas" panose="020B0609020204030204" pitchFamily="49" charset="0"/>
                <a:cs typeface="Courier New" panose="02070309020205020404" pitchFamily="49" charset="0"/>
              </a:rPr>
              <a:t>print( "Je hebt het volgende ingetypt:", tekst )</a:t>
            </a:r>
            <a:endParaRPr lang="en-US" sz="2000" kern="0" dirty="0">
              <a:solidFill>
                <a:prstClr val="black"/>
              </a:solidFill>
              <a:latin typeface="Consolas" panose="020B0609020204030204" pitchFamily="49" charset="0"/>
              <a:cs typeface="Courier New" panose="02070309020205020404" pitchFamily="49" charset="0"/>
            </a:endParaRPr>
          </a:p>
        </p:txBody>
      </p:sp>
      <p:sp>
        <p:nvSpPr>
          <p:cNvPr id="45" name="Title 1">
            <a:extLst>
              <a:ext uri="{FF2B5EF4-FFF2-40B4-BE49-F238E27FC236}">
                <a16:creationId xmlns:a16="http://schemas.microsoft.com/office/drawing/2014/main" id="{D0C1C6E7-110A-7E45-B243-88CCA7B1B294}"/>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input() </a:t>
            </a:r>
            <a:r>
              <a:rPr lang="en-US" sz="2000" b="1" kern="0" dirty="0">
                <a:solidFill>
                  <a:prstClr val="black"/>
                </a:solidFill>
              </a:rPr>
              <a:t>(§5.2.4)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7DBD2BAC-6F06-D803-9223-B69ECB13D256}"/>
              </a:ext>
            </a:extLst>
          </p:cNvPr>
          <p:cNvSpPr txBox="1"/>
          <p:nvPr/>
        </p:nvSpPr>
        <p:spPr bwMode="auto">
          <a:xfrm>
            <a:off x="709358" y="1812646"/>
            <a:ext cx="10492038" cy="1938992"/>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Vraag de gebruiker om invoer met functie </a:t>
            </a:r>
            <a:r>
              <a:rPr lang="nl-NL" sz="2000" b="1" kern="0" dirty="0">
                <a:solidFill>
                  <a:srgbClr val="294171"/>
                </a:solidFill>
              </a:rPr>
              <a:t>input()</a:t>
            </a:r>
            <a:r>
              <a:rPr lang="nl-NL" sz="2000" kern="0" dirty="0">
                <a:solidFill>
                  <a:srgbClr val="294171"/>
                </a:solidFill>
              </a:rPr>
              <a:t>:</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914400" lvl="1" indent="-457200" fontAlgn="base">
              <a:spcBef>
                <a:spcPct val="0"/>
              </a:spcBef>
              <a:spcAft>
                <a:spcPct val="0"/>
              </a:spcAft>
              <a:buFont typeface="+mj-lt"/>
              <a:buAutoNum type="arabicPeriod"/>
              <a:defRPr/>
            </a:pPr>
            <a:r>
              <a:rPr lang="nl-NL" sz="2000" kern="0" dirty="0">
                <a:solidFill>
                  <a:srgbClr val="294171"/>
                </a:solidFill>
              </a:rPr>
              <a:t>Functie toont tekst (‘prompt’) aan gebruiker, en wacht op de gebruiker</a:t>
            </a:r>
          </a:p>
          <a:p>
            <a:pPr marL="914400" lvl="1" indent="-457200" fontAlgn="base">
              <a:spcBef>
                <a:spcPct val="0"/>
              </a:spcBef>
              <a:spcAft>
                <a:spcPct val="0"/>
              </a:spcAft>
              <a:buFont typeface="+mj-lt"/>
              <a:buAutoNum type="arabicPeriod"/>
              <a:defRPr/>
            </a:pPr>
            <a:r>
              <a:rPr lang="nl-NL" sz="2000" kern="0" dirty="0">
                <a:solidFill>
                  <a:srgbClr val="294171"/>
                </a:solidFill>
              </a:rPr>
              <a:t>Gebruiker voert 0 of meer tekens in</a:t>
            </a:r>
          </a:p>
          <a:p>
            <a:pPr marL="914400" lvl="1" indent="-457200" fontAlgn="base">
              <a:spcBef>
                <a:spcPct val="0"/>
              </a:spcBef>
              <a:spcAft>
                <a:spcPct val="0"/>
              </a:spcAft>
              <a:buFont typeface="+mj-lt"/>
              <a:buAutoNum type="arabicPeriod"/>
              <a:defRPr/>
            </a:pPr>
            <a:r>
              <a:rPr lang="nl-NL" sz="2000" kern="0" dirty="0">
                <a:solidFill>
                  <a:srgbClr val="294171"/>
                </a:solidFill>
              </a:rPr>
              <a:t>Gebruiker sluit af met &lt;enter&gt;</a:t>
            </a:r>
          </a:p>
          <a:p>
            <a:pPr marL="914400" lvl="1" indent="-457200" fontAlgn="base">
              <a:spcBef>
                <a:spcPct val="0"/>
              </a:spcBef>
              <a:spcAft>
                <a:spcPct val="0"/>
              </a:spcAft>
              <a:buFont typeface="+mj-lt"/>
              <a:buAutoNum type="arabicPeriod"/>
              <a:defRPr/>
            </a:pPr>
            <a:r>
              <a:rPr lang="nl-NL" sz="2000" kern="0" dirty="0">
                <a:solidFill>
                  <a:srgbClr val="294171"/>
                </a:solidFill>
              </a:rPr>
              <a:t>Functie retourneert de ingevoerde tekens als string</a:t>
            </a:r>
          </a:p>
        </p:txBody>
      </p:sp>
    </p:spTree>
    <p:extLst>
      <p:ext uri="{BB962C8B-B14F-4D97-AF65-F5344CB8AC3E}">
        <p14:creationId xmlns:p14="http://schemas.microsoft.com/office/powerpoint/2010/main" val="2676368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D974-8A59-19B9-516C-6F2BD5CB3F14}"/>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57A2CB49-78D5-E265-997A-745846DC5832}"/>
              </a:ext>
            </a:extLst>
          </p:cNvPr>
          <p:cNvSpPr txBox="1"/>
          <p:nvPr/>
        </p:nvSpPr>
        <p:spPr>
          <a:xfrm>
            <a:off x="1304202" y="2721114"/>
            <a:ext cx="8734743" cy="1015663"/>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nummer = input( "Geef een getal: " ) </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a:solidFill>
                  <a:prstClr val="black"/>
                </a:solidFill>
                <a:latin typeface="Consolas" panose="020B0609020204030204" pitchFamily="49" charset="0"/>
                <a:cs typeface="Courier New" panose="02070309020205020404" pitchFamily="49" charset="0"/>
              </a:rPr>
              <a:t>print( "Je getal in het kwadraat is", nummer * nummer )</a:t>
            </a:r>
            <a:endParaRPr lang="en-US" sz="2000" kern="0" dirty="0">
              <a:solidFill>
                <a:prstClr val="black"/>
              </a:solidFill>
              <a:latin typeface="Consolas" panose="020B0609020204030204" pitchFamily="49" charset="0"/>
              <a:cs typeface="Courier New" panose="02070309020205020404" pitchFamily="49" charset="0"/>
            </a:endParaRPr>
          </a:p>
        </p:txBody>
      </p:sp>
      <p:sp>
        <p:nvSpPr>
          <p:cNvPr id="45" name="Title 1">
            <a:extLst>
              <a:ext uri="{FF2B5EF4-FFF2-40B4-BE49-F238E27FC236}">
                <a16:creationId xmlns:a16="http://schemas.microsoft.com/office/drawing/2014/main" id="{1EFCF128-32E0-4F67-A755-317ADC636B08}"/>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input() </a:t>
            </a:r>
            <a:r>
              <a:rPr kumimoji="0" lang="en-US" sz="3600" b="1" i="0" u="none" strike="noStrike" kern="0" cap="none" spc="0" normalizeH="0" baseline="0" noProof="0" dirty="0" err="1">
                <a:ln>
                  <a:noFill/>
                </a:ln>
                <a:solidFill>
                  <a:prstClr val="black"/>
                </a:solidFill>
                <a:effectLst/>
                <a:uLnTx/>
                <a:uFillTx/>
              </a:rPr>
              <a:t>retourneert</a:t>
            </a:r>
            <a:r>
              <a:rPr kumimoji="0" lang="en-US" sz="3600" b="1" i="0" u="none" strike="noStrike" kern="0" cap="none" spc="0" normalizeH="0" baseline="0" noProof="0" dirty="0">
                <a:ln>
                  <a:noFill/>
                </a:ln>
                <a:solidFill>
                  <a:prstClr val="black"/>
                </a:solidFill>
                <a:effectLst/>
                <a:uLnTx/>
                <a:uFillTx/>
              </a:rPr>
              <a:t> strings! </a:t>
            </a:r>
            <a:r>
              <a:rPr lang="en-US" sz="2000" b="1" kern="0" dirty="0">
                <a:solidFill>
                  <a:prstClr val="black"/>
                </a:solidFill>
              </a:rPr>
              <a:t>(§5.2.4)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39231223-0F81-64FF-C72B-93B2DA4FD47E}"/>
              </a:ext>
            </a:extLst>
          </p:cNvPr>
          <p:cNvSpPr txBox="1"/>
          <p:nvPr/>
        </p:nvSpPr>
        <p:spPr bwMode="auto">
          <a:xfrm>
            <a:off x="709358" y="1940062"/>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Ook cijfers worden als tekst (string) geretourneerd; wat is het resultaat van deze code?</a:t>
            </a:r>
          </a:p>
        </p:txBody>
      </p:sp>
      <p:grpSp>
        <p:nvGrpSpPr>
          <p:cNvPr id="3" name="Groep 2">
            <a:extLst>
              <a:ext uri="{FF2B5EF4-FFF2-40B4-BE49-F238E27FC236}">
                <a16:creationId xmlns:a16="http://schemas.microsoft.com/office/drawing/2014/main" id="{98287D51-87CB-0AFC-DB84-8D8ADCA2E4F0}"/>
              </a:ext>
            </a:extLst>
          </p:cNvPr>
          <p:cNvGrpSpPr/>
          <p:nvPr/>
        </p:nvGrpSpPr>
        <p:grpSpPr>
          <a:xfrm>
            <a:off x="1304201" y="4117720"/>
            <a:ext cx="8734743" cy="1750107"/>
            <a:chOff x="-1104456" y="5499300"/>
            <a:chExt cx="8538692" cy="2148791"/>
          </a:xfrm>
          <a:solidFill>
            <a:schemeClr val="tx1"/>
          </a:solidFill>
        </p:grpSpPr>
        <p:sp>
          <p:nvSpPr>
            <p:cNvPr id="5" name="Tekstvak 4">
              <a:extLst>
                <a:ext uri="{FF2B5EF4-FFF2-40B4-BE49-F238E27FC236}">
                  <a16:creationId xmlns:a16="http://schemas.microsoft.com/office/drawing/2014/main" id="{00F3E139-43F3-2A1F-FC44-0B41494FEFEB}"/>
                </a:ext>
              </a:extLst>
            </p:cNvPr>
            <p:cNvSpPr txBox="1"/>
            <p:nvPr/>
          </p:nvSpPr>
          <p:spPr>
            <a:xfrm>
              <a:off x="-1104456" y="5528634"/>
              <a:ext cx="8538692" cy="2119457"/>
            </a:xfrm>
            <a:prstGeom prst="rect">
              <a:avLst/>
            </a:prstGeom>
            <a:grpFill/>
            <a:ln>
              <a:solidFill>
                <a:schemeClr val="accent1"/>
              </a:solidFill>
            </a:ln>
          </p:spPr>
          <p:txBody>
            <a:bodyPr wrap="square" lIns="108000" tIns="144000" rIns="108000" bIns="72000">
              <a:spAutoFit/>
            </a:bodyPr>
            <a:lstStyle/>
            <a:p>
              <a:r>
                <a:rPr lang="nl-NL" sz="1600" kern="0" dirty="0">
                  <a:solidFill>
                    <a:schemeClr val="bg1">
                      <a:lumMod val="65000"/>
                    </a:schemeClr>
                  </a:solidFill>
                  <a:latin typeface="Consolas" panose="020B0609020204030204" pitchFamily="49" charset="0"/>
                  <a:cs typeface="Courier New" panose="02070309020205020404" pitchFamily="49" charset="0"/>
                </a:rPr>
                <a:t>Geef een getal: </a:t>
              </a:r>
              <a:r>
                <a:rPr lang="nl-NL" sz="1600" i="1" dirty="0">
                  <a:solidFill>
                    <a:srgbClr val="00B050"/>
                  </a:solidFill>
                  <a:latin typeface="Consolas" panose="020B0609020204030204" pitchFamily="49" charset="0"/>
                </a:rPr>
                <a:t>8</a:t>
              </a:r>
            </a:p>
            <a:p>
              <a:r>
                <a:rPr lang="nl-NL" sz="1600" kern="0" dirty="0" err="1">
                  <a:solidFill>
                    <a:srgbClr val="FF0000"/>
                  </a:solidFill>
                  <a:latin typeface="Consolas" panose="020B0609020204030204" pitchFamily="49" charset="0"/>
                  <a:cs typeface="Courier New" panose="02070309020205020404" pitchFamily="49" charset="0"/>
                </a:rPr>
                <a:t>Traceback</a:t>
              </a:r>
              <a:r>
                <a:rPr lang="nl-NL" sz="1600" kern="0" dirty="0">
                  <a:solidFill>
                    <a:srgbClr val="FF0000"/>
                  </a:solidFill>
                  <a:latin typeface="Consolas" panose="020B0609020204030204" pitchFamily="49" charset="0"/>
                  <a:cs typeface="Courier New" panose="02070309020205020404" pitchFamily="49" charset="0"/>
                </a:rPr>
                <a:t> (most recent call last):</a:t>
              </a:r>
            </a:p>
            <a:p>
              <a:r>
                <a:rPr lang="nl-NL" sz="1600" kern="0" dirty="0">
                  <a:solidFill>
                    <a:srgbClr val="FF0000"/>
                  </a:solidFill>
                  <a:latin typeface="Consolas" panose="020B0609020204030204" pitchFamily="49" charset="0"/>
                  <a:cs typeface="Courier New" panose="02070309020205020404" pitchFamily="49" charset="0"/>
                </a:rPr>
                <a:t>  File "C:\Users\BvE\PycharmProjects\Demo\hello.py", line 2, in &lt;module&gt;</a:t>
              </a:r>
            </a:p>
            <a:p>
              <a:r>
                <a:rPr lang="nl-NL" sz="1600" kern="0" dirty="0">
                  <a:solidFill>
                    <a:srgbClr val="FF0000"/>
                  </a:solidFill>
                  <a:latin typeface="Consolas" panose="020B0609020204030204" pitchFamily="49" charset="0"/>
                  <a:cs typeface="Courier New" panose="02070309020205020404" pitchFamily="49" charset="0"/>
                </a:rPr>
                <a:t>    print( "Je getal in het kwadraat is", nummer * nummer )</a:t>
              </a:r>
            </a:p>
            <a:p>
              <a:r>
                <a:rPr lang="nl-NL" sz="1600" kern="0" dirty="0">
                  <a:solidFill>
                    <a:srgbClr val="FF0000"/>
                  </a:solidFill>
                  <a:latin typeface="Consolas" panose="020B0609020204030204" pitchFamily="49" charset="0"/>
                  <a:cs typeface="Courier New" panose="02070309020205020404" pitchFamily="49" charset="0"/>
                </a:rPr>
                <a:t>                                          ~~~~~~~^~~~~~~~</a:t>
              </a:r>
            </a:p>
            <a:p>
              <a:r>
                <a:rPr lang="nl-NL" sz="1600" kern="0" dirty="0" err="1">
                  <a:solidFill>
                    <a:srgbClr val="FF0000"/>
                  </a:solidFill>
                  <a:latin typeface="Consolas" panose="020B0609020204030204" pitchFamily="49" charset="0"/>
                  <a:cs typeface="Courier New" panose="02070309020205020404" pitchFamily="49" charset="0"/>
                </a:rPr>
                <a:t>TypeError</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can't</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multiply</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sequence</a:t>
              </a:r>
              <a:r>
                <a:rPr lang="nl-NL" sz="1600" kern="0" dirty="0">
                  <a:solidFill>
                    <a:srgbClr val="FF0000"/>
                  </a:solidFill>
                  <a:latin typeface="Consolas" panose="020B0609020204030204" pitchFamily="49" charset="0"/>
                  <a:cs typeface="Courier New" panose="02070309020205020404" pitchFamily="49" charset="0"/>
                </a:rPr>
                <a:t> </a:t>
              </a:r>
              <a:r>
                <a:rPr lang="nl-NL" sz="1600" kern="0" dirty="0" err="1">
                  <a:solidFill>
                    <a:srgbClr val="FF0000"/>
                  </a:solidFill>
                  <a:latin typeface="Consolas" panose="020B0609020204030204" pitchFamily="49" charset="0"/>
                  <a:cs typeface="Courier New" panose="02070309020205020404" pitchFamily="49" charset="0"/>
                </a:rPr>
                <a:t>by</a:t>
              </a:r>
              <a:r>
                <a:rPr lang="nl-NL" sz="1600" kern="0" dirty="0">
                  <a:solidFill>
                    <a:srgbClr val="FF0000"/>
                  </a:solidFill>
                  <a:latin typeface="Consolas" panose="020B0609020204030204" pitchFamily="49" charset="0"/>
                  <a:cs typeface="Courier New" panose="02070309020205020404" pitchFamily="49" charset="0"/>
                </a:rPr>
                <a:t> non-int of type '</a:t>
              </a:r>
              <a:r>
                <a:rPr lang="nl-NL" sz="1600" kern="0" dirty="0" err="1">
                  <a:solidFill>
                    <a:srgbClr val="FF0000"/>
                  </a:solidFill>
                  <a:latin typeface="Consolas" panose="020B0609020204030204" pitchFamily="49" charset="0"/>
                  <a:cs typeface="Courier New" panose="02070309020205020404" pitchFamily="49" charset="0"/>
                </a:rPr>
                <a:t>str</a:t>
              </a:r>
              <a:r>
                <a:rPr lang="nl-NL" sz="1600" kern="0" dirty="0">
                  <a:solidFill>
                    <a:srgbClr val="FF0000"/>
                  </a:solidFill>
                  <a:latin typeface="Consolas" panose="020B0609020204030204" pitchFamily="49" charset="0"/>
                  <a:cs typeface="Courier New" panose="02070309020205020404" pitchFamily="49" charset="0"/>
                </a:rPr>
                <a:t>'</a:t>
              </a:r>
            </a:p>
          </p:txBody>
        </p:sp>
        <p:sp>
          <p:nvSpPr>
            <p:cNvPr id="6" name="Tekstvak 5">
              <a:extLst>
                <a:ext uri="{FF2B5EF4-FFF2-40B4-BE49-F238E27FC236}">
                  <a16:creationId xmlns:a16="http://schemas.microsoft.com/office/drawing/2014/main" id="{D5B098E2-DD50-68BD-34D9-126D2FC15C59}"/>
                </a:ext>
              </a:extLst>
            </p:cNvPr>
            <p:cNvSpPr txBox="1"/>
            <p:nvPr/>
          </p:nvSpPr>
          <p:spPr>
            <a:xfrm>
              <a:off x="6401396" y="5499300"/>
              <a:ext cx="584791" cy="264523"/>
            </a:xfrm>
            <a:prstGeom prst="rect">
              <a:avLst/>
            </a:prstGeom>
            <a:solidFill>
              <a:schemeClr val="bg1"/>
            </a:solidFill>
          </p:spPr>
          <p:txBody>
            <a:bodyPr wrap="square" lIns="36000" tIns="0" rIns="36000" bIns="0" rtlCol="0">
              <a:spAutoFit/>
            </a:bodyPr>
            <a:lstStyle/>
            <a:p>
              <a:pPr algn="ctr"/>
              <a:r>
                <a:rPr lang="nl-NL" sz="1400" dirty="0"/>
                <a:t>uitvoer </a:t>
              </a:r>
            </a:p>
          </p:txBody>
        </p:sp>
      </p:grpSp>
    </p:spTree>
    <p:extLst>
      <p:ext uri="{BB962C8B-B14F-4D97-AF65-F5344CB8AC3E}">
        <p14:creationId xmlns:p14="http://schemas.microsoft.com/office/powerpoint/2010/main" val="317702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D0EA2-70BF-6438-FBE0-15AC019B3CE1}"/>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E11A3A80-22DB-D426-BE0D-A803D7839921}"/>
              </a:ext>
            </a:extLst>
          </p:cNvPr>
          <p:cNvSpPr txBox="1"/>
          <p:nvPr/>
        </p:nvSpPr>
        <p:spPr>
          <a:xfrm>
            <a:off x="1304202" y="2720225"/>
            <a:ext cx="8734743" cy="1015663"/>
          </a:xfrm>
          <a:prstGeom prst="rect">
            <a:avLst/>
          </a:prstGeom>
          <a:noFill/>
          <a:ln>
            <a:solidFill>
              <a:schemeClr val="accent1"/>
            </a:solidFill>
          </a:ln>
        </p:spPr>
        <p:txBody>
          <a:bodyPr wrap="square">
            <a:spAutoFit/>
          </a:bodyPr>
          <a:lstStyle/>
          <a:p>
            <a:r>
              <a:rPr lang="nl-NL" sz="2000" dirty="0">
                <a:solidFill>
                  <a:schemeClr val="bg1">
                    <a:lumMod val="75000"/>
                  </a:schemeClr>
                </a:solidFill>
                <a:latin typeface="Consolas" panose="020B0609020204030204" pitchFamily="49" charset="0"/>
              </a:rPr>
              <a:t>nummer = input( "Geef een getal: " )</a:t>
            </a:r>
          </a:p>
          <a:p>
            <a:r>
              <a:rPr lang="nl-NL" sz="2000" kern="0" dirty="0">
                <a:solidFill>
                  <a:prstClr val="black"/>
                </a:solidFill>
                <a:latin typeface="Consolas" panose="020B0609020204030204" pitchFamily="49" charset="0"/>
                <a:cs typeface="Courier New" panose="02070309020205020404" pitchFamily="49" charset="0"/>
              </a:rPr>
              <a:t>nummer = </a:t>
            </a:r>
            <a:r>
              <a:rPr lang="nl-NL" sz="2000" kern="0" dirty="0" err="1">
                <a:solidFill>
                  <a:prstClr val="black"/>
                </a:solidFill>
                <a:latin typeface="Consolas" panose="020B0609020204030204" pitchFamily="49" charset="0"/>
                <a:cs typeface="Courier New" panose="02070309020205020404" pitchFamily="49" charset="0"/>
              </a:rPr>
              <a:t>float</a:t>
            </a:r>
            <a:r>
              <a:rPr lang="nl-NL" sz="2000" kern="0" dirty="0">
                <a:solidFill>
                  <a:prstClr val="black"/>
                </a:solidFill>
                <a:latin typeface="Consolas" panose="020B0609020204030204" pitchFamily="49" charset="0"/>
                <a:cs typeface="Courier New" panose="02070309020205020404" pitchFamily="49" charset="0"/>
              </a:rPr>
              <a:t>( nummer )</a:t>
            </a:r>
          </a:p>
          <a:p>
            <a:r>
              <a:rPr lang="nl-NL" sz="2000" dirty="0">
                <a:solidFill>
                  <a:schemeClr val="bg1">
                    <a:lumMod val="75000"/>
                  </a:schemeClr>
                </a:solidFill>
                <a:latin typeface="Consolas" panose="020B0609020204030204" pitchFamily="49" charset="0"/>
              </a:rPr>
              <a:t>print( "Je getal in het kwadraat is", nummer * nummer ) </a:t>
            </a:r>
            <a:endParaRPr lang="en-US" sz="2000" dirty="0">
              <a:solidFill>
                <a:schemeClr val="bg1">
                  <a:lumMod val="75000"/>
                </a:schemeClr>
              </a:solidFill>
              <a:latin typeface="Consolas" panose="020B0609020204030204" pitchFamily="49" charset="0"/>
            </a:endParaRPr>
          </a:p>
        </p:txBody>
      </p:sp>
      <p:sp>
        <p:nvSpPr>
          <p:cNvPr id="45" name="Title 1">
            <a:extLst>
              <a:ext uri="{FF2B5EF4-FFF2-40B4-BE49-F238E27FC236}">
                <a16:creationId xmlns:a16="http://schemas.microsoft.com/office/drawing/2014/main" id="{309B68AF-9CDF-0588-9491-23A30ADA198B}"/>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input() &amp; type casting </a:t>
            </a:r>
            <a:r>
              <a:rPr lang="en-US" sz="2000" b="1" kern="0" dirty="0">
                <a:solidFill>
                  <a:prstClr val="black"/>
                </a:solidFill>
              </a:rPr>
              <a:t>(§5.2.4)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E72CBF27-3E42-AD74-CF80-83B9A5179248}"/>
              </a:ext>
            </a:extLst>
          </p:cNvPr>
          <p:cNvSpPr txBox="1"/>
          <p:nvPr/>
        </p:nvSpPr>
        <p:spPr bwMode="auto">
          <a:xfrm>
            <a:off x="709358" y="1940062"/>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Type casting helpt je dit probleem op te lossen:</a:t>
            </a:r>
          </a:p>
        </p:txBody>
      </p:sp>
      <p:sp>
        <p:nvSpPr>
          <p:cNvPr id="5" name="Gedachtewolkje: wolk 4">
            <a:extLst>
              <a:ext uri="{FF2B5EF4-FFF2-40B4-BE49-F238E27FC236}">
                <a16:creationId xmlns:a16="http://schemas.microsoft.com/office/drawing/2014/main" id="{7C3FB7E8-FE35-D4D1-05C2-E6F38C9E9678}"/>
              </a:ext>
            </a:extLst>
          </p:cNvPr>
          <p:cNvSpPr/>
          <p:nvPr/>
        </p:nvSpPr>
        <p:spPr>
          <a:xfrm>
            <a:off x="2645162" y="4517829"/>
            <a:ext cx="9436591" cy="1970519"/>
          </a:xfrm>
          <a:prstGeom prst="cloudCallout">
            <a:avLst>
              <a:gd name="adj1" fmla="val -26899"/>
              <a:gd name="adj2" fmla="val -114019"/>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kern="0" dirty="0">
                <a:solidFill>
                  <a:srgbClr val="294171"/>
                </a:solidFill>
              </a:rPr>
              <a:t>Volgorde:</a:t>
            </a:r>
          </a:p>
          <a:p>
            <a:pPr marL="342900" indent="-342900" algn="ctr">
              <a:buAutoNum type="arabicPeriod"/>
            </a:pPr>
            <a:r>
              <a:rPr lang="nl-NL" kern="0" dirty="0">
                <a:solidFill>
                  <a:srgbClr val="294171"/>
                </a:solidFill>
              </a:rPr>
              <a:t>Variabele nummer wijst eerst naar de ingevoerde string </a:t>
            </a:r>
          </a:p>
          <a:p>
            <a:pPr marL="342900" indent="-342900" algn="ctr">
              <a:buAutoNum type="arabicPeriod"/>
            </a:pPr>
            <a:r>
              <a:rPr lang="nl-NL" kern="0" dirty="0">
                <a:solidFill>
                  <a:srgbClr val="294171"/>
                </a:solidFill>
              </a:rPr>
              <a:t>Functie </a:t>
            </a:r>
            <a:r>
              <a:rPr lang="nl-NL" kern="0" dirty="0" err="1">
                <a:solidFill>
                  <a:srgbClr val="294171"/>
                </a:solidFill>
              </a:rPr>
              <a:t>float</a:t>
            </a:r>
            <a:r>
              <a:rPr lang="nl-NL" kern="0" dirty="0">
                <a:solidFill>
                  <a:srgbClr val="294171"/>
                </a:solidFill>
              </a:rPr>
              <a:t> zet de string om naar </a:t>
            </a:r>
            <a:r>
              <a:rPr lang="nl-NL" kern="0" dirty="0" err="1">
                <a:solidFill>
                  <a:srgbClr val="294171"/>
                </a:solidFill>
              </a:rPr>
              <a:t>float</a:t>
            </a:r>
            <a:r>
              <a:rPr lang="nl-NL" kern="0" dirty="0">
                <a:solidFill>
                  <a:srgbClr val="294171"/>
                </a:solidFill>
              </a:rPr>
              <a:t> en retourneert deze</a:t>
            </a:r>
          </a:p>
          <a:p>
            <a:pPr marL="342900" indent="-342900" algn="ctr">
              <a:buAutoNum type="arabicPeriod"/>
            </a:pPr>
            <a:r>
              <a:rPr lang="nl-NL" kern="0" dirty="0">
                <a:solidFill>
                  <a:srgbClr val="294171"/>
                </a:solidFill>
              </a:rPr>
              <a:t>De variabele nummer krijgt de nieuwe </a:t>
            </a:r>
            <a:r>
              <a:rPr lang="nl-NL" kern="0" dirty="0" err="1">
                <a:solidFill>
                  <a:srgbClr val="294171"/>
                </a:solidFill>
              </a:rPr>
              <a:t>float</a:t>
            </a:r>
            <a:r>
              <a:rPr lang="nl-NL" kern="0" dirty="0">
                <a:solidFill>
                  <a:srgbClr val="294171"/>
                </a:solidFill>
              </a:rPr>
              <a:t> </a:t>
            </a:r>
            <a:r>
              <a:rPr lang="nl-NL" sz="2000" kern="0" dirty="0">
                <a:solidFill>
                  <a:srgbClr val="294171"/>
                </a:solidFill>
              </a:rPr>
              <a:t>waarde</a:t>
            </a:r>
          </a:p>
        </p:txBody>
      </p:sp>
      <p:grpSp>
        <p:nvGrpSpPr>
          <p:cNvPr id="6" name="Groep 5">
            <a:extLst>
              <a:ext uri="{FF2B5EF4-FFF2-40B4-BE49-F238E27FC236}">
                <a16:creationId xmlns:a16="http://schemas.microsoft.com/office/drawing/2014/main" id="{6D19D4E6-C598-C7D1-8262-F191FFFAD3EE}"/>
              </a:ext>
            </a:extLst>
          </p:cNvPr>
          <p:cNvGrpSpPr/>
          <p:nvPr/>
        </p:nvGrpSpPr>
        <p:grpSpPr>
          <a:xfrm>
            <a:off x="7949243" y="1938284"/>
            <a:ext cx="4179404" cy="889297"/>
            <a:chOff x="6222079" y="5499300"/>
            <a:chExt cx="2933052" cy="1091884"/>
          </a:xfrm>
        </p:grpSpPr>
        <p:sp>
          <p:nvSpPr>
            <p:cNvPr id="7" name="Tekstvak 6">
              <a:extLst>
                <a:ext uri="{FF2B5EF4-FFF2-40B4-BE49-F238E27FC236}">
                  <a16:creationId xmlns:a16="http://schemas.microsoft.com/office/drawing/2014/main" id="{432093B8-FF7F-7184-0D3B-619AD02AC552}"/>
                </a:ext>
              </a:extLst>
            </p:cNvPr>
            <p:cNvSpPr txBox="1"/>
            <p:nvPr/>
          </p:nvSpPr>
          <p:spPr>
            <a:xfrm>
              <a:off x="6222079" y="5643187"/>
              <a:ext cx="2933052" cy="947997"/>
            </a:xfrm>
            <a:prstGeom prst="rect">
              <a:avLst/>
            </a:prstGeom>
            <a:solidFill>
              <a:schemeClr val="bg1"/>
            </a:solidFill>
            <a:ln>
              <a:solidFill>
                <a:schemeClr val="accent1"/>
              </a:solidFill>
            </a:ln>
          </p:spPr>
          <p:txBody>
            <a:bodyPr wrap="square" lIns="108000" tIns="144000" rIns="108000" bIns="72000">
              <a:spAutoFit/>
            </a:bodyPr>
            <a:lstStyle/>
            <a:p>
              <a:r>
                <a:rPr lang="nl-NL" dirty="0"/>
                <a:t>Geef een getal: </a:t>
              </a:r>
              <a:r>
                <a:rPr lang="nl-NL" i="1" dirty="0">
                  <a:solidFill>
                    <a:srgbClr val="00B050"/>
                  </a:solidFill>
                </a:rPr>
                <a:t>8</a:t>
              </a:r>
            </a:p>
            <a:p>
              <a:r>
                <a:rPr lang="nl-NL" dirty="0"/>
                <a:t>Je getal in het kwadraat is 64</a:t>
              </a:r>
            </a:p>
          </p:txBody>
        </p:sp>
        <p:sp>
          <p:nvSpPr>
            <p:cNvPr id="8" name="Tekstvak 7">
              <a:extLst>
                <a:ext uri="{FF2B5EF4-FFF2-40B4-BE49-F238E27FC236}">
                  <a16:creationId xmlns:a16="http://schemas.microsoft.com/office/drawing/2014/main" id="{20C7A8F9-58B8-3F11-50CA-8A60BCA1D6AA}"/>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104230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950E-F1FB-3110-1C19-6CD62E177CFA}"/>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9CCE4821-D949-5FD6-462F-FCBCA601FF39}"/>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034D0F83-AADF-ACF8-DC14-8AEEF1E8D947}"/>
              </a:ext>
            </a:extLst>
          </p:cNvPr>
          <p:cNvSpPr txBox="1"/>
          <p:nvPr/>
        </p:nvSpPr>
        <p:spPr bwMode="auto">
          <a:xfrm>
            <a:off x="709358" y="1467874"/>
            <a:ext cx="10940098" cy="1938992"/>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dirty="0"/>
              <a:t>Schrijf code die:</a:t>
            </a:r>
          </a:p>
          <a:p>
            <a:pPr marR="0" lvl="0" defTabSz="914400" eaLnBrk="1" fontAlgn="base" latinLnBrk="0" hangingPunct="1">
              <a:lnSpc>
                <a:spcPct val="100000"/>
              </a:lnSpc>
              <a:spcBef>
                <a:spcPct val="0"/>
              </a:spcBef>
              <a:spcAft>
                <a:spcPct val="0"/>
              </a:spcAft>
              <a:buClrTx/>
              <a:buSzTx/>
              <a:tabLst/>
              <a:defRPr/>
            </a:pPr>
            <a:endParaRPr lang="nl-NL" sz="2000" dirty="0"/>
          </a:p>
          <a:p>
            <a:pPr marL="914400" lvl="1" indent="-457200" fontAlgn="base">
              <a:spcBef>
                <a:spcPct val="0"/>
              </a:spcBef>
              <a:spcAft>
                <a:spcPct val="0"/>
              </a:spcAft>
              <a:buAutoNum type="arabicPeriod"/>
              <a:defRPr/>
            </a:pPr>
            <a:r>
              <a:rPr lang="nl-NL" sz="2000" dirty="0"/>
              <a:t>de naam van de gebruiker vraagt,</a:t>
            </a:r>
          </a:p>
          <a:p>
            <a:pPr marL="914400" lvl="1" indent="-457200" fontAlgn="base">
              <a:spcBef>
                <a:spcPct val="0"/>
              </a:spcBef>
              <a:spcAft>
                <a:spcPct val="0"/>
              </a:spcAft>
              <a:buAutoNum type="arabicPeriod"/>
              <a:defRPr/>
            </a:pPr>
            <a:r>
              <a:rPr lang="nl-NL" sz="2000" dirty="0"/>
              <a:t>de leeftijd van de gebruiker vraagt,</a:t>
            </a:r>
          </a:p>
          <a:p>
            <a:pPr marL="914400" lvl="1" indent="-457200" fontAlgn="base">
              <a:spcBef>
                <a:spcPct val="0"/>
              </a:spcBef>
              <a:spcAft>
                <a:spcPct val="0"/>
              </a:spcAft>
              <a:buAutoNum type="arabicPeriod"/>
              <a:defRPr/>
            </a:pPr>
            <a:r>
              <a:rPr lang="nl-NL" sz="2000" dirty="0"/>
              <a:t>de leeftijd van de gebruiker over een jaar vanaf nu berekent, en</a:t>
            </a:r>
          </a:p>
          <a:p>
            <a:pPr marL="914400" lvl="1" indent="-457200" fontAlgn="base">
              <a:spcBef>
                <a:spcPct val="0"/>
              </a:spcBef>
              <a:spcAft>
                <a:spcPct val="0"/>
              </a:spcAft>
              <a:buAutoNum type="arabicPeriod"/>
              <a:defRPr/>
            </a:pPr>
            <a:r>
              <a:rPr lang="nl-NL" sz="2000" dirty="0"/>
              <a:t>een bericht print voor de gebruiker met daarin de gebruikersnaam en de uitgerekende leeftijd.</a:t>
            </a:r>
          </a:p>
        </p:txBody>
      </p:sp>
    </p:spTree>
    <p:extLst>
      <p:ext uri="{BB962C8B-B14F-4D97-AF65-F5344CB8AC3E}">
        <p14:creationId xmlns:p14="http://schemas.microsoft.com/office/powerpoint/2010/main" val="3944363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C893-D38A-97DB-42BD-A79E00843577}"/>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9D9F887F-0C83-799A-210A-E349662FC910}"/>
              </a:ext>
            </a:extLst>
          </p:cNvPr>
          <p:cNvSpPr txBox="1"/>
          <p:nvPr/>
        </p:nvSpPr>
        <p:spPr>
          <a:xfrm>
            <a:off x="1566848" y="3761300"/>
            <a:ext cx="7127461" cy="1631216"/>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cijfer = 8.9</a:t>
            </a:r>
          </a:p>
          <a:p>
            <a:endParaRPr lang="nl-NL" sz="2000" kern="0" dirty="0">
              <a:solidFill>
                <a:prstClr val="black"/>
              </a:solidFill>
              <a:latin typeface="Consolas" panose="020B0609020204030204" pitchFamily="49" charset="0"/>
              <a:cs typeface="Courier New" panose="02070309020205020404" pitchFamily="49" charset="0"/>
            </a:endParaRPr>
          </a:p>
          <a:p>
            <a:r>
              <a:rPr lang="nl-NL" sz="2000" kern="0" dirty="0">
                <a:solidFill>
                  <a:prstClr val="black"/>
                </a:solidFill>
                <a:latin typeface="Consolas" panose="020B0609020204030204" pitchFamily="49" charset="0"/>
                <a:cs typeface="Courier New" panose="02070309020205020404" pitchFamily="49" charset="0"/>
              </a:rPr>
              <a:t>print( )</a:t>
            </a:r>
          </a:p>
          <a:p>
            <a:r>
              <a:rPr lang="nl-NL" sz="2000" kern="0" dirty="0">
                <a:solidFill>
                  <a:prstClr val="black"/>
                </a:solidFill>
                <a:latin typeface="Consolas" panose="020B0609020204030204" pitchFamily="49" charset="0"/>
                <a:cs typeface="Courier New" panose="02070309020205020404" pitchFamily="49" charset="0"/>
              </a:rPr>
              <a:t>print( "Je cijfer", "is:", cijfer ) </a:t>
            </a:r>
          </a:p>
          <a:p>
            <a:r>
              <a:rPr lang="nl-NL" sz="2000" kern="0" dirty="0">
                <a:solidFill>
                  <a:prstClr val="black"/>
                </a:solidFill>
                <a:latin typeface="Consolas" panose="020B0609020204030204" pitchFamily="49" charset="0"/>
                <a:cs typeface="Courier New" panose="02070309020205020404" pitchFamily="49" charset="0"/>
              </a:rPr>
              <a:t>print( "Je cijfer is: " + </a:t>
            </a:r>
            <a:r>
              <a:rPr lang="nl-NL" sz="2000" kern="0" dirty="0" err="1">
                <a:solidFill>
                  <a:prstClr val="black"/>
                </a:solidFill>
                <a:latin typeface="Consolas" panose="020B0609020204030204" pitchFamily="49" charset="0"/>
                <a:cs typeface="Courier New" panose="02070309020205020404" pitchFamily="49" charset="0"/>
              </a:rPr>
              <a:t>str</a:t>
            </a:r>
            <a:r>
              <a:rPr lang="nl-NL" sz="2000" kern="0" dirty="0">
                <a:solidFill>
                  <a:prstClr val="black"/>
                </a:solidFill>
                <a:latin typeface="Consolas" panose="020B0609020204030204" pitchFamily="49" charset="0"/>
                <a:cs typeface="Courier New" panose="02070309020205020404" pitchFamily="49" charset="0"/>
              </a:rPr>
              <a:t>(cijfer) ) </a:t>
            </a:r>
          </a:p>
        </p:txBody>
      </p:sp>
      <p:sp>
        <p:nvSpPr>
          <p:cNvPr id="45" name="Title 1">
            <a:extLst>
              <a:ext uri="{FF2B5EF4-FFF2-40B4-BE49-F238E27FC236}">
                <a16:creationId xmlns:a16="http://schemas.microsoft.com/office/drawing/2014/main" id="{4152166B-BC28-BB5E-9D1C-5860676CA4CC}"/>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print() </a:t>
            </a:r>
            <a:r>
              <a:rPr lang="en-US" sz="2000" b="1" kern="0" dirty="0">
                <a:solidFill>
                  <a:prstClr val="black"/>
                </a:solidFill>
              </a:rPr>
              <a:t>(§5.2.5)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F0AEDD38-ACA6-45D9-0C8D-01CBA61071B8}"/>
              </a:ext>
            </a:extLst>
          </p:cNvPr>
          <p:cNvSpPr txBox="1"/>
          <p:nvPr/>
        </p:nvSpPr>
        <p:spPr bwMode="auto">
          <a:xfrm>
            <a:off x="709358" y="1797784"/>
            <a:ext cx="10492038" cy="163121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De functie print():</a:t>
            </a:r>
          </a:p>
          <a:p>
            <a:pPr marR="0" lvl="0" defTabSz="914400" eaLnBrk="1" fontAlgn="base" latinLnBrk="0" hangingPunct="1">
              <a:lnSpc>
                <a:spcPct val="100000"/>
              </a:lnSpc>
              <a:spcBef>
                <a:spcPct val="0"/>
              </a:spcBef>
              <a:spcAft>
                <a:spcPct val="0"/>
              </a:spcAft>
              <a:buClrTx/>
              <a:buSzTx/>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krijgt nul of meer parameters mee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toont de parameters op het scherm (eventueel gescheiden door spaties)</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gaat na afloop naar de volgende regel (eindigt met ‘enter’)</a:t>
            </a:r>
          </a:p>
        </p:txBody>
      </p:sp>
      <p:grpSp>
        <p:nvGrpSpPr>
          <p:cNvPr id="3" name="Groep 2">
            <a:extLst>
              <a:ext uri="{FF2B5EF4-FFF2-40B4-BE49-F238E27FC236}">
                <a16:creationId xmlns:a16="http://schemas.microsoft.com/office/drawing/2014/main" id="{14A24137-7199-8CD8-B710-FE10AA64F5C5}"/>
              </a:ext>
            </a:extLst>
          </p:cNvPr>
          <p:cNvGrpSpPr/>
          <p:nvPr/>
        </p:nvGrpSpPr>
        <p:grpSpPr>
          <a:xfrm>
            <a:off x="7686597" y="5002495"/>
            <a:ext cx="4179404" cy="1166296"/>
            <a:chOff x="6222079" y="5499300"/>
            <a:chExt cx="2933052" cy="1431985"/>
          </a:xfrm>
        </p:grpSpPr>
        <p:sp>
          <p:nvSpPr>
            <p:cNvPr id="5" name="Tekstvak 4">
              <a:extLst>
                <a:ext uri="{FF2B5EF4-FFF2-40B4-BE49-F238E27FC236}">
                  <a16:creationId xmlns:a16="http://schemas.microsoft.com/office/drawing/2014/main" id="{392A70D2-5870-4E5B-466E-AA23269022F3}"/>
                </a:ext>
              </a:extLst>
            </p:cNvPr>
            <p:cNvSpPr txBox="1"/>
            <p:nvPr/>
          </p:nvSpPr>
          <p:spPr>
            <a:xfrm>
              <a:off x="6222079" y="5643187"/>
              <a:ext cx="2933052" cy="1288098"/>
            </a:xfrm>
            <a:prstGeom prst="rect">
              <a:avLst/>
            </a:prstGeom>
            <a:solidFill>
              <a:schemeClr val="bg1"/>
            </a:solidFill>
            <a:ln>
              <a:solidFill>
                <a:schemeClr val="accent1"/>
              </a:solidFill>
            </a:ln>
          </p:spPr>
          <p:txBody>
            <a:bodyPr wrap="square" lIns="108000" tIns="144000" rIns="108000" bIns="72000">
              <a:spAutoFit/>
            </a:bodyPr>
            <a:lstStyle/>
            <a:p>
              <a:endParaRPr lang="nl-NL" dirty="0"/>
            </a:p>
            <a:p>
              <a:r>
                <a:rPr lang="nl-NL" dirty="0"/>
                <a:t>Je cijfer is: 8.9</a:t>
              </a:r>
            </a:p>
            <a:p>
              <a:r>
                <a:rPr lang="nl-NL" dirty="0"/>
                <a:t>Je cijfer is: 8.9</a:t>
              </a:r>
            </a:p>
          </p:txBody>
        </p:sp>
        <p:sp>
          <p:nvSpPr>
            <p:cNvPr id="6" name="Tekstvak 5">
              <a:extLst>
                <a:ext uri="{FF2B5EF4-FFF2-40B4-BE49-F238E27FC236}">
                  <a16:creationId xmlns:a16="http://schemas.microsoft.com/office/drawing/2014/main" id="{8CF68779-E12F-65D4-A04D-AFFCA23518DA}"/>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8" name="Bijschrift: gebogen lijn 7">
            <a:extLst>
              <a:ext uri="{FF2B5EF4-FFF2-40B4-BE49-F238E27FC236}">
                <a16:creationId xmlns:a16="http://schemas.microsoft.com/office/drawing/2014/main" id="{8D29D96D-BAC1-263A-B0BE-A82D39C9CDA2}"/>
              </a:ext>
            </a:extLst>
          </p:cNvPr>
          <p:cNvSpPr/>
          <p:nvPr/>
        </p:nvSpPr>
        <p:spPr>
          <a:xfrm>
            <a:off x="1155475" y="5812772"/>
            <a:ext cx="4474723" cy="612648"/>
          </a:xfrm>
          <a:prstGeom prst="borderCallout2">
            <a:avLst>
              <a:gd name="adj1" fmla="val 904"/>
              <a:gd name="adj2" fmla="val 62522"/>
              <a:gd name="adj3" fmla="val -26675"/>
              <a:gd name="adj4" fmla="val 89949"/>
              <a:gd name="adj5" fmla="val -75689"/>
              <a:gd name="adj6" fmla="val 97709"/>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kern="0" dirty="0">
                <a:solidFill>
                  <a:srgbClr val="294171"/>
                </a:solidFill>
              </a:rPr>
              <a:t>Met 1 parameter kan ook, maar voor het ‘plakken’ van string en </a:t>
            </a:r>
            <a:r>
              <a:rPr lang="nl-NL" sz="1600" kern="0" dirty="0" err="1">
                <a:solidFill>
                  <a:srgbClr val="294171"/>
                </a:solidFill>
              </a:rPr>
              <a:t>float</a:t>
            </a:r>
            <a:r>
              <a:rPr lang="nl-NL" sz="1600" kern="0" dirty="0">
                <a:solidFill>
                  <a:srgbClr val="294171"/>
                </a:solidFill>
              </a:rPr>
              <a:t> is wel eerst typecasting nodig!</a:t>
            </a:r>
          </a:p>
        </p:txBody>
      </p:sp>
    </p:spTree>
    <p:extLst>
      <p:ext uri="{BB962C8B-B14F-4D97-AF65-F5344CB8AC3E}">
        <p14:creationId xmlns:p14="http://schemas.microsoft.com/office/powerpoint/2010/main" val="100826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B00F0-976A-4276-4C9B-56223340D202}"/>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34BEDD00-620A-5E66-FD02-85B54443D78B}"/>
              </a:ext>
            </a:extLst>
          </p:cNvPr>
          <p:cNvSpPr txBox="1"/>
          <p:nvPr/>
        </p:nvSpPr>
        <p:spPr>
          <a:xfrm>
            <a:off x="1566848" y="3761300"/>
            <a:ext cx="7127461" cy="1323439"/>
          </a:xfrm>
          <a:prstGeom prst="rect">
            <a:avLst/>
          </a:prstGeom>
          <a:noFill/>
          <a:ln>
            <a:solidFill>
              <a:schemeClr val="accent1"/>
            </a:solidFill>
          </a:ln>
        </p:spPr>
        <p:txBody>
          <a:bodyPr wrap="square">
            <a:spAutoFit/>
          </a:bodyPr>
          <a:lstStyle/>
          <a:p>
            <a:r>
              <a:rPr lang="nl-NL" sz="2000" kern="0" dirty="0">
                <a:solidFill>
                  <a:prstClr val="black"/>
                </a:solidFill>
                <a:latin typeface="Consolas" panose="020B0609020204030204" pitchFamily="49" charset="0"/>
                <a:cs typeface="Courier New" panose="02070309020205020404" pitchFamily="49" charset="0"/>
              </a:rPr>
              <a:t>print( "X", "X", "X", sep="x" ) </a:t>
            </a:r>
          </a:p>
          <a:p>
            <a:r>
              <a:rPr lang="nl-NL" sz="2000" kern="0" dirty="0">
                <a:solidFill>
                  <a:prstClr val="black"/>
                </a:solidFill>
                <a:latin typeface="Consolas" panose="020B0609020204030204" pitchFamily="49" charset="0"/>
                <a:cs typeface="Courier New" panose="02070309020205020404" pitchFamily="49" charset="0"/>
              </a:rPr>
              <a:t>print( "X", end="" ) </a:t>
            </a:r>
          </a:p>
          <a:p>
            <a:r>
              <a:rPr lang="nl-NL" sz="2000" kern="0" dirty="0">
                <a:solidFill>
                  <a:prstClr val="black"/>
                </a:solidFill>
                <a:latin typeface="Consolas" panose="020B0609020204030204" pitchFamily="49" charset="0"/>
                <a:cs typeface="Courier New" panose="02070309020205020404" pitchFamily="49" charset="0"/>
              </a:rPr>
              <a:t>print( "Y", end="" ) </a:t>
            </a:r>
          </a:p>
          <a:p>
            <a:r>
              <a:rPr lang="nl-NL" sz="2000" kern="0" dirty="0">
                <a:solidFill>
                  <a:prstClr val="black"/>
                </a:solidFill>
                <a:latin typeface="Consolas" panose="020B0609020204030204" pitchFamily="49" charset="0"/>
                <a:cs typeface="Courier New" panose="02070309020205020404" pitchFamily="49" charset="0"/>
              </a:rPr>
              <a:t>print( "Z" )</a:t>
            </a:r>
          </a:p>
        </p:txBody>
      </p:sp>
      <p:sp>
        <p:nvSpPr>
          <p:cNvPr id="45" name="Title 1">
            <a:extLst>
              <a:ext uri="{FF2B5EF4-FFF2-40B4-BE49-F238E27FC236}">
                <a16:creationId xmlns:a16="http://schemas.microsoft.com/office/drawing/2014/main" id="{50C3DA66-A4F2-083E-CDB9-33F5870C81CF}"/>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Functie</a:t>
            </a:r>
            <a:r>
              <a:rPr kumimoji="0" lang="en-US" sz="3600" b="1" i="0" u="none" strike="noStrike" kern="0" cap="none" spc="0" normalizeH="0" baseline="0" noProof="0" dirty="0">
                <a:ln>
                  <a:noFill/>
                </a:ln>
                <a:solidFill>
                  <a:prstClr val="black"/>
                </a:solidFill>
                <a:effectLst/>
                <a:uLnTx/>
                <a:uFillTx/>
              </a:rPr>
              <a:t> print(), params</a:t>
            </a:r>
            <a:r>
              <a:rPr kumimoji="0" lang="en-US" sz="3600" b="1" i="0" u="none" strike="noStrike" kern="0" cap="none" spc="0" normalizeH="0" noProof="0" dirty="0">
                <a:ln>
                  <a:noFill/>
                </a:ln>
                <a:solidFill>
                  <a:prstClr val="black"/>
                </a:solidFill>
                <a:effectLst/>
                <a:uLnTx/>
                <a:uFillTx/>
              </a:rPr>
              <a:t> </a:t>
            </a:r>
            <a:r>
              <a:rPr kumimoji="0" lang="en-US" sz="3600" b="1" i="0" u="none" strike="noStrike" kern="0" cap="none" spc="0" normalizeH="0" noProof="0" dirty="0" err="1">
                <a:ln>
                  <a:noFill/>
                </a:ln>
                <a:solidFill>
                  <a:prstClr val="black"/>
                </a:solidFill>
                <a:effectLst/>
                <a:uLnTx/>
                <a:uFillTx/>
              </a:rPr>
              <a:t>sep</a:t>
            </a:r>
            <a:r>
              <a:rPr kumimoji="0" lang="en-US" sz="3600" b="1" i="0" u="none" strike="noStrike" kern="0" cap="none" spc="0" normalizeH="0" noProof="0" dirty="0">
                <a:ln>
                  <a:noFill/>
                </a:ln>
                <a:solidFill>
                  <a:prstClr val="black"/>
                </a:solidFill>
                <a:effectLst/>
                <a:uLnTx/>
                <a:uFillTx/>
              </a:rPr>
              <a:t> &amp; end</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(§5.2.5) </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9CCA003B-2949-EFE3-F14D-2B7323EA4D0A}"/>
              </a:ext>
            </a:extLst>
          </p:cNvPr>
          <p:cNvSpPr txBox="1"/>
          <p:nvPr/>
        </p:nvSpPr>
        <p:spPr bwMode="auto">
          <a:xfrm>
            <a:off x="709358" y="1951672"/>
            <a:ext cx="10492038" cy="132343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De functie print() heeft twee bijzondere (optionele) parameters:</a:t>
            </a:r>
          </a:p>
          <a:p>
            <a:pPr marR="0" lvl="0" defTabSz="914400" eaLnBrk="1" fontAlgn="base" latinLnBrk="0" hangingPunct="1">
              <a:lnSpc>
                <a:spcPct val="100000"/>
              </a:lnSpc>
              <a:spcBef>
                <a:spcPct val="0"/>
              </a:spcBef>
              <a:spcAft>
                <a:spcPct val="0"/>
              </a:spcAft>
              <a:buClrTx/>
              <a:buSzTx/>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sep:	hiermee kan je het standaard scheidingsteken ‘spatie’ wijzigen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end:	wijzig hiermee het standaard eindteken ‘enter’ in iets anders:</a:t>
            </a:r>
          </a:p>
        </p:txBody>
      </p:sp>
      <p:grpSp>
        <p:nvGrpSpPr>
          <p:cNvPr id="3" name="Groep 2">
            <a:extLst>
              <a:ext uri="{FF2B5EF4-FFF2-40B4-BE49-F238E27FC236}">
                <a16:creationId xmlns:a16="http://schemas.microsoft.com/office/drawing/2014/main" id="{138B34F3-7E45-F142-B49A-70A2349CF3D6}"/>
              </a:ext>
            </a:extLst>
          </p:cNvPr>
          <p:cNvGrpSpPr/>
          <p:nvPr/>
        </p:nvGrpSpPr>
        <p:grpSpPr>
          <a:xfrm>
            <a:off x="8114613" y="4481853"/>
            <a:ext cx="1914603" cy="889298"/>
            <a:chOff x="6222079" y="5499300"/>
            <a:chExt cx="1343644" cy="1091885"/>
          </a:xfrm>
        </p:grpSpPr>
        <p:sp>
          <p:nvSpPr>
            <p:cNvPr id="5" name="Tekstvak 4">
              <a:extLst>
                <a:ext uri="{FF2B5EF4-FFF2-40B4-BE49-F238E27FC236}">
                  <a16:creationId xmlns:a16="http://schemas.microsoft.com/office/drawing/2014/main" id="{254549B3-C176-9E63-2CD0-AEA1196213F6}"/>
                </a:ext>
              </a:extLst>
            </p:cNvPr>
            <p:cNvSpPr txBox="1"/>
            <p:nvPr/>
          </p:nvSpPr>
          <p:spPr>
            <a:xfrm>
              <a:off x="6222079" y="5643188"/>
              <a:ext cx="1343644" cy="947997"/>
            </a:xfrm>
            <a:prstGeom prst="rect">
              <a:avLst/>
            </a:prstGeom>
            <a:solidFill>
              <a:schemeClr val="bg1"/>
            </a:solidFill>
            <a:ln>
              <a:solidFill>
                <a:schemeClr val="accent1"/>
              </a:solidFill>
            </a:ln>
          </p:spPr>
          <p:txBody>
            <a:bodyPr wrap="square" lIns="108000" tIns="144000" rIns="108000" bIns="72000">
              <a:spAutoFit/>
            </a:bodyPr>
            <a:lstStyle/>
            <a:p>
              <a:r>
                <a:rPr lang="nl-NL" dirty="0" err="1"/>
                <a:t>XxXxX</a:t>
              </a:r>
              <a:endParaRPr lang="nl-NL" dirty="0"/>
            </a:p>
            <a:p>
              <a:r>
                <a:rPr lang="nl-NL" dirty="0"/>
                <a:t>XYZ</a:t>
              </a:r>
            </a:p>
          </p:txBody>
        </p:sp>
        <p:sp>
          <p:nvSpPr>
            <p:cNvPr id="6" name="Tekstvak 5">
              <a:extLst>
                <a:ext uri="{FF2B5EF4-FFF2-40B4-BE49-F238E27FC236}">
                  <a16:creationId xmlns:a16="http://schemas.microsoft.com/office/drawing/2014/main" id="{D68CDC67-B234-2E14-58FD-F1D13598CAE9}"/>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9" name="Bijschrift: lijn 8">
            <a:extLst>
              <a:ext uri="{FF2B5EF4-FFF2-40B4-BE49-F238E27FC236}">
                <a16:creationId xmlns:a16="http://schemas.microsoft.com/office/drawing/2014/main" id="{C506304C-409B-99A4-8FFE-29AB74EE445C}"/>
              </a:ext>
            </a:extLst>
          </p:cNvPr>
          <p:cNvSpPr/>
          <p:nvPr/>
        </p:nvSpPr>
        <p:spPr>
          <a:xfrm>
            <a:off x="1040859" y="5570928"/>
            <a:ext cx="6663447" cy="612648"/>
          </a:xfrm>
          <a:prstGeom prst="borderCallout1">
            <a:avLst>
              <a:gd name="adj1" fmla="val -3686"/>
              <a:gd name="adj2" fmla="val 41032"/>
              <a:gd name="adj3" fmla="val -134093"/>
              <a:gd name="adj4" fmla="val 3788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kern="0">
                <a:solidFill>
                  <a:srgbClr val="294171"/>
                </a:solidFill>
              </a:rPr>
              <a:t>Let op: omdat het optionele parameters zijn, moet je ze bij naam noemen!</a:t>
            </a:r>
            <a:endParaRPr lang="nl-NL" sz="1600" b="1" kern="0" dirty="0">
              <a:solidFill>
                <a:srgbClr val="294171"/>
              </a:solidFill>
            </a:endParaRPr>
          </a:p>
        </p:txBody>
      </p:sp>
    </p:spTree>
    <p:extLst>
      <p:ext uri="{BB962C8B-B14F-4D97-AF65-F5344CB8AC3E}">
        <p14:creationId xmlns:p14="http://schemas.microsoft.com/office/powerpoint/2010/main" val="82582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F267-4882-B7D3-5384-6AC8116C1B9E}"/>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95E12AA3-BCB0-7EC9-03D1-CF7118A7E79A}"/>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27E123B4-2802-DFDC-A070-734C36E7BC22}"/>
              </a:ext>
            </a:extLst>
          </p:cNvPr>
          <p:cNvSpPr txBox="1"/>
          <p:nvPr/>
        </p:nvSpPr>
        <p:spPr bwMode="auto">
          <a:xfrm>
            <a:off x="709358" y="1649590"/>
            <a:ext cx="10492038"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dirty="0"/>
              <a:t>Schrijf code die de gebruiker twee getallen laat ingeven, en die dan toont wat de uitkomst is als je ze optelt en als je ze vermenigvuldigt. Je code mag een error geven als de gebruiker iets ingeeft wat geen getal is.</a:t>
            </a:r>
          </a:p>
        </p:txBody>
      </p:sp>
    </p:spTree>
    <p:extLst>
      <p:ext uri="{BB962C8B-B14F-4D97-AF65-F5344CB8AC3E}">
        <p14:creationId xmlns:p14="http://schemas.microsoft.com/office/powerpoint/2010/main" val="2819403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468E7-3FB8-5A39-8458-DEAD47B1A86E}"/>
            </a:ext>
          </a:extLst>
        </p:cNvPr>
        <p:cNvGrpSpPr/>
        <p:nvPr/>
      </p:nvGrpSpPr>
      <p:grpSpPr>
        <a:xfrm>
          <a:off x="0" y="0"/>
          <a:ext cx="0" cy="0"/>
          <a:chOff x="0" y="0"/>
          <a:chExt cx="0" cy="0"/>
        </a:xfrm>
      </p:grpSpPr>
      <p:sp>
        <p:nvSpPr>
          <p:cNvPr id="2" name="TextBox 22">
            <a:extLst>
              <a:ext uri="{FF2B5EF4-FFF2-40B4-BE49-F238E27FC236}">
                <a16:creationId xmlns:a16="http://schemas.microsoft.com/office/drawing/2014/main" id="{82DAD363-4DD1-BDD0-B4AF-F584388C3719}"/>
              </a:ext>
            </a:extLst>
          </p:cNvPr>
          <p:cNvSpPr txBox="1"/>
          <p:nvPr/>
        </p:nvSpPr>
        <p:spPr bwMode="auto">
          <a:xfrm>
            <a:off x="709358" y="1467866"/>
            <a:ext cx="10492038" cy="480131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kern="0" dirty="0">
                <a:solidFill>
                  <a:srgbClr val="294171"/>
                </a:solidFill>
              </a:rPr>
              <a:t>Python biedt, naast de basis functionaliteit, een groot aantal extra “modules” met nuttige functies:</a:t>
            </a:r>
          </a:p>
          <a:p>
            <a:pPr marR="0" lvl="0" defTabSz="914400" eaLnBrk="1" fontAlgn="base" latinLnBrk="0" hangingPunct="1">
              <a:lnSpc>
                <a:spcPct val="100000"/>
              </a:lnSpc>
              <a:spcBef>
                <a:spcPct val="0"/>
              </a:spcBef>
              <a:spcAft>
                <a:spcPct val="0"/>
              </a:spcAft>
              <a:buClrTx/>
              <a:buSzTx/>
              <a:tabLst/>
              <a:defRPr/>
            </a:pPr>
            <a:endParaRPr lang="nl-NL" kern="0" dirty="0">
              <a:solidFill>
                <a:srgbClr val="294171"/>
              </a:solidFill>
            </a:endParaRPr>
          </a:p>
          <a:p>
            <a:pPr marR="0" lvl="0" defTabSz="914400" eaLnBrk="1" fontAlgn="base" latinLnBrk="0" hangingPunct="1">
              <a:lnSpc>
                <a:spcPct val="100000"/>
              </a:lnSpc>
              <a:spcBef>
                <a:spcPct val="0"/>
              </a:spcBef>
              <a:spcAft>
                <a:spcPct val="0"/>
              </a:spcAft>
              <a:buClrTx/>
              <a:buSzTx/>
              <a:tabLst/>
              <a:defRPr/>
            </a:pPr>
            <a:endParaRPr lang="nl-NL"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dirty="0"/>
              <a:t>📈 </a:t>
            </a:r>
            <a:r>
              <a:rPr lang="nl-NL" kern="0" dirty="0">
                <a:solidFill>
                  <a:srgbClr val="294171"/>
                </a:solidFill>
              </a:rPr>
              <a:t>Wiskunde, wetenschap &amp; statistiek </a:t>
            </a:r>
            <a:r>
              <a:rPr lang="nl-NL" dirty="0"/>
              <a:t>🔢</a:t>
            </a:r>
            <a:endParaRPr lang="nl-NL" kern="0" dirty="0">
              <a:solidFill>
                <a:srgbClr val="294171"/>
              </a:solidFill>
            </a:endParaRPr>
          </a:p>
          <a:p>
            <a:pPr marL="1257300" lvl="2" indent="-342900" fontAlgn="base">
              <a:spcBef>
                <a:spcPct val="0"/>
              </a:spcBef>
              <a:spcAft>
                <a:spcPct val="0"/>
              </a:spcAft>
              <a:buFont typeface="Arial" panose="020B0604020202020204" pitchFamily="34" charset="0"/>
              <a:buChar char="•"/>
              <a:defRPr/>
            </a:pPr>
            <a:r>
              <a:rPr lang="nl-NL" sz="1600" kern="0" dirty="0" err="1">
                <a:solidFill>
                  <a:srgbClr val="294171"/>
                </a:solidFill>
              </a:rPr>
              <a:t>math</a:t>
            </a:r>
            <a:r>
              <a:rPr lang="nl-NL" sz="1600" kern="0" dirty="0">
                <a:solidFill>
                  <a:srgbClr val="294171"/>
                </a:solidFill>
              </a:rPr>
              <a:t>						</a:t>
            </a:r>
            <a:r>
              <a:rPr lang="nl-NL" sz="1600" dirty="0"/>
              <a:t>Basis wiskundige functies (</a:t>
            </a:r>
            <a:r>
              <a:rPr lang="nl-NL" sz="1600" dirty="0" err="1"/>
              <a:t>sin</a:t>
            </a:r>
            <a:r>
              <a:rPr lang="nl-NL" sz="1600" dirty="0"/>
              <a:t>, </a:t>
            </a:r>
            <a:r>
              <a:rPr lang="nl-NL" sz="1600" dirty="0" err="1"/>
              <a:t>sqrt</a:t>
            </a:r>
            <a:r>
              <a:rPr lang="nl-NL" sz="1600" dirty="0"/>
              <a:t>, pi)</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r>
              <a:rPr lang="nl-NL" sz="1600" kern="0" dirty="0" err="1">
                <a:solidFill>
                  <a:srgbClr val="294171"/>
                </a:solidFill>
              </a:rPr>
              <a:t>statistics</a:t>
            </a:r>
            <a:r>
              <a:rPr lang="nl-NL" sz="1600" kern="0" dirty="0">
                <a:solidFill>
                  <a:srgbClr val="294171"/>
                </a:solidFill>
              </a:rPr>
              <a:t>					</a:t>
            </a:r>
            <a:r>
              <a:rPr lang="nl-NL" sz="1600" dirty="0"/>
              <a:t>Gemiddelde, mediaan, standaarddeviatie, etc. </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r>
              <a:rPr lang="nl-NL" sz="1600" kern="0" dirty="0">
                <a:solidFill>
                  <a:srgbClr val="294171"/>
                </a:solidFill>
              </a:rPr>
              <a:t>random					</a:t>
            </a:r>
            <a:r>
              <a:rPr lang="nl-NL" sz="1600" dirty="0"/>
              <a:t>Willekeurige getallen, </a:t>
            </a:r>
            <a:r>
              <a:rPr lang="nl-NL" sz="1600" dirty="0" err="1"/>
              <a:t>shufflen</a:t>
            </a:r>
            <a:r>
              <a:rPr lang="nl-NL" sz="1600" dirty="0"/>
              <a:t>, keuzes</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endParaRPr lang="nl-NL"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dirty="0"/>
              <a:t>🗂️ </a:t>
            </a:r>
            <a:r>
              <a:rPr lang="nl-NL" kern="0" dirty="0">
                <a:solidFill>
                  <a:srgbClr val="294171"/>
                </a:solidFill>
              </a:rPr>
              <a:t>Bestandssysteem &amp; OS </a:t>
            </a:r>
            <a:r>
              <a:rPr lang="nl-NL" dirty="0"/>
              <a:t>🗃️</a:t>
            </a:r>
            <a:endParaRPr lang="nl-NL" kern="0" dirty="0">
              <a:solidFill>
                <a:srgbClr val="294171"/>
              </a:solidFill>
            </a:endParaRPr>
          </a:p>
          <a:p>
            <a:pPr marL="1257300" lvl="2" indent="-342900" fontAlgn="base">
              <a:spcBef>
                <a:spcPct val="0"/>
              </a:spcBef>
              <a:spcAft>
                <a:spcPct val="0"/>
              </a:spcAft>
              <a:buFont typeface="Arial" panose="020B0604020202020204" pitchFamily="34" charset="0"/>
              <a:buChar char="•"/>
              <a:defRPr/>
            </a:pPr>
            <a:r>
              <a:rPr lang="nl-NL" sz="1600" kern="0" dirty="0">
                <a:solidFill>
                  <a:srgbClr val="294171"/>
                </a:solidFill>
              </a:rPr>
              <a:t>os		</a:t>
            </a:r>
            <a:r>
              <a:rPr lang="nl-NL" sz="1600" dirty="0"/>
              <a:t> 				Werken met bestanden</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r>
              <a:rPr lang="nl-NL" sz="1600" kern="0" dirty="0" err="1">
                <a:solidFill>
                  <a:srgbClr val="294171"/>
                </a:solidFill>
              </a:rPr>
              <a:t>shutil</a:t>
            </a:r>
            <a:r>
              <a:rPr lang="nl-NL" sz="1600" kern="0" dirty="0">
                <a:solidFill>
                  <a:srgbClr val="294171"/>
                </a:solidFill>
              </a:rPr>
              <a:t>		</a:t>
            </a:r>
            <a:r>
              <a:rPr lang="nl-NL" sz="1600" dirty="0"/>
              <a:t> 				Bestanden/directory’s kopiëren</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endParaRPr lang="nl-NL"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dirty="0"/>
              <a:t>🖼️ </a:t>
            </a:r>
            <a:r>
              <a:rPr lang="nl-NL" kern="0" dirty="0">
                <a:solidFill>
                  <a:srgbClr val="294171"/>
                </a:solidFill>
              </a:rPr>
              <a:t>GUI (</a:t>
            </a:r>
            <a:r>
              <a:rPr lang="nl-NL" kern="0" dirty="0" err="1">
                <a:solidFill>
                  <a:srgbClr val="294171"/>
                </a:solidFill>
              </a:rPr>
              <a:t>Graphical</a:t>
            </a:r>
            <a:r>
              <a:rPr lang="nl-NL" kern="0" dirty="0">
                <a:solidFill>
                  <a:srgbClr val="294171"/>
                </a:solidFill>
              </a:rPr>
              <a:t> User Interfaces) </a:t>
            </a:r>
            <a:r>
              <a:rPr lang="nl-NL" dirty="0"/>
              <a:t>🖱️</a:t>
            </a:r>
            <a:endParaRPr lang="nl-NL" kern="0" dirty="0">
              <a:solidFill>
                <a:srgbClr val="294171"/>
              </a:solidFill>
            </a:endParaRPr>
          </a:p>
          <a:p>
            <a:pPr marL="1257300" lvl="2" indent="-342900" fontAlgn="base">
              <a:spcBef>
                <a:spcPct val="0"/>
              </a:spcBef>
              <a:spcAft>
                <a:spcPct val="0"/>
              </a:spcAft>
              <a:buFont typeface="Arial" panose="020B0604020202020204" pitchFamily="34" charset="0"/>
              <a:buChar char="•"/>
              <a:defRPr/>
            </a:pPr>
            <a:r>
              <a:rPr lang="nl-NL" sz="1600" kern="0" dirty="0" err="1">
                <a:solidFill>
                  <a:srgbClr val="294171"/>
                </a:solidFill>
              </a:rPr>
              <a:t>tkinter</a:t>
            </a:r>
            <a:r>
              <a:rPr lang="nl-NL" sz="1600" kern="0" dirty="0">
                <a:solidFill>
                  <a:srgbClr val="294171"/>
                </a:solidFill>
              </a:rPr>
              <a:t>		</a:t>
            </a:r>
            <a:r>
              <a:rPr lang="nl-NL" sz="1600" dirty="0"/>
              <a:t> 				Basis GUI-</a:t>
            </a:r>
            <a:r>
              <a:rPr lang="nl-NL" sz="1600" dirty="0" err="1"/>
              <a:t>toolkit</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endParaRPr lang="nl-NL" sz="1600" kern="0" dirty="0">
              <a:solidFill>
                <a:srgbClr val="294171"/>
              </a:solidFill>
            </a:endParaRPr>
          </a:p>
          <a:p>
            <a:pPr marL="800100" lvl="1" indent="-342900" fontAlgn="base">
              <a:spcBef>
                <a:spcPct val="0"/>
              </a:spcBef>
              <a:spcAft>
                <a:spcPct val="0"/>
              </a:spcAft>
              <a:buFont typeface="Arial" panose="020B0604020202020204" pitchFamily="34" charset="0"/>
              <a:buChar char="•"/>
              <a:defRPr/>
            </a:pPr>
            <a:r>
              <a:rPr lang="nl-NL" dirty="0"/>
              <a:t>📦</a:t>
            </a:r>
            <a:r>
              <a:rPr lang="nl-NL" kern="0" dirty="0">
                <a:solidFill>
                  <a:srgbClr val="294171"/>
                </a:solidFill>
              </a:rPr>
              <a:t>Data (formaten)</a:t>
            </a:r>
          </a:p>
          <a:p>
            <a:pPr marL="1257300" lvl="2" indent="-342900" fontAlgn="base">
              <a:spcBef>
                <a:spcPct val="0"/>
              </a:spcBef>
              <a:spcAft>
                <a:spcPct val="0"/>
              </a:spcAft>
              <a:buFont typeface="Arial" panose="020B0604020202020204" pitchFamily="34" charset="0"/>
              <a:buChar char="•"/>
              <a:defRPr/>
            </a:pPr>
            <a:r>
              <a:rPr lang="nl-NL" sz="1600" kern="0" dirty="0" err="1">
                <a:solidFill>
                  <a:srgbClr val="294171"/>
                </a:solidFill>
              </a:rPr>
              <a:t>json</a:t>
            </a:r>
            <a:r>
              <a:rPr lang="nl-NL" sz="1600" kern="0" dirty="0">
                <a:solidFill>
                  <a:srgbClr val="294171"/>
                </a:solidFill>
              </a:rPr>
              <a:t>		</a:t>
            </a:r>
            <a:r>
              <a:rPr lang="nl-NL" sz="1600" dirty="0"/>
              <a:t> 				JSON lezen/schrijven</a:t>
            </a:r>
            <a:endParaRPr lang="nl-NL" sz="1600" kern="0" dirty="0">
              <a:solidFill>
                <a:srgbClr val="294171"/>
              </a:solidFill>
            </a:endParaRPr>
          </a:p>
          <a:p>
            <a:pPr marL="1257300" lvl="2" indent="-342900" fontAlgn="base">
              <a:spcBef>
                <a:spcPct val="0"/>
              </a:spcBef>
              <a:spcAft>
                <a:spcPct val="0"/>
              </a:spcAft>
              <a:buFont typeface="Arial" panose="020B0604020202020204" pitchFamily="34" charset="0"/>
              <a:buChar char="•"/>
              <a:defRPr/>
            </a:pPr>
            <a:endParaRPr lang="nl-NL" sz="1600" kern="0" dirty="0">
              <a:solidFill>
                <a:srgbClr val="294171"/>
              </a:solidFill>
            </a:endParaRPr>
          </a:p>
        </p:txBody>
      </p:sp>
      <p:sp>
        <p:nvSpPr>
          <p:cNvPr id="45" name="Title 1">
            <a:extLst>
              <a:ext uri="{FF2B5EF4-FFF2-40B4-BE49-F238E27FC236}">
                <a16:creationId xmlns:a16="http://schemas.microsoft.com/office/drawing/2014/main" id="{029EA5D0-17EA-7B65-AB8A-0040ED862FB1}"/>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Modules </a:t>
            </a:r>
            <a:r>
              <a:rPr lang="en-US" sz="2000" b="1" kern="0" dirty="0">
                <a:solidFill>
                  <a:prstClr val="black"/>
                </a:solidFill>
              </a:rPr>
              <a:t>(§5.3) </a:t>
            </a:r>
            <a:endParaRPr kumimoji="0" lang="en-US" sz="20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3171556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9AD7-2CF7-D922-3810-A752E76573A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2">
                <a:extLst>
                  <a:ext uri="{FF2B5EF4-FFF2-40B4-BE49-F238E27FC236}">
                    <a16:creationId xmlns:a16="http://schemas.microsoft.com/office/drawing/2014/main" id="{5795B644-9AFE-228E-639A-59F2A969DB26}"/>
                  </a:ext>
                </a:extLst>
              </p:cNvPr>
              <p:cNvSpPr txBox="1"/>
              <p:nvPr/>
            </p:nvSpPr>
            <p:spPr bwMode="auto">
              <a:xfrm>
                <a:off x="709358" y="1937269"/>
                <a:ext cx="9221026" cy="39581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kern="0" dirty="0">
                    <a:solidFill>
                      <a:srgbClr val="294171"/>
                    </a:solidFill>
                  </a:rPr>
                  <a:t>Modules ‘importeer’ je om ze te gebruiken. We gebruiken module ‘</a:t>
                </a:r>
                <a:r>
                  <a:rPr lang="nl-NL" kern="0" dirty="0" err="1">
                    <a:solidFill>
                      <a:srgbClr val="294171"/>
                    </a:solidFill>
                  </a:rPr>
                  <a:t>math</a:t>
                </a:r>
                <a:r>
                  <a:rPr lang="nl-NL" kern="0" dirty="0">
                    <a:solidFill>
                      <a:srgbClr val="294171"/>
                    </a:solidFill>
                  </a:rPr>
                  <a:t>’ om </a:t>
                </a:r>
                <a14:m>
                  <m:oMath xmlns:m="http://schemas.openxmlformats.org/officeDocument/2006/math">
                    <m:rad>
                      <m:radPr>
                        <m:degHide m:val="on"/>
                        <m:ctrlPr>
                          <a:rPr lang="en-US" i="1" kern="0">
                            <a:solidFill>
                              <a:srgbClr val="294171"/>
                            </a:solidFill>
                            <a:latin typeface="Cambria Math" panose="02040503050406030204" pitchFamily="18" charset="0"/>
                          </a:rPr>
                        </m:ctrlPr>
                      </m:radPr>
                      <m:deg/>
                      <m:e>
                        <m:r>
                          <a:rPr lang="en-US" kern="0">
                            <a:solidFill>
                              <a:srgbClr val="294171"/>
                            </a:solidFill>
                            <a:latin typeface="Cambria Math" panose="02040503050406030204" pitchFamily="18" charset="0"/>
                          </a:rPr>
                          <m:t>4</m:t>
                        </m:r>
                      </m:e>
                    </m:rad>
                    <m:r>
                      <a:rPr lang="en-US" kern="0">
                        <a:solidFill>
                          <a:srgbClr val="294171"/>
                        </a:solidFill>
                        <a:latin typeface="Cambria Math" panose="02040503050406030204" pitchFamily="18" charset="0"/>
                      </a:rPr>
                      <m:t> </m:t>
                    </m:r>
                  </m:oMath>
                </a14:m>
                <a:r>
                  <a:rPr lang="nl-NL" kern="0" dirty="0">
                    <a:solidFill>
                      <a:srgbClr val="294171"/>
                    </a:solidFill>
                  </a:rPr>
                  <a:t> uit te rekenen:</a:t>
                </a:r>
              </a:p>
            </p:txBody>
          </p:sp>
        </mc:Choice>
        <mc:Fallback xmlns="">
          <p:sp>
            <p:nvSpPr>
              <p:cNvPr id="2" name="TextBox 22">
                <a:extLst>
                  <a:ext uri="{FF2B5EF4-FFF2-40B4-BE49-F238E27FC236}">
                    <a16:creationId xmlns:a16="http://schemas.microsoft.com/office/drawing/2014/main" id="{5795B644-9AFE-228E-639A-59F2A969DB26}"/>
                  </a:ext>
                </a:extLst>
              </p:cNvPr>
              <p:cNvSpPr txBox="1">
                <a:spLocks noRot="1" noChangeAspect="1" noMove="1" noResize="1" noEditPoints="1" noAdjustHandles="1" noChangeArrowheads="1" noChangeShapeType="1" noTextEdit="1"/>
              </p:cNvSpPr>
              <p:nvPr/>
            </p:nvSpPr>
            <p:spPr bwMode="auto">
              <a:xfrm>
                <a:off x="709358" y="1937269"/>
                <a:ext cx="9221026" cy="395814"/>
              </a:xfrm>
              <a:prstGeom prst="rect">
                <a:avLst/>
              </a:prstGeom>
              <a:blipFill>
                <a:blip r:embed="rId2"/>
                <a:stretch>
                  <a:fillRect l="-529" b="-24615"/>
                </a:stretch>
              </a:blipFill>
              <a:ln w="9525">
                <a:noFill/>
                <a:miter lim="800000"/>
                <a:headEnd/>
                <a:tailEnd/>
              </a:ln>
            </p:spPr>
            <p:txBody>
              <a:bodyPr/>
              <a:lstStyle/>
              <a:p>
                <a:r>
                  <a:rPr lang="nl-NL">
                    <a:noFill/>
                  </a:rPr>
                  <a:t> </a:t>
                </a:r>
              </a:p>
            </p:txBody>
          </p:sp>
        </mc:Fallback>
      </mc:AlternateContent>
      <p:sp>
        <p:nvSpPr>
          <p:cNvPr id="45" name="Title 1">
            <a:extLst>
              <a:ext uri="{FF2B5EF4-FFF2-40B4-BE49-F238E27FC236}">
                <a16:creationId xmlns:a16="http://schemas.microsoft.com/office/drawing/2014/main" id="{606492E6-7FBF-E14E-A11E-4FECE0C4A489}"/>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Module math </a:t>
            </a:r>
            <a:r>
              <a:rPr lang="en-US" sz="2000" b="1" kern="0" dirty="0">
                <a:solidFill>
                  <a:prstClr val="black"/>
                </a:solidFill>
              </a:rPr>
              <a:t>(§5.3.1) </a:t>
            </a:r>
            <a:endParaRPr kumimoji="0" lang="en-US" sz="2000" b="0" i="0" u="none" strike="noStrike" kern="0" cap="none" spc="0" normalizeH="0" baseline="0" noProof="0" dirty="0">
              <a:ln>
                <a:noFill/>
              </a:ln>
              <a:solidFill>
                <a:prstClr val="black"/>
              </a:solidFill>
              <a:effectLst/>
              <a:uLnTx/>
              <a:uFillTx/>
            </a:endParaRPr>
          </a:p>
        </p:txBody>
      </p:sp>
      <p:sp>
        <p:nvSpPr>
          <p:cNvPr id="3" name="Tekstvak 2">
            <a:extLst>
              <a:ext uri="{FF2B5EF4-FFF2-40B4-BE49-F238E27FC236}">
                <a16:creationId xmlns:a16="http://schemas.microsoft.com/office/drawing/2014/main" id="{DCC72535-DA13-AB59-7178-93108E1F6CC8}"/>
              </a:ext>
            </a:extLst>
          </p:cNvPr>
          <p:cNvSpPr txBox="1"/>
          <p:nvPr/>
        </p:nvSpPr>
        <p:spPr>
          <a:xfrm>
            <a:off x="1031827" y="2607842"/>
            <a:ext cx="3174414" cy="923330"/>
          </a:xfrm>
          <a:prstGeom prst="rect">
            <a:avLst/>
          </a:prstGeom>
          <a:noFill/>
          <a:ln>
            <a:solidFill>
              <a:schemeClr val="accent1"/>
            </a:solidFill>
          </a:ln>
        </p:spPr>
        <p:txBody>
          <a:bodyPr wrap="square">
            <a:spAutoFit/>
          </a:bodyPr>
          <a:lstStyle/>
          <a:p>
            <a:r>
              <a:rPr lang="nl-NL" kern="0" dirty="0">
                <a:solidFill>
                  <a:prstClr val="black"/>
                </a:solidFill>
                <a:latin typeface="Consolas" panose="020B0609020204030204" pitchFamily="49" charset="0"/>
                <a:cs typeface="Courier New" panose="02070309020205020404" pitchFamily="49" charset="0"/>
              </a:rPr>
              <a:t>import </a:t>
            </a:r>
            <a:r>
              <a:rPr lang="nl-NL" kern="0" dirty="0" err="1">
                <a:solidFill>
                  <a:prstClr val="black"/>
                </a:solidFill>
                <a:latin typeface="Consolas" panose="020B0609020204030204" pitchFamily="49" charset="0"/>
                <a:cs typeface="Courier New" panose="02070309020205020404" pitchFamily="49" charset="0"/>
              </a:rPr>
              <a:t>math</a:t>
            </a:r>
            <a:r>
              <a:rPr lang="nl-NL" kern="0" dirty="0">
                <a:solidFill>
                  <a:prstClr val="black"/>
                </a:solidFill>
                <a:latin typeface="Consolas" panose="020B0609020204030204" pitchFamily="49" charset="0"/>
                <a:cs typeface="Courier New" panose="02070309020205020404" pitchFamily="49" charset="0"/>
              </a:rPr>
              <a:t> </a:t>
            </a:r>
          </a:p>
          <a:p>
            <a:endParaRPr lang="nl-NL" kern="0" dirty="0">
              <a:solidFill>
                <a:prstClr val="black"/>
              </a:solidFill>
              <a:latin typeface="Consolas" panose="020B0609020204030204" pitchFamily="49" charset="0"/>
              <a:cs typeface="Courier New" panose="02070309020205020404" pitchFamily="49" charset="0"/>
            </a:endParaRPr>
          </a:p>
          <a:p>
            <a:r>
              <a:rPr lang="nl-NL" kern="0" dirty="0">
                <a:solidFill>
                  <a:prstClr val="black"/>
                </a:solidFill>
                <a:latin typeface="Consolas" panose="020B0609020204030204" pitchFamily="49" charset="0"/>
                <a:cs typeface="Courier New" panose="02070309020205020404" pitchFamily="49" charset="0"/>
              </a:rPr>
              <a:t>print( </a:t>
            </a:r>
            <a:r>
              <a:rPr lang="nl-NL" kern="0" dirty="0" err="1">
                <a:solidFill>
                  <a:prstClr val="black"/>
                </a:solidFill>
                <a:latin typeface="Consolas" panose="020B0609020204030204" pitchFamily="49" charset="0"/>
                <a:cs typeface="Courier New" panose="02070309020205020404" pitchFamily="49" charset="0"/>
              </a:rPr>
              <a:t>math.sqrt</a:t>
            </a:r>
            <a:r>
              <a:rPr lang="nl-NL" kern="0" dirty="0">
                <a:solidFill>
                  <a:prstClr val="black"/>
                </a:solidFill>
                <a:latin typeface="Consolas" panose="020B0609020204030204" pitchFamily="49" charset="0"/>
                <a:cs typeface="Courier New" panose="02070309020205020404" pitchFamily="49" charset="0"/>
              </a:rPr>
              <a:t>( 4 ) )</a:t>
            </a:r>
          </a:p>
        </p:txBody>
      </p:sp>
      <p:sp>
        <p:nvSpPr>
          <p:cNvPr id="4" name="TextBox 22">
            <a:extLst>
              <a:ext uri="{FF2B5EF4-FFF2-40B4-BE49-F238E27FC236}">
                <a16:creationId xmlns:a16="http://schemas.microsoft.com/office/drawing/2014/main" id="{25F926C5-CCC9-66E9-C6E3-3811BB87B5DD}"/>
              </a:ext>
            </a:extLst>
          </p:cNvPr>
          <p:cNvSpPr txBox="1"/>
          <p:nvPr/>
        </p:nvSpPr>
        <p:spPr bwMode="auto">
          <a:xfrm>
            <a:off x="709358" y="4365556"/>
            <a:ext cx="5142802" cy="33855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1600" kern="0" dirty="0">
                <a:solidFill>
                  <a:srgbClr val="294171"/>
                </a:solidFill>
              </a:rPr>
              <a:t>Als je niet steeds de naam van de module wilt typen:</a:t>
            </a:r>
          </a:p>
        </p:txBody>
      </p:sp>
      <p:sp>
        <p:nvSpPr>
          <p:cNvPr id="5" name="Tekstvak 4">
            <a:extLst>
              <a:ext uri="{FF2B5EF4-FFF2-40B4-BE49-F238E27FC236}">
                <a16:creationId xmlns:a16="http://schemas.microsoft.com/office/drawing/2014/main" id="{3B5A42BB-1D72-8E61-9AEA-CDCBC8CF879E}"/>
              </a:ext>
            </a:extLst>
          </p:cNvPr>
          <p:cNvSpPr txBox="1"/>
          <p:nvPr/>
        </p:nvSpPr>
        <p:spPr>
          <a:xfrm>
            <a:off x="1031827" y="4920396"/>
            <a:ext cx="3421301" cy="1015663"/>
          </a:xfrm>
          <a:prstGeom prst="rect">
            <a:avLst/>
          </a:prstGeom>
          <a:noFill/>
          <a:ln>
            <a:solidFill>
              <a:schemeClr val="accent1"/>
            </a:solidFill>
          </a:ln>
        </p:spPr>
        <p:txBody>
          <a:bodyPr wrap="square">
            <a:spAutoFit/>
          </a:bodyPr>
          <a:lstStyle/>
          <a:p>
            <a:r>
              <a:rPr lang="en-US" sz="2000" kern="0" dirty="0">
                <a:solidFill>
                  <a:prstClr val="black"/>
                </a:solidFill>
                <a:latin typeface="Consolas" panose="020B0609020204030204" pitchFamily="49" charset="0"/>
                <a:cs typeface="Courier New" panose="02070309020205020404" pitchFamily="49" charset="0"/>
              </a:rPr>
              <a:t>from math import sqrt</a:t>
            </a: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latin typeface="Consolas" panose="020B0609020204030204" pitchFamily="49" charset="0"/>
                <a:cs typeface="Courier New" panose="02070309020205020404" pitchFamily="49" charset="0"/>
              </a:rPr>
              <a:t>print( sqrt( 4 ) )</a:t>
            </a:r>
            <a:endParaRPr lang="nl-NL" sz="2000" kern="0" dirty="0">
              <a:solidFill>
                <a:prstClr val="black"/>
              </a:solidFill>
              <a:latin typeface="Consolas" panose="020B0609020204030204" pitchFamily="49" charset="0"/>
              <a:cs typeface="Courier New" panose="02070309020205020404" pitchFamily="49" charset="0"/>
            </a:endParaRPr>
          </a:p>
        </p:txBody>
      </p:sp>
      <p:sp>
        <p:nvSpPr>
          <p:cNvPr id="6" name="TextBox 22">
            <a:extLst>
              <a:ext uri="{FF2B5EF4-FFF2-40B4-BE49-F238E27FC236}">
                <a16:creationId xmlns:a16="http://schemas.microsoft.com/office/drawing/2014/main" id="{D16CEE8F-204F-309D-4E20-B5FB723BD63F}"/>
              </a:ext>
            </a:extLst>
          </p:cNvPr>
          <p:cNvSpPr txBox="1"/>
          <p:nvPr/>
        </p:nvSpPr>
        <p:spPr bwMode="auto">
          <a:xfrm>
            <a:off x="6256718" y="4365556"/>
            <a:ext cx="5142802" cy="33855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1600" kern="0" dirty="0">
                <a:solidFill>
                  <a:srgbClr val="294171"/>
                </a:solidFill>
              </a:rPr>
              <a:t>Als je de functie onder een andere naam wilt gebruiken:</a:t>
            </a:r>
          </a:p>
        </p:txBody>
      </p:sp>
      <p:sp>
        <p:nvSpPr>
          <p:cNvPr id="7" name="Tekstvak 6">
            <a:extLst>
              <a:ext uri="{FF2B5EF4-FFF2-40B4-BE49-F238E27FC236}">
                <a16:creationId xmlns:a16="http://schemas.microsoft.com/office/drawing/2014/main" id="{9B69971E-583F-4824-0624-EA43A31C2C50}"/>
              </a:ext>
            </a:extLst>
          </p:cNvPr>
          <p:cNvSpPr txBox="1"/>
          <p:nvPr/>
        </p:nvSpPr>
        <p:spPr>
          <a:xfrm>
            <a:off x="6579187" y="4920396"/>
            <a:ext cx="5142802" cy="1015663"/>
          </a:xfrm>
          <a:prstGeom prst="rect">
            <a:avLst/>
          </a:prstGeom>
          <a:noFill/>
          <a:ln>
            <a:solidFill>
              <a:schemeClr val="accent1"/>
            </a:solidFill>
          </a:ln>
        </p:spPr>
        <p:txBody>
          <a:bodyPr wrap="square">
            <a:spAutoFit/>
          </a:bodyPr>
          <a:lstStyle/>
          <a:p>
            <a:r>
              <a:rPr lang="en-US" sz="2000" kern="0" dirty="0">
                <a:solidFill>
                  <a:prstClr val="black"/>
                </a:solidFill>
                <a:latin typeface="Consolas" panose="020B0609020204030204" pitchFamily="49" charset="0"/>
                <a:cs typeface="Courier New" panose="02070309020205020404" pitchFamily="49" charset="0"/>
              </a:rPr>
              <a:t>from math import sqrt </a:t>
            </a:r>
            <a:r>
              <a:rPr lang="en-US" sz="2000" b="1" kern="0" dirty="0">
                <a:solidFill>
                  <a:prstClr val="black"/>
                </a:solidFill>
                <a:latin typeface="Consolas" panose="020B0609020204030204" pitchFamily="49" charset="0"/>
                <a:cs typeface="Courier New" panose="02070309020205020404" pitchFamily="49" charset="0"/>
              </a:rPr>
              <a:t>as</a:t>
            </a:r>
            <a:r>
              <a:rPr lang="en-US" sz="2000" kern="0" dirty="0">
                <a:solidFill>
                  <a:prstClr val="black"/>
                </a:solidFill>
                <a:latin typeface="Consolas" panose="020B0609020204030204" pitchFamily="49" charset="0"/>
                <a:cs typeface="Courier New" panose="02070309020205020404" pitchFamily="49" charset="0"/>
              </a:rPr>
              <a:t> </a:t>
            </a:r>
            <a:r>
              <a:rPr lang="en-US" sz="2000" kern="0" dirty="0" err="1">
                <a:solidFill>
                  <a:prstClr val="black"/>
                </a:solidFill>
                <a:latin typeface="Consolas" panose="020B0609020204030204" pitchFamily="49" charset="0"/>
                <a:cs typeface="Courier New" panose="02070309020205020404" pitchFamily="49" charset="0"/>
              </a:rPr>
              <a:t>squareroot</a:t>
            </a:r>
            <a:endParaRPr lang="en-US" sz="2000" kern="0" dirty="0">
              <a:solidFill>
                <a:prstClr val="black"/>
              </a:solidFill>
              <a:latin typeface="Consolas" panose="020B0609020204030204" pitchFamily="49" charset="0"/>
              <a:cs typeface="Courier New" panose="02070309020205020404" pitchFamily="49" charset="0"/>
            </a:endParaRPr>
          </a:p>
          <a:p>
            <a:endParaRPr lang="en-US" sz="2000" kern="0" dirty="0">
              <a:solidFill>
                <a:prstClr val="black"/>
              </a:solidFill>
              <a:latin typeface="Consolas" panose="020B0609020204030204" pitchFamily="49" charset="0"/>
              <a:cs typeface="Courier New" panose="02070309020205020404" pitchFamily="49" charset="0"/>
            </a:endParaRPr>
          </a:p>
          <a:p>
            <a:r>
              <a:rPr lang="en-US" sz="2000" kern="0" dirty="0">
                <a:solidFill>
                  <a:prstClr val="black"/>
                </a:solidFill>
                <a:latin typeface="Consolas" panose="020B0609020204030204" pitchFamily="49" charset="0"/>
                <a:cs typeface="Courier New" panose="02070309020205020404" pitchFamily="49" charset="0"/>
              </a:rPr>
              <a:t>print( </a:t>
            </a:r>
            <a:r>
              <a:rPr lang="en-US" sz="2000" kern="0" dirty="0" err="1">
                <a:solidFill>
                  <a:prstClr val="black"/>
                </a:solidFill>
                <a:latin typeface="Consolas" panose="020B0609020204030204" pitchFamily="49" charset="0"/>
                <a:cs typeface="Courier New" panose="02070309020205020404" pitchFamily="49" charset="0"/>
              </a:rPr>
              <a:t>squareroot</a:t>
            </a:r>
            <a:r>
              <a:rPr lang="en-US" sz="2000" kern="0" dirty="0">
                <a:solidFill>
                  <a:prstClr val="black"/>
                </a:solidFill>
                <a:latin typeface="Consolas" panose="020B0609020204030204" pitchFamily="49" charset="0"/>
                <a:cs typeface="Courier New" panose="02070309020205020404" pitchFamily="49" charset="0"/>
              </a:rPr>
              <a:t>( 4 ) )</a:t>
            </a:r>
          </a:p>
        </p:txBody>
      </p:sp>
    </p:spTree>
    <p:extLst>
      <p:ext uri="{BB962C8B-B14F-4D97-AF65-F5344CB8AC3E}">
        <p14:creationId xmlns:p14="http://schemas.microsoft.com/office/powerpoint/2010/main" val="96875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EDA7A-11D1-2FF5-8C84-9C7473C03546}"/>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2E2DC368-8112-50C2-1BE4-D31ABF3BA2D7}"/>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n-US" sz="3600" b="1" kern="0" dirty="0">
                <a:solidFill>
                  <a:prstClr val="black"/>
                </a:solidFill>
              </a:rPr>
              <a:t>Math </a:t>
            </a:r>
            <a:r>
              <a:rPr lang="en-US" sz="3600" b="1" kern="0" dirty="0" err="1">
                <a:solidFill>
                  <a:prstClr val="black"/>
                </a:solidFill>
              </a:rPr>
              <a:t>functies</a:t>
            </a:r>
            <a:r>
              <a:rPr lang="en-US" sz="3600" b="1" kern="0" dirty="0">
                <a:solidFill>
                  <a:prstClr val="black"/>
                </a:solidFill>
              </a:rPr>
              <a:t> </a:t>
            </a:r>
            <a:r>
              <a:rPr lang="en-US" sz="2000" b="1" kern="0" dirty="0">
                <a:solidFill>
                  <a:prstClr val="black"/>
                </a:solidFill>
              </a:rPr>
              <a:t>(§ 5.3.1)</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2F089670-B393-7EBE-3CDD-1E707E266E68}"/>
              </a:ext>
            </a:extLst>
          </p:cNvPr>
          <p:cNvSpPr txBox="1"/>
          <p:nvPr/>
        </p:nvSpPr>
        <p:spPr bwMode="auto">
          <a:xfrm>
            <a:off x="709358" y="1594568"/>
            <a:ext cx="11025442"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indent="-342900" fontAlgn="base">
              <a:spcBef>
                <a:spcPct val="0"/>
              </a:spcBef>
              <a:spcAft>
                <a:spcPct val="0"/>
              </a:spcAft>
              <a:buFont typeface="Arial" panose="020B0604020202020204" pitchFamily="34" charset="0"/>
              <a:buChar char="•"/>
              <a:defRPr/>
            </a:pPr>
            <a:r>
              <a:rPr lang="nl-NL" sz="2000" kern="0" dirty="0">
                <a:solidFill>
                  <a:srgbClr val="294171"/>
                </a:solidFill>
              </a:rPr>
              <a:t>Deze module kent diverse functies en vaste waarden (zoals </a:t>
            </a:r>
            <a:r>
              <a:rPr lang="nl-NL" sz="2000" kern="0" dirty="0" err="1">
                <a:solidFill>
                  <a:srgbClr val="294171"/>
                </a:solidFill>
              </a:rPr>
              <a:t>math.pi</a:t>
            </a:r>
            <a:r>
              <a:rPr lang="nl-NL" sz="2000" kern="0" dirty="0">
                <a:solidFill>
                  <a:srgbClr val="294171"/>
                </a:solidFill>
              </a:rPr>
              <a:t>)</a:t>
            </a:r>
          </a:p>
          <a:p>
            <a:pPr marL="34290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indent="-342900" fontAlgn="base">
              <a:spcBef>
                <a:spcPct val="0"/>
              </a:spcBef>
              <a:spcAft>
                <a:spcPct val="0"/>
              </a:spcAft>
              <a:buFont typeface="Arial" panose="020B0604020202020204" pitchFamily="34" charset="0"/>
              <a:buChar char="•"/>
              <a:defRPr/>
            </a:pPr>
            <a:r>
              <a:rPr lang="nl-NL" sz="2000" kern="0" dirty="0">
                <a:solidFill>
                  <a:srgbClr val="294171"/>
                </a:solidFill>
              </a:rPr>
              <a:t>Enkele </a:t>
            </a:r>
            <a:r>
              <a:rPr lang="nl-NL" sz="2000" kern="0" dirty="0" err="1">
                <a:solidFill>
                  <a:srgbClr val="294171"/>
                </a:solidFill>
              </a:rPr>
              <a:t>math</a:t>
            </a:r>
            <a:r>
              <a:rPr lang="nl-NL" sz="2000" kern="0" dirty="0">
                <a:solidFill>
                  <a:srgbClr val="294171"/>
                </a:solidFill>
              </a:rPr>
              <a:t>-functies:</a:t>
            </a:r>
          </a:p>
        </p:txBody>
      </p:sp>
      <mc:AlternateContent xmlns:mc="http://schemas.openxmlformats.org/markup-compatibility/2006" xmlns:a14="http://schemas.microsoft.com/office/drawing/2010/main">
        <mc:Choice Requires="a14">
          <p:graphicFrame>
            <p:nvGraphicFramePr>
              <p:cNvPr id="2" name="Tabel 1">
                <a:extLst>
                  <a:ext uri="{FF2B5EF4-FFF2-40B4-BE49-F238E27FC236}">
                    <a16:creationId xmlns:a16="http://schemas.microsoft.com/office/drawing/2014/main" id="{BA65D296-68A5-FFC5-C216-0A1E4D4CC013}"/>
                  </a:ext>
                </a:extLst>
              </p:cNvPr>
              <p:cNvGraphicFramePr>
                <a:graphicFrameLocks noGrp="1"/>
              </p:cNvGraphicFramePr>
              <p:nvPr>
                <p:extLst>
                  <p:ext uri="{D42A27DB-BD31-4B8C-83A1-F6EECF244321}">
                    <p14:modId xmlns:p14="http://schemas.microsoft.com/office/powerpoint/2010/main" val="2701344229"/>
                  </p:ext>
                </p:extLst>
              </p:nvPr>
            </p:nvGraphicFramePr>
            <p:xfrm>
              <a:off x="1052079" y="2989929"/>
              <a:ext cx="6491595" cy="1854200"/>
            </p:xfrm>
            <a:graphic>
              <a:graphicData uri="http://schemas.openxmlformats.org/drawingml/2006/table">
                <a:tbl>
                  <a:tblPr firstRow="1" bandRow="1">
                    <a:tableStyleId>{5C22544A-7EE6-4342-B048-85BDC9FD1C3A}</a:tableStyleId>
                  </a:tblPr>
                  <a:tblGrid>
                    <a:gridCol w="1170618">
                      <a:extLst>
                        <a:ext uri="{9D8B030D-6E8A-4147-A177-3AD203B41FA5}">
                          <a16:colId xmlns:a16="http://schemas.microsoft.com/office/drawing/2014/main" val="3958583887"/>
                        </a:ext>
                      </a:extLst>
                    </a:gridCol>
                    <a:gridCol w="2038879">
                      <a:extLst>
                        <a:ext uri="{9D8B030D-6E8A-4147-A177-3AD203B41FA5}">
                          <a16:colId xmlns:a16="http://schemas.microsoft.com/office/drawing/2014/main" val="1628554308"/>
                        </a:ext>
                      </a:extLst>
                    </a:gridCol>
                    <a:gridCol w="1641049">
                      <a:extLst>
                        <a:ext uri="{9D8B030D-6E8A-4147-A177-3AD203B41FA5}">
                          <a16:colId xmlns:a16="http://schemas.microsoft.com/office/drawing/2014/main" val="356693667"/>
                        </a:ext>
                      </a:extLst>
                    </a:gridCol>
                    <a:gridCol w="1641049">
                      <a:extLst>
                        <a:ext uri="{9D8B030D-6E8A-4147-A177-3AD203B41FA5}">
                          <a16:colId xmlns:a16="http://schemas.microsoft.com/office/drawing/2014/main" val="1764933892"/>
                        </a:ext>
                      </a:extLst>
                    </a:gridCol>
                  </a:tblGrid>
                  <a:tr h="370840">
                    <a:tc>
                      <a:txBody>
                        <a:bodyPr/>
                        <a:lstStyle/>
                        <a:p>
                          <a:r>
                            <a:rPr lang="nl-NL" sz="1600" dirty="0"/>
                            <a:t>Functie</a:t>
                          </a:r>
                        </a:p>
                      </a:txBody>
                      <a:tcPr/>
                    </a:tc>
                    <a:tc>
                      <a:txBody>
                        <a:bodyPr/>
                        <a:lstStyle/>
                        <a:p>
                          <a:r>
                            <a:rPr lang="nl-NL" sz="1600" dirty="0"/>
                            <a:t>Parametertype</a:t>
                          </a:r>
                        </a:p>
                      </a:txBody>
                      <a:tcPr/>
                    </a:tc>
                    <a:tc>
                      <a:txBody>
                        <a:bodyPr/>
                        <a:lstStyle/>
                        <a:p>
                          <a:r>
                            <a:rPr lang="nl-NL" sz="1600" dirty="0"/>
                            <a:t>Retourwaarde</a:t>
                          </a:r>
                        </a:p>
                      </a:txBody>
                      <a:tcPr/>
                    </a:tc>
                    <a:tc>
                      <a:txBody>
                        <a:bodyPr/>
                        <a:lstStyle/>
                        <a:p>
                          <a:r>
                            <a:rPr lang="nl-NL" sz="1600" dirty="0"/>
                            <a:t>Resultaat</a:t>
                          </a:r>
                        </a:p>
                      </a:txBody>
                      <a:tcPr/>
                    </a:tc>
                    <a:extLst>
                      <a:ext uri="{0D108BD9-81ED-4DB2-BD59-A6C34878D82A}">
                        <a16:rowId xmlns:a16="http://schemas.microsoft.com/office/drawing/2014/main" val="3537318295"/>
                      </a:ext>
                    </a:extLst>
                  </a:tr>
                  <a:tr h="370840">
                    <a:tc>
                      <a:txBody>
                        <a:bodyPr/>
                        <a:lstStyle/>
                        <a:p>
                          <a:r>
                            <a:rPr lang="nl-NL" sz="1600" dirty="0"/>
                            <a:t>exp2()</a:t>
                          </a:r>
                        </a:p>
                      </a:txBody>
                      <a:tcPr/>
                    </a:tc>
                    <a:tc>
                      <a:txBody>
                        <a:bodyPr/>
                        <a:lstStyle/>
                        <a:p>
                          <a:r>
                            <a:rPr lang="nl-NL" sz="1600" dirty="0"/>
                            <a:t>int of </a:t>
                          </a:r>
                          <a:r>
                            <a:rPr lang="nl-NL" sz="1600" dirty="0" err="1"/>
                            <a:t>float</a:t>
                          </a:r>
                          <a:endParaRPr lang="nl-NL" sz="1600" dirty="0"/>
                        </a:p>
                      </a:txBody>
                      <a:tcPr/>
                    </a:tc>
                    <a:tc>
                      <a:txBody>
                        <a:bodyPr/>
                        <a:lstStyle/>
                        <a:p>
                          <a:r>
                            <a:rPr lang="nl-NL" sz="1600" dirty="0" err="1"/>
                            <a:t>float</a:t>
                          </a:r>
                          <a:endParaRPr lang="nl-NL" sz="1600" dirty="0"/>
                        </a:p>
                      </a:txBody>
                      <a:tcPr/>
                    </a:tc>
                    <a:tc>
                      <a:txBody>
                        <a:bodyPr/>
                        <a:lstStyle/>
                        <a:p>
                          <a:r>
                            <a:rPr lang="nl-NL" sz="1600" dirty="0"/>
                            <a:t>2 ^ x</a:t>
                          </a:r>
                        </a:p>
                      </a:txBody>
                      <a:tcPr/>
                    </a:tc>
                    <a:extLst>
                      <a:ext uri="{0D108BD9-81ED-4DB2-BD59-A6C34878D82A}">
                        <a16:rowId xmlns:a16="http://schemas.microsoft.com/office/drawing/2014/main" val="1429480850"/>
                      </a:ext>
                    </a:extLst>
                  </a:tr>
                  <a:tr h="370840">
                    <a:tc>
                      <a:txBody>
                        <a:bodyPr/>
                        <a:lstStyle/>
                        <a:p>
                          <a:r>
                            <a:rPr lang="nl-NL" sz="1600" dirty="0"/>
                            <a:t>factorial()</a:t>
                          </a:r>
                        </a:p>
                      </a:txBody>
                      <a:tcPr/>
                    </a:tc>
                    <a:tc>
                      <a:txBody>
                        <a:bodyPr/>
                        <a:lstStyle/>
                        <a:p>
                          <a:r>
                            <a:rPr lang="nl-NL" sz="1600" dirty="0"/>
                            <a:t>int</a:t>
                          </a:r>
                        </a:p>
                      </a:txBody>
                      <a:tcPr/>
                    </a:tc>
                    <a:tc>
                      <a:txBody>
                        <a:bodyPr/>
                        <a:lstStyle/>
                        <a:p>
                          <a:r>
                            <a:rPr lang="nl-NL" sz="1600" dirty="0"/>
                            <a:t>int</a:t>
                          </a:r>
                        </a:p>
                      </a:txBody>
                      <a:tcPr/>
                    </a:tc>
                    <a:tc>
                      <a:txBody>
                        <a:bodyPr/>
                        <a:lstStyle/>
                        <a:p>
                          <a:r>
                            <a:rPr lang="nl-NL" sz="1600" dirty="0"/>
                            <a:t>Faculteit x!</a:t>
                          </a:r>
                        </a:p>
                      </a:txBody>
                      <a:tcPr/>
                    </a:tc>
                    <a:extLst>
                      <a:ext uri="{0D108BD9-81ED-4DB2-BD59-A6C34878D82A}">
                        <a16:rowId xmlns:a16="http://schemas.microsoft.com/office/drawing/2014/main" val="872555916"/>
                      </a:ext>
                    </a:extLst>
                  </a:tr>
                  <a:tr h="370840">
                    <a:tc>
                      <a:txBody>
                        <a:bodyPr/>
                        <a:lstStyle/>
                        <a:p>
                          <a:r>
                            <a:rPr lang="nl-NL" sz="1600" dirty="0"/>
                            <a:t>log10()</a:t>
                          </a:r>
                        </a:p>
                      </a:txBody>
                      <a:tcPr/>
                    </a:tc>
                    <a:tc>
                      <a:txBody>
                        <a:bodyPr/>
                        <a:lstStyle/>
                        <a:p>
                          <a:r>
                            <a:rPr lang="nl-NL" sz="1600" dirty="0"/>
                            <a:t>int of </a:t>
                          </a:r>
                          <a:r>
                            <a:rPr lang="nl-NL" sz="1600" dirty="0" err="1"/>
                            <a:t>float</a:t>
                          </a:r>
                          <a:endParaRPr lang="nl-NL" sz="1600" dirty="0"/>
                        </a:p>
                      </a:txBody>
                      <a:tcPr/>
                    </a:tc>
                    <a:tc>
                      <a:txBody>
                        <a:bodyPr/>
                        <a:lstStyle/>
                        <a:p>
                          <a:r>
                            <a:rPr lang="nl-NL" sz="1600" dirty="0" err="1"/>
                            <a:t>float</a:t>
                          </a:r>
                          <a:endParaRPr lang="nl-NL" sz="1600" dirty="0"/>
                        </a:p>
                      </a:txBody>
                      <a:tcPr/>
                    </a:tc>
                    <a:tc>
                      <a:txBody>
                        <a:bodyPr/>
                        <a:lstStyle/>
                        <a:p>
                          <a:r>
                            <a:rPr lang="nl-NL" sz="1600" dirty="0"/>
                            <a:t>10</a:t>
                          </a:r>
                          <a:r>
                            <a:rPr lang="nl-NL" sz="1600" baseline="30000" dirty="0"/>
                            <a:t>e</a:t>
                          </a:r>
                          <a:r>
                            <a:rPr lang="nl-NL" sz="1600" dirty="0"/>
                            <a:t> log van x</a:t>
                          </a:r>
                        </a:p>
                      </a:txBody>
                      <a:tcPr/>
                    </a:tc>
                    <a:extLst>
                      <a:ext uri="{0D108BD9-81ED-4DB2-BD59-A6C34878D82A}">
                        <a16:rowId xmlns:a16="http://schemas.microsoft.com/office/drawing/2014/main" val="530451419"/>
                      </a:ext>
                    </a:extLst>
                  </a:tr>
                  <a:tr h="370840">
                    <a:tc>
                      <a:txBody>
                        <a:bodyPr/>
                        <a:lstStyle/>
                        <a:p>
                          <a:r>
                            <a:rPr lang="nl-NL" sz="1600" dirty="0" err="1"/>
                            <a:t>sqrt</a:t>
                          </a:r>
                          <a:r>
                            <a:rPr lang="nl-NL" sz="1600" dirty="0"/>
                            <a:t>()</a:t>
                          </a:r>
                        </a:p>
                      </a:txBody>
                      <a:tcPr/>
                    </a:tc>
                    <a:tc>
                      <a:txBody>
                        <a:bodyPr/>
                        <a:lstStyle/>
                        <a:p>
                          <a:r>
                            <a:rPr lang="nl-NL" sz="1600" dirty="0"/>
                            <a:t>int of </a:t>
                          </a:r>
                          <a:r>
                            <a:rPr lang="nl-NL" sz="1600" dirty="0" err="1"/>
                            <a:t>float</a:t>
                          </a:r>
                          <a:endParaRPr lang="nl-NL" sz="1600" dirty="0"/>
                        </a:p>
                      </a:txBody>
                      <a:tcPr/>
                    </a:tc>
                    <a:tc>
                      <a:txBody>
                        <a:bodyPr/>
                        <a:lstStyle/>
                        <a:p>
                          <a:r>
                            <a:rPr lang="nl-NL" sz="1600" dirty="0" err="1"/>
                            <a:t>float</a:t>
                          </a:r>
                          <a:endParaRPr lang="nl-NL" sz="1600" dirty="0"/>
                        </a:p>
                      </a:txBody>
                      <a:tcPr/>
                    </a:tc>
                    <a:tc>
                      <a:txBody>
                        <a:bodyPr/>
                        <a:lstStyle/>
                        <a:p>
                          <a:pPr/>
                          <a14:m>
                            <m:oMathPara xmlns:m="http://schemas.openxmlformats.org/officeDocument/2006/math">
                              <m:oMathParaPr>
                                <m:jc m:val="left"/>
                              </m:oMathParaPr>
                              <m:oMath xmlns:m="http://schemas.openxmlformats.org/officeDocument/2006/math">
                                <m:rad>
                                  <m:radPr>
                                    <m:degHide m:val="on"/>
                                    <m:ctrlPr>
                                      <a:rPr lang="en-US" sz="1600" i="1" kern="1200" smtClean="0">
                                        <a:solidFill>
                                          <a:schemeClr val="dk1"/>
                                        </a:solidFill>
                                        <a:latin typeface="Cambria Math" panose="02040503050406030204" pitchFamily="18" charset="0"/>
                                        <a:ea typeface="+mn-ea"/>
                                        <a:cs typeface="+mn-cs"/>
                                      </a:rPr>
                                    </m:ctrlPr>
                                  </m:radPr>
                                  <m:deg/>
                                  <m:e>
                                    <m:r>
                                      <m:rPr>
                                        <m:sty m:val="p"/>
                                      </m:rPr>
                                      <a:rPr lang="nl-NL" sz="1600" kern="1200" smtClean="0">
                                        <a:solidFill>
                                          <a:schemeClr val="dk1"/>
                                        </a:solidFill>
                                        <a:latin typeface="Cambria Math" panose="02040503050406030204" pitchFamily="18" charset="0"/>
                                        <a:ea typeface="+mn-ea"/>
                                        <a:cs typeface="+mn-cs"/>
                                      </a:rPr>
                                      <m:t>x</m:t>
                                    </m:r>
                                  </m:e>
                                </m:rad>
                              </m:oMath>
                            </m:oMathPara>
                          </a14:m>
                          <a:endParaRPr lang="nl-NL" sz="1600" kern="1200" dirty="0">
                            <a:solidFill>
                              <a:schemeClr val="dk1"/>
                            </a:solidFill>
                            <a:latin typeface="+mn-lt"/>
                            <a:ea typeface="+mn-ea"/>
                            <a:cs typeface="+mn-cs"/>
                          </a:endParaRPr>
                        </a:p>
                      </a:txBody>
                      <a:tcPr/>
                    </a:tc>
                    <a:extLst>
                      <a:ext uri="{0D108BD9-81ED-4DB2-BD59-A6C34878D82A}">
                        <a16:rowId xmlns:a16="http://schemas.microsoft.com/office/drawing/2014/main" val="3726032025"/>
                      </a:ext>
                    </a:extLst>
                  </a:tr>
                </a:tbl>
              </a:graphicData>
            </a:graphic>
          </p:graphicFrame>
        </mc:Choice>
        <mc:Fallback xmlns="">
          <p:graphicFrame>
            <p:nvGraphicFramePr>
              <p:cNvPr id="2" name="Tabel 1">
                <a:extLst>
                  <a:ext uri="{FF2B5EF4-FFF2-40B4-BE49-F238E27FC236}">
                    <a16:creationId xmlns:a16="http://schemas.microsoft.com/office/drawing/2014/main" id="{BA65D296-68A5-FFC5-C216-0A1E4D4CC013}"/>
                  </a:ext>
                </a:extLst>
              </p:cNvPr>
              <p:cNvGraphicFramePr>
                <a:graphicFrameLocks noGrp="1"/>
              </p:cNvGraphicFramePr>
              <p:nvPr>
                <p:extLst>
                  <p:ext uri="{D42A27DB-BD31-4B8C-83A1-F6EECF244321}">
                    <p14:modId xmlns:p14="http://schemas.microsoft.com/office/powerpoint/2010/main" val="2701344229"/>
                  </p:ext>
                </p:extLst>
              </p:nvPr>
            </p:nvGraphicFramePr>
            <p:xfrm>
              <a:off x="1052079" y="2989929"/>
              <a:ext cx="6491595" cy="1854200"/>
            </p:xfrm>
            <a:graphic>
              <a:graphicData uri="http://schemas.openxmlformats.org/drawingml/2006/table">
                <a:tbl>
                  <a:tblPr firstRow="1" bandRow="1">
                    <a:tableStyleId>{5C22544A-7EE6-4342-B048-85BDC9FD1C3A}</a:tableStyleId>
                  </a:tblPr>
                  <a:tblGrid>
                    <a:gridCol w="1170618">
                      <a:extLst>
                        <a:ext uri="{9D8B030D-6E8A-4147-A177-3AD203B41FA5}">
                          <a16:colId xmlns:a16="http://schemas.microsoft.com/office/drawing/2014/main" val="3958583887"/>
                        </a:ext>
                      </a:extLst>
                    </a:gridCol>
                    <a:gridCol w="2038879">
                      <a:extLst>
                        <a:ext uri="{9D8B030D-6E8A-4147-A177-3AD203B41FA5}">
                          <a16:colId xmlns:a16="http://schemas.microsoft.com/office/drawing/2014/main" val="1628554308"/>
                        </a:ext>
                      </a:extLst>
                    </a:gridCol>
                    <a:gridCol w="1641049">
                      <a:extLst>
                        <a:ext uri="{9D8B030D-6E8A-4147-A177-3AD203B41FA5}">
                          <a16:colId xmlns:a16="http://schemas.microsoft.com/office/drawing/2014/main" val="356693667"/>
                        </a:ext>
                      </a:extLst>
                    </a:gridCol>
                    <a:gridCol w="1641049">
                      <a:extLst>
                        <a:ext uri="{9D8B030D-6E8A-4147-A177-3AD203B41FA5}">
                          <a16:colId xmlns:a16="http://schemas.microsoft.com/office/drawing/2014/main" val="1764933892"/>
                        </a:ext>
                      </a:extLst>
                    </a:gridCol>
                  </a:tblGrid>
                  <a:tr h="370840">
                    <a:tc>
                      <a:txBody>
                        <a:bodyPr/>
                        <a:lstStyle/>
                        <a:p>
                          <a:r>
                            <a:rPr lang="nl-NL" sz="1600" dirty="0"/>
                            <a:t>Functie</a:t>
                          </a:r>
                        </a:p>
                      </a:txBody>
                      <a:tcPr/>
                    </a:tc>
                    <a:tc>
                      <a:txBody>
                        <a:bodyPr/>
                        <a:lstStyle/>
                        <a:p>
                          <a:r>
                            <a:rPr lang="nl-NL" sz="1600" dirty="0"/>
                            <a:t>Parametertype</a:t>
                          </a:r>
                        </a:p>
                      </a:txBody>
                      <a:tcPr/>
                    </a:tc>
                    <a:tc>
                      <a:txBody>
                        <a:bodyPr/>
                        <a:lstStyle/>
                        <a:p>
                          <a:r>
                            <a:rPr lang="nl-NL" sz="1600" dirty="0"/>
                            <a:t>Retourwaarde</a:t>
                          </a:r>
                        </a:p>
                      </a:txBody>
                      <a:tcPr/>
                    </a:tc>
                    <a:tc>
                      <a:txBody>
                        <a:bodyPr/>
                        <a:lstStyle/>
                        <a:p>
                          <a:r>
                            <a:rPr lang="nl-NL" sz="1600" dirty="0"/>
                            <a:t>Resultaat</a:t>
                          </a:r>
                        </a:p>
                      </a:txBody>
                      <a:tcPr/>
                    </a:tc>
                    <a:extLst>
                      <a:ext uri="{0D108BD9-81ED-4DB2-BD59-A6C34878D82A}">
                        <a16:rowId xmlns:a16="http://schemas.microsoft.com/office/drawing/2014/main" val="3537318295"/>
                      </a:ext>
                    </a:extLst>
                  </a:tr>
                  <a:tr h="370840">
                    <a:tc>
                      <a:txBody>
                        <a:bodyPr/>
                        <a:lstStyle/>
                        <a:p>
                          <a:r>
                            <a:rPr lang="nl-NL" sz="1600" dirty="0"/>
                            <a:t>exp2()</a:t>
                          </a:r>
                        </a:p>
                      </a:txBody>
                      <a:tcPr/>
                    </a:tc>
                    <a:tc>
                      <a:txBody>
                        <a:bodyPr/>
                        <a:lstStyle/>
                        <a:p>
                          <a:r>
                            <a:rPr lang="nl-NL" sz="1600" dirty="0"/>
                            <a:t>int of </a:t>
                          </a:r>
                          <a:r>
                            <a:rPr lang="nl-NL" sz="1600" dirty="0" err="1"/>
                            <a:t>float</a:t>
                          </a:r>
                          <a:endParaRPr lang="nl-NL" sz="1600" dirty="0"/>
                        </a:p>
                      </a:txBody>
                      <a:tcPr/>
                    </a:tc>
                    <a:tc>
                      <a:txBody>
                        <a:bodyPr/>
                        <a:lstStyle/>
                        <a:p>
                          <a:r>
                            <a:rPr lang="nl-NL" sz="1600" dirty="0" err="1"/>
                            <a:t>float</a:t>
                          </a:r>
                          <a:endParaRPr lang="nl-NL" sz="1600" dirty="0"/>
                        </a:p>
                      </a:txBody>
                      <a:tcPr/>
                    </a:tc>
                    <a:tc>
                      <a:txBody>
                        <a:bodyPr/>
                        <a:lstStyle/>
                        <a:p>
                          <a:r>
                            <a:rPr lang="nl-NL" sz="1600" dirty="0"/>
                            <a:t>2 ^ x</a:t>
                          </a:r>
                        </a:p>
                      </a:txBody>
                      <a:tcPr/>
                    </a:tc>
                    <a:extLst>
                      <a:ext uri="{0D108BD9-81ED-4DB2-BD59-A6C34878D82A}">
                        <a16:rowId xmlns:a16="http://schemas.microsoft.com/office/drawing/2014/main" val="1429480850"/>
                      </a:ext>
                    </a:extLst>
                  </a:tr>
                  <a:tr h="370840">
                    <a:tc>
                      <a:txBody>
                        <a:bodyPr/>
                        <a:lstStyle/>
                        <a:p>
                          <a:r>
                            <a:rPr lang="nl-NL" sz="1600" dirty="0"/>
                            <a:t>factorial()</a:t>
                          </a:r>
                        </a:p>
                      </a:txBody>
                      <a:tcPr/>
                    </a:tc>
                    <a:tc>
                      <a:txBody>
                        <a:bodyPr/>
                        <a:lstStyle/>
                        <a:p>
                          <a:r>
                            <a:rPr lang="nl-NL" sz="1600" dirty="0"/>
                            <a:t>int</a:t>
                          </a:r>
                        </a:p>
                      </a:txBody>
                      <a:tcPr/>
                    </a:tc>
                    <a:tc>
                      <a:txBody>
                        <a:bodyPr/>
                        <a:lstStyle/>
                        <a:p>
                          <a:r>
                            <a:rPr lang="nl-NL" sz="1600" dirty="0"/>
                            <a:t>int</a:t>
                          </a:r>
                        </a:p>
                      </a:txBody>
                      <a:tcPr/>
                    </a:tc>
                    <a:tc>
                      <a:txBody>
                        <a:bodyPr/>
                        <a:lstStyle/>
                        <a:p>
                          <a:r>
                            <a:rPr lang="nl-NL" sz="1600" dirty="0"/>
                            <a:t>Faculteit x!</a:t>
                          </a:r>
                        </a:p>
                      </a:txBody>
                      <a:tcPr/>
                    </a:tc>
                    <a:extLst>
                      <a:ext uri="{0D108BD9-81ED-4DB2-BD59-A6C34878D82A}">
                        <a16:rowId xmlns:a16="http://schemas.microsoft.com/office/drawing/2014/main" val="872555916"/>
                      </a:ext>
                    </a:extLst>
                  </a:tr>
                  <a:tr h="370840">
                    <a:tc>
                      <a:txBody>
                        <a:bodyPr/>
                        <a:lstStyle/>
                        <a:p>
                          <a:r>
                            <a:rPr lang="nl-NL" sz="1600" dirty="0"/>
                            <a:t>log10()</a:t>
                          </a:r>
                        </a:p>
                      </a:txBody>
                      <a:tcPr/>
                    </a:tc>
                    <a:tc>
                      <a:txBody>
                        <a:bodyPr/>
                        <a:lstStyle/>
                        <a:p>
                          <a:r>
                            <a:rPr lang="nl-NL" sz="1600" dirty="0"/>
                            <a:t>int of </a:t>
                          </a:r>
                          <a:r>
                            <a:rPr lang="nl-NL" sz="1600" dirty="0" err="1"/>
                            <a:t>float</a:t>
                          </a:r>
                          <a:endParaRPr lang="nl-NL" sz="1600" dirty="0"/>
                        </a:p>
                      </a:txBody>
                      <a:tcPr/>
                    </a:tc>
                    <a:tc>
                      <a:txBody>
                        <a:bodyPr/>
                        <a:lstStyle/>
                        <a:p>
                          <a:r>
                            <a:rPr lang="nl-NL" sz="1600" dirty="0" err="1"/>
                            <a:t>float</a:t>
                          </a:r>
                          <a:endParaRPr lang="nl-NL" sz="1600" dirty="0"/>
                        </a:p>
                      </a:txBody>
                      <a:tcPr/>
                    </a:tc>
                    <a:tc>
                      <a:txBody>
                        <a:bodyPr/>
                        <a:lstStyle/>
                        <a:p>
                          <a:r>
                            <a:rPr lang="nl-NL" sz="1600" dirty="0"/>
                            <a:t>10</a:t>
                          </a:r>
                          <a:r>
                            <a:rPr lang="nl-NL" sz="1600" baseline="30000" dirty="0"/>
                            <a:t>e</a:t>
                          </a:r>
                          <a:r>
                            <a:rPr lang="nl-NL" sz="1600" dirty="0"/>
                            <a:t> log van x</a:t>
                          </a:r>
                        </a:p>
                      </a:txBody>
                      <a:tcPr/>
                    </a:tc>
                    <a:extLst>
                      <a:ext uri="{0D108BD9-81ED-4DB2-BD59-A6C34878D82A}">
                        <a16:rowId xmlns:a16="http://schemas.microsoft.com/office/drawing/2014/main" val="530451419"/>
                      </a:ext>
                    </a:extLst>
                  </a:tr>
                  <a:tr h="370840">
                    <a:tc>
                      <a:txBody>
                        <a:bodyPr/>
                        <a:lstStyle/>
                        <a:p>
                          <a:r>
                            <a:rPr lang="nl-NL" sz="1600" dirty="0" err="1"/>
                            <a:t>sqrt</a:t>
                          </a:r>
                          <a:r>
                            <a:rPr lang="nl-NL" sz="1600" dirty="0"/>
                            <a:t>()</a:t>
                          </a:r>
                        </a:p>
                      </a:txBody>
                      <a:tcPr/>
                    </a:tc>
                    <a:tc>
                      <a:txBody>
                        <a:bodyPr/>
                        <a:lstStyle/>
                        <a:p>
                          <a:r>
                            <a:rPr lang="nl-NL" sz="1600" dirty="0"/>
                            <a:t>int of </a:t>
                          </a:r>
                          <a:r>
                            <a:rPr lang="nl-NL" sz="1600" dirty="0" err="1"/>
                            <a:t>float</a:t>
                          </a:r>
                          <a:endParaRPr lang="nl-NL" sz="1600" dirty="0"/>
                        </a:p>
                      </a:txBody>
                      <a:tcPr/>
                    </a:tc>
                    <a:tc>
                      <a:txBody>
                        <a:bodyPr/>
                        <a:lstStyle/>
                        <a:p>
                          <a:r>
                            <a:rPr lang="nl-NL" sz="1600" dirty="0" err="1"/>
                            <a:t>float</a:t>
                          </a:r>
                          <a:endParaRPr lang="nl-NL" sz="1600" dirty="0"/>
                        </a:p>
                      </a:txBody>
                      <a:tcPr/>
                    </a:tc>
                    <a:tc>
                      <a:txBody>
                        <a:bodyPr/>
                        <a:lstStyle/>
                        <a:p>
                          <a:endParaRPr lang="nl-NL"/>
                        </a:p>
                      </a:txBody>
                      <a:tcPr>
                        <a:blipFill>
                          <a:blip r:embed="rId2"/>
                          <a:stretch>
                            <a:fillRect l="-296654" t="-404918" r="-1487" b="-11475"/>
                          </a:stretch>
                        </a:blipFill>
                      </a:tcPr>
                    </a:tc>
                    <a:extLst>
                      <a:ext uri="{0D108BD9-81ED-4DB2-BD59-A6C34878D82A}">
                        <a16:rowId xmlns:a16="http://schemas.microsoft.com/office/drawing/2014/main" val="3726032025"/>
                      </a:ext>
                    </a:extLst>
                  </a:tr>
                </a:tbl>
              </a:graphicData>
            </a:graphic>
          </p:graphicFrame>
        </mc:Fallback>
      </mc:AlternateContent>
      <p:sp>
        <p:nvSpPr>
          <p:cNvPr id="3" name="TextBox 22">
            <a:extLst>
              <a:ext uri="{FF2B5EF4-FFF2-40B4-BE49-F238E27FC236}">
                <a16:creationId xmlns:a16="http://schemas.microsoft.com/office/drawing/2014/main" id="{5171C35C-FA40-2660-FD6A-7B571C765D13}"/>
              </a:ext>
            </a:extLst>
          </p:cNvPr>
          <p:cNvSpPr txBox="1"/>
          <p:nvPr/>
        </p:nvSpPr>
        <p:spPr bwMode="auto">
          <a:xfrm>
            <a:off x="709358" y="6190629"/>
            <a:ext cx="6288208" cy="33855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1600" kern="0" dirty="0">
                <a:solidFill>
                  <a:srgbClr val="294171"/>
                </a:solidFill>
              </a:rPr>
              <a:t>De volledige lijst met functies kan je vinden in de </a:t>
            </a:r>
            <a:r>
              <a:rPr lang="nl-NL" sz="1600" kern="0" dirty="0">
                <a:solidFill>
                  <a:srgbClr val="294171"/>
                </a:solidFill>
                <a:hlinkClick r:id="rId3"/>
              </a:rPr>
              <a:t>Python-documentatie</a:t>
            </a:r>
            <a:endParaRPr lang="nl-NL" sz="1600" kern="0" dirty="0">
              <a:solidFill>
                <a:srgbClr val="294171"/>
              </a:solidFill>
            </a:endParaRPr>
          </a:p>
        </p:txBody>
      </p:sp>
      <p:sp>
        <p:nvSpPr>
          <p:cNvPr id="4" name="Rectangle 1">
            <a:extLst>
              <a:ext uri="{FF2B5EF4-FFF2-40B4-BE49-F238E27FC236}">
                <a16:creationId xmlns:a16="http://schemas.microsoft.com/office/drawing/2014/main" id="{DBF0EA45-46EE-FF8A-6F17-002FAF57EB2C}"/>
              </a:ext>
            </a:extLst>
          </p:cNvPr>
          <p:cNvSpPr>
            <a:spLocks noChangeArrowheads="1"/>
          </p:cNvSpPr>
          <p:nvPr/>
        </p:nvSpPr>
        <p:spPr bwMode="auto">
          <a:xfrm>
            <a:off x="8834398" y="2102400"/>
            <a:ext cx="2880000" cy="2308324"/>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lvl="0" eaLnBrk="0" fontAlgn="base" hangingPunct="0">
              <a:spcBef>
                <a:spcPct val="0"/>
              </a:spcBef>
              <a:spcAft>
                <a:spcPct val="0"/>
              </a:spcAft>
            </a:pPr>
            <a:r>
              <a:rPr kumimoji="0" lang="nl-NL" altLang="nl-NL" sz="1600" b="0" i="0" u="none" strike="noStrike" cap="none" normalizeH="0" baseline="0" dirty="0">
                <a:ln>
                  <a:noFill/>
                </a:ln>
                <a:solidFill>
                  <a:srgbClr val="CF8E6D"/>
                </a:solidFill>
                <a:effectLst/>
                <a:latin typeface="JetBrains Mono"/>
              </a:rPr>
              <a:t>import </a:t>
            </a:r>
            <a:r>
              <a:rPr kumimoji="0" lang="nl-NL" altLang="nl-NL" sz="1600" b="0" i="0" u="none" strike="noStrike" cap="none" normalizeH="0" baseline="0" dirty="0" err="1">
                <a:ln>
                  <a:noFill/>
                </a:ln>
                <a:solidFill>
                  <a:srgbClr val="BCBEC4"/>
                </a:solidFill>
                <a:effectLst/>
                <a:latin typeface="JetBrains Mono"/>
              </a:rPr>
              <a:t>math</a:t>
            </a:r>
            <a:br>
              <a:rPr kumimoji="0" lang="nl-NL" altLang="nl-NL" sz="1600" b="0" i="0" u="none" strike="noStrike" cap="none" normalizeH="0" baseline="0" dirty="0">
                <a:ln>
                  <a:noFill/>
                </a:ln>
                <a:solidFill>
                  <a:srgbClr val="BCBEC4"/>
                </a:solidFill>
                <a:effectLst/>
                <a:latin typeface="JetBrains Mono"/>
              </a:rPr>
            </a:b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x1 = math.exp2(</a:t>
            </a:r>
            <a:r>
              <a:rPr kumimoji="0" lang="nl-NL" altLang="nl-NL" sz="1600" b="0" i="0" u="none" strike="noStrike" cap="none" normalizeH="0" baseline="0" dirty="0">
                <a:ln>
                  <a:noFill/>
                </a:ln>
                <a:solidFill>
                  <a:srgbClr val="2AACB8"/>
                </a:solidFill>
                <a:effectLst/>
                <a:latin typeface="JetBrains Mono"/>
              </a:rPr>
              <a:t>4</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x2 = </a:t>
            </a:r>
            <a:r>
              <a:rPr kumimoji="0" lang="nl-NL" altLang="nl-NL" sz="1600" b="0" i="0" u="none" strike="noStrike" cap="none" normalizeH="0" baseline="0" dirty="0" err="1">
                <a:ln>
                  <a:noFill/>
                </a:ln>
                <a:solidFill>
                  <a:srgbClr val="BCBEC4"/>
                </a:solidFill>
                <a:effectLst/>
                <a:latin typeface="JetBrains Mono"/>
              </a:rPr>
              <a:t>math.factorial</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a:ln>
                  <a:noFill/>
                </a:ln>
                <a:solidFill>
                  <a:srgbClr val="2AACB8"/>
                </a:solidFill>
                <a:effectLst/>
                <a:latin typeface="JetBrains Mono"/>
              </a:rPr>
              <a:t>4</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x3 = math.log10(</a:t>
            </a:r>
            <a:r>
              <a:rPr kumimoji="0" lang="nl-NL" altLang="nl-NL" sz="1600" b="0" i="0" u="none" strike="noStrike" cap="none" normalizeH="0" baseline="0" dirty="0">
                <a:ln>
                  <a:noFill/>
                </a:ln>
                <a:solidFill>
                  <a:srgbClr val="2AACB8"/>
                </a:solidFill>
                <a:effectLst/>
                <a:latin typeface="JetBrains Mono"/>
              </a:rPr>
              <a:t>100</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x4 = </a:t>
            </a:r>
            <a:r>
              <a:rPr kumimoji="0" lang="nl-NL" altLang="nl-NL" sz="1600" b="0" i="0" u="none" strike="noStrike" cap="none" normalizeH="0" baseline="0" dirty="0" err="1">
                <a:ln>
                  <a:noFill/>
                </a:ln>
                <a:solidFill>
                  <a:srgbClr val="BCBEC4"/>
                </a:solidFill>
                <a:effectLst/>
                <a:latin typeface="JetBrains Mono"/>
              </a:rPr>
              <a:t>math.sqrt</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a:ln>
                  <a:noFill/>
                </a:ln>
                <a:solidFill>
                  <a:srgbClr val="2AACB8"/>
                </a:solidFill>
                <a:effectLst/>
                <a:latin typeface="JetBrains Mono"/>
              </a:rPr>
              <a:t>8</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endParaRPr kumimoji="0" lang="nl-NL" altLang="nl-NL" sz="1600" b="0" i="0" u="none" strike="noStrike" cap="none" normalizeH="0" baseline="0" dirty="0">
              <a:ln>
                <a:noFill/>
              </a:ln>
              <a:solidFill>
                <a:srgbClr val="BCBEC4"/>
              </a:solidFill>
              <a:effectLst/>
              <a:latin typeface="JetBrains Mono"/>
            </a:endParaRPr>
          </a:p>
          <a:p>
            <a:pPr lvl="0" eaLnBrk="0" fontAlgn="base" hangingPunct="0">
              <a:spcBef>
                <a:spcPct val="0"/>
              </a:spcBef>
              <a:spcAft>
                <a:spcPct val="0"/>
              </a:spcAft>
            </a:pPr>
            <a:r>
              <a:rPr lang="nl-NL" altLang="nl-NL" sz="1600" dirty="0">
                <a:solidFill>
                  <a:srgbClr val="8888C6"/>
                </a:solidFill>
                <a:latin typeface="JetBrains Mono"/>
              </a:rPr>
              <a:t>print</a:t>
            </a:r>
            <a:r>
              <a:rPr lang="nl-NL" altLang="nl-NL" sz="1600" dirty="0">
                <a:solidFill>
                  <a:srgbClr val="BCBEC4"/>
                </a:solidFill>
                <a:latin typeface="JetBrains Mono"/>
              </a:rPr>
              <a:t>(x1, x2, x3, x4, </a:t>
            </a:r>
            <a:r>
              <a:rPr lang="nl-NL" altLang="nl-NL" sz="1600" dirty="0">
                <a:solidFill>
                  <a:srgbClr val="AA4926"/>
                </a:solidFill>
                <a:latin typeface="JetBrains Mono"/>
              </a:rPr>
              <a:t>sep</a:t>
            </a:r>
            <a:r>
              <a:rPr lang="nl-NL" altLang="nl-NL" sz="1600" dirty="0">
                <a:solidFill>
                  <a:srgbClr val="BCBEC4"/>
                </a:solidFill>
                <a:latin typeface="JetBrains Mono"/>
              </a:rPr>
              <a:t>=</a:t>
            </a:r>
            <a:r>
              <a:rPr lang="nl-NL" altLang="nl-NL" sz="1600" dirty="0">
                <a:solidFill>
                  <a:srgbClr val="6AAB73"/>
                </a:solidFill>
                <a:latin typeface="JetBrains Mono"/>
              </a:rPr>
              <a:t>"</a:t>
            </a:r>
            <a:r>
              <a:rPr lang="nl-NL" altLang="nl-NL" sz="1600" dirty="0">
                <a:solidFill>
                  <a:srgbClr val="CF8E6D"/>
                </a:solidFill>
                <a:latin typeface="JetBrains Mono"/>
              </a:rPr>
              <a:t>\n</a:t>
            </a:r>
            <a:r>
              <a:rPr lang="nl-NL" altLang="nl-NL" sz="1600" dirty="0">
                <a:solidFill>
                  <a:srgbClr val="6AAB73"/>
                </a:solidFill>
                <a:latin typeface="JetBrains Mono"/>
              </a:rPr>
              <a:t>"</a:t>
            </a:r>
            <a:r>
              <a:rPr lang="nl-NL" altLang="nl-NL" sz="1600" dirty="0">
                <a:solidFill>
                  <a:srgbClr val="BCBEC4"/>
                </a:solidFill>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8888C6"/>
                </a:solidFill>
                <a:effectLst/>
                <a:latin typeface="JetBrains Mono"/>
              </a:rPr>
              <a:t>print</a:t>
            </a:r>
            <a:r>
              <a:rPr kumimoji="0" lang="nl-NL" altLang="nl-NL" sz="1600" b="0" i="0" u="none" strike="noStrike" cap="none" normalizeH="0" baseline="0" dirty="0">
                <a:ln>
                  <a:noFill/>
                </a:ln>
                <a:solidFill>
                  <a:srgbClr val="BCBEC4"/>
                </a:solidFill>
                <a:effectLst/>
                <a:latin typeface="JetBrains Mono"/>
              </a:rPr>
              <a:t>(</a:t>
            </a:r>
            <a:r>
              <a:rPr lang="nl-NL" altLang="nl-NL" sz="1600" dirty="0" err="1">
                <a:solidFill>
                  <a:srgbClr val="BCBEC4"/>
                </a:solidFill>
                <a:latin typeface="JetBrains Mono"/>
              </a:rPr>
              <a:t>math.pi</a:t>
            </a:r>
            <a:r>
              <a:rPr kumimoji="0" lang="nl-NL" altLang="nl-NL" sz="1600" b="0" i="0" u="none" strike="noStrike" cap="none" normalizeH="0" baseline="0" dirty="0">
                <a:ln>
                  <a:noFill/>
                </a:ln>
                <a:solidFill>
                  <a:srgbClr val="BCBEC4"/>
                </a:solidFill>
                <a:effectLst/>
                <a:latin typeface="JetBrains Mono"/>
              </a:rPr>
              <a:t>)</a:t>
            </a:r>
            <a:endParaRPr kumimoji="0" lang="nl-NL" altLang="nl-NL" sz="3600" b="0" i="0" u="none" strike="noStrike" cap="none" normalizeH="0" baseline="0" dirty="0">
              <a:ln>
                <a:noFill/>
              </a:ln>
              <a:solidFill>
                <a:schemeClr val="tx1"/>
              </a:solidFill>
              <a:effectLst/>
              <a:latin typeface="Arial" panose="020B0604020202020204" pitchFamily="34" charset="0"/>
            </a:endParaRPr>
          </a:p>
        </p:txBody>
      </p:sp>
      <p:grpSp>
        <p:nvGrpSpPr>
          <p:cNvPr id="5" name="Groep 4">
            <a:extLst>
              <a:ext uri="{FF2B5EF4-FFF2-40B4-BE49-F238E27FC236}">
                <a16:creationId xmlns:a16="http://schemas.microsoft.com/office/drawing/2014/main" id="{D4DF3310-284B-104B-3472-565F9E20330F}"/>
              </a:ext>
            </a:extLst>
          </p:cNvPr>
          <p:cNvGrpSpPr/>
          <p:nvPr/>
        </p:nvGrpSpPr>
        <p:grpSpPr>
          <a:xfrm>
            <a:off x="8835415" y="4726940"/>
            <a:ext cx="2878983" cy="1720293"/>
            <a:chOff x="6222079" y="5499300"/>
            <a:chExt cx="2137584" cy="2112182"/>
          </a:xfrm>
        </p:grpSpPr>
        <p:sp>
          <p:nvSpPr>
            <p:cNvPr id="6" name="Tekstvak 5">
              <a:extLst>
                <a:ext uri="{FF2B5EF4-FFF2-40B4-BE49-F238E27FC236}">
                  <a16:creationId xmlns:a16="http://schemas.microsoft.com/office/drawing/2014/main" id="{E0DD721D-30B7-5AEA-F4EE-FE3BD4E6AF28}"/>
                </a:ext>
              </a:extLst>
            </p:cNvPr>
            <p:cNvSpPr txBox="1"/>
            <p:nvPr/>
          </p:nvSpPr>
          <p:spPr>
            <a:xfrm>
              <a:off x="6222079" y="5643185"/>
              <a:ext cx="2137584" cy="1968297"/>
            </a:xfrm>
            <a:prstGeom prst="rect">
              <a:avLst/>
            </a:prstGeom>
            <a:solidFill>
              <a:schemeClr val="bg1"/>
            </a:solidFill>
            <a:ln>
              <a:solidFill>
                <a:schemeClr val="accent1"/>
              </a:solidFill>
            </a:ln>
          </p:spPr>
          <p:txBody>
            <a:bodyPr wrap="square" lIns="108000" tIns="144000" rIns="108000" bIns="72000">
              <a:spAutoFit/>
            </a:bodyPr>
            <a:lstStyle/>
            <a:p>
              <a:r>
                <a:rPr lang="nl-NL" dirty="0"/>
                <a:t>16.0</a:t>
              </a:r>
            </a:p>
            <a:p>
              <a:r>
                <a:rPr lang="nl-NL" dirty="0"/>
                <a:t>24</a:t>
              </a:r>
            </a:p>
            <a:p>
              <a:r>
                <a:rPr lang="nl-NL" dirty="0"/>
                <a:t>2.0</a:t>
              </a:r>
            </a:p>
            <a:p>
              <a:r>
                <a:rPr lang="nl-NL" dirty="0"/>
                <a:t>2.8284271247461903</a:t>
              </a:r>
            </a:p>
            <a:p>
              <a:r>
                <a:rPr lang="nl-NL" dirty="0"/>
                <a:t>3.141592653589793</a:t>
              </a:r>
            </a:p>
          </p:txBody>
        </p:sp>
        <p:sp>
          <p:nvSpPr>
            <p:cNvPr id="7" name="Tekstvak 6">
              <a:extLst>
                <a:ext uri="{FF2B5EF4-FFF2-40B4-BE49-F238E27FC236}">
                  <a16:creationId xmlns:a16="http://schemas.microsoft.com/office/drawing/2014/main" id="{0457B99C-A02B-4786-2054-F97301A355BF}"/>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98746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253F0B-C90E-448C-8D0A-747E44F477D4}"/>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Oefening</a:t>
            </a:r>
            <a:endParaRPr kumimoji="0" lang="en-US" sz="2000" b="0" i="0" u="none" strike="noStrike" kern="0" cap="none" spc="0" normalizeH="0" baseline="0" noProof="0" dirty="0">
              <a:ln>
                <a:noFill/>
              </a:ln>
              <a:solidFill>
                <a:prstClr val="black"/>
              </a:solidFill>
              <a:effectLst/>
              <a:uLnTx/>
              <a:uFillTx/>
            </a:endParaRPr>
          </a:p>
        </p:txBody>
      </p:sp>
      <p:sp>
        <p:nvSpPr>
          <p:cNvPr id="6" name="TextBox 4">
            <a:extLst>
              <a:ext uri="{FF2B5EF4-FFF2-40B4-BE49-F238E27FC236}">
                <a16:creationId xmlns:a16="http://schemas.microsoft.com/office/drawing/2014/main" id="{4D0A861C-3CC4-446E-92EA-D56C92FBC094}"/>
              </a:ext>
            </a:extLst>
          </p:cNvPr>
          <p:cNvSpPr txBox="1"/>
          <p:nvPr/>
        </p:nvSpPr>
        <p:spPr bwMode="auto">
          <a:xfrm>
            <a:off x="7846240" y="3858271"/>
            <a:ext cx="4016358" cy="2677656"/>
          </a:xfrm>
          <a:prstGeom prst="rect">
            <a:avLst/>
          </a:prstGeom>
          <a:solidFill>
            <a:sysClr val="window" lastClr="FFFFFF"/>
          </a:solidFill>
          <a:ln w="38100" cap="flat" cmpd="sng" algn="ctr">
            <a:solidFill>
              <a:sysClr val="windowText" lastClr="000000"/>
            </a:solidFill>
            <a:prstDash val="solid"/>
            <a:roun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prstTxWarp prst="textNoShape">
              <a:avLst/>
            </a:prstTxWarp>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 math.sqrt(3**2+4**2)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endPar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5.0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 (math.sqrt(3**2+4**2) == 5)</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endPar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True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math.pi</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*10**2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endPar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314.1592653589793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 (2*5**2 &lt; 7**2)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c</a:t>
            </a:r>
            <a:endPar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False</a:t>
            </a:r>
            <a:endParaRPr kumimoji="0" lang="en-US" sz="1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
        <p:nvSpPr>
          <p:cNvPr id="7" name="Rectangle 5">
            <a:extLst>
              <a:ext uri="{FF2B5EF4-FFF2-40B4-BE49-F238E27FC236}">
                <a16:creationId xmlns:a16="http://schemas.microsoft.com/office/drawing/2014/main" id="{9F4FA5DE-24BA-436F-AF4F-815ED924F54F}"/>
              </a:ext>
            </a:extLst>
          </p:cNvPr>
          <p:cNvSpPr/>
          <p:nvPr/>
        </p:nvSpPr>
        <p:spPr>
          <a:xfrm>
            <a:off x="437982" y="1660901"/>
            <a:ext cx="9620418" cy="3477875"/>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nl-NL" sz="2000" b="0" i="0" u="none" strike="noStrike" kern="0" cap="none" spc="0" normalizeH="0" baseline="0" noProof="0" dirty="0">
                <a:ln>
                  <a:noFill/>
                </a:ln>
                <a:solidFill>
                  <a:srgbClr val="294171"/>
                </a:solidFill>
                <a:effectLst/>
                <a:uLnTx/>
                <a:uFillTx/>
              </a:rPr>
              <a:t>Schrijf Python expressies die steeds aan variabele c de volgende waarden toekent:</a:t>
            </a:r>
          </a:p>
          <a:p>
            <a:pPr marL="0" marR="0" lvl="0" indent="0" defTabSz="914400" eaLnBrk="1" fontAlgn="base" latinLnBrk="0" hangingPunct="1">
              <a:lnSpc>
                <a:spcPct val="100000"/>
              </a:lnSpc>
              <a:spcBef>
                <a:spcPct val="0"/>
              </a:spcBef>
              <a:spcAft>
                <a:spcPct val="0"/>
              </a:spcAft>
              <a:buClrTx/>
              <a:buSzTx/>
              <a:buFontTx/>
              <a:buNone/>
              <a:tabLst/>
              <a:defRPr/>
            </a:pPr>
            <a:endParaRPr kumimoji="0" lang="nl-NL" sz="2000" b="0" i="0" u="none" strike="noStrike" kern="0" cap="none" spc="0" normalizeH="0" baseline="0" noProof="0" dirty="0">
              <a:ln>
                <a:noFill/>
              </a:ln>
              <a:solidFill>
                <a:srgbClr val="294171"/>
              </a:solidFill>
              <a:effectLst/>
              <a:uLnTx/>
              <a:uFillTx/>
            </a:endParaRPr>
          </a:p>
          <a:p>
            <a:pPr marL="800100" marR="0" lvl="1" indent="-342900" defTabSz="914400" eaLnBrk="1" fontAlgn="base" latinLnBrk="0" hangingPunct="1">
              <a:lnSpc>
                <a:spcPct val="100000"/>
              </a:lnSpc>
              <a:spcBef>
                <a:spcPct val="0"/>
              </a:spcBef>
              <a:spcAft>
                <a:spcPct val="0"/>
              </a:spcAft>
              <a:buClr>
                <a:srgbClr val="294171"/>
              </a:buClr>
              <a:buSzTx/>
              <a:buFont typeface="+mj-lt"/>
              <a:buAutoNum type="alphaLcParenR"/>
              <a:tabLst/>
              <a:defRPr/>
            </a:pPr>
            <a:r>
              <a:rPr kumimoji="0" lang="nl-NL" sz="1800" b="0" i="0" u="none" strike="noStrike" kern="0" cap="none" spc="0" normalizeH="0" baseline="0" noProof="0" dirty="0">
                <a:ln>
                  <a:noFill/>
                </a:ln>
                <a:solidFill>
                  <a:prstClr val="black"/>
                </a:solidFill>
                <a:effectLst/>
                <a:uLnTx/>
                <a:uFillTx/>
              </a:rPr>
              <a:t>De lengte van de schuine zijde in een rechte driehoek, </a:t>
            </a:r>
            <a:br>
              <a:rPr kumimoji="0" lang="nl-NL" sz="1800" b="0" i="0" u="none" strike="noStrike" kern="0" cap="none" spc="0" normalizeH="0" baseline="0" noProof="0" dirty="0">
                <a:ln>
                  <a:noFill/>
                </a:ln>
                <a:solidFill>
                  <a:prstClr val="black"/>
                </a:solidFill>
                <a:effectLst/>
                <a:uLnTx/>
                <a:uFillTx/>
              </a:rPr>
            </a:br>
            <a:r>
              <a:rPr kumimoji="0" lang="nl-NL" sz="1800" b="0" i="0" u="none" strike="noStrike" kern="0" cap="none" spc="0" normalizeH="0" baseline="0" noProof="0" dirty="0">
                <a:ln>
                  <a:noFill/>
                </a:ln>
                <a:solidFill>
                  <a:prstClr val="black"/>
                </a:solidFill>
                <a:effectLst/>
                <a:uLnTx/>
                <a:uFillTx/>
              </a:rPr>
              <a:t>waar</a:t>
            </a:r>
            <a:r>
              <a:rPr lang="nl-NL" kern="0" dirty="0">
                <a:solidFill>
                  <a:prstClr val="black"/>
                </a:solidFill>
              </a:rPr>
              <a:t>van de beide overige zijden 3 en 4 is</a:t>
            </a:r>
            <a:br>
              <a:rPr lang="nl-NL" kern="0" dirty="0">
                <a:solidFill>
                  <a:prstClr val="black"/>
                </a:solidFill>
              </a:rPr>
            </a:br>
            <a:endParaRPr kumimoji="0" lang="nl-NL" sz="1800" b="0" i="0" u="none" strike="noStrike" kern="0" cap="none" spc="0" normalizeH="0" baseline="0" noProof="0" dirty="0">
              <a:ln>
                <a:noFill/>
              </a:ln>
              <a:solidFill>
                <a:prstClr val="black"/>
              </a:solidFill>
              <a:effectLst/>
              <a:uLnTx/>
              <a:uFillTx/>
            </a:endParaRPr>
          </a:p>
          <a:p>
            <a:pPr marL="800100" marR="0" lvl="1" indent="-342900" defTabSz="914400" eaLnBrk="1" fontAlgn="base" latinLnBrk="0" hangingPunct="1">
              <a:lnSpc>
                <a:spcPct val="100000"/>
              </a:lnSpc>
              <a:spcBef>
                <a:spcPct val="0"/>
              </a:spcBef>
              <a:spcAft>
                <a:spcPct val="0"/>
              </a:spcAft>
              <a:buClr>
                <a:srgbClr val="294171"/>
              </a:buClr>
              <a:buSzTx/>
              <a:buFont typeface="+mj-lt"/>
              <a:buAutoNum type="alphaLcParenR"/>
              <a:tabLst/>
              <a:defRPr/>
            </a:pPr>
            <a:r>
              <a:rPr kumimoji="0" lang="nl-NL" sz="1800" b="0" i="0" u="none" strike="noStrike" kern="0" cap="none" spc="0" normalizeH="0" baseline="0" noProof="0" dirty="0">
                <a:ln>
                  <a:noFill/>
                </a:ln>
                <a:solidFill>
                  <a:prstClr val="black"/>
                </a:solidFill>
                <a:effectLst/>
                <a:uLnTx/>
                <a:uFillTx/>
              </a:rPr>
              <a:t>De waarde van de booleaanse expressie die evalueert of de lengte van de schuine zijde 5 is</a:t>
            </a:r>
            <a:br>
              <a:rPr kumimoji="0" lang="nl-NL" sz="1800" b="0" i="0" u="none" strike="noStrike" kern="0" cap="none" spc="0" normalizeH="0" baseline="0" noProof="0" dirty="0">
                <a:ln>
                  <a:noFill/>
                </a:ln>
                <a:solidFill>
                  <a:prstClr val="black"/>
                </a:solidFill>
                <a:effectLst/>
                <a:uLnTx/>
                <a:uFillTx/>
              </a:rPr>
            </a:br>
            <a:endParaRPr kumimoji="0" lang="nl-NL" sz="1800" b="0" i="0" u="none" strike="noStrike" kern="0" cap="none" spc="0" normalizeH="0" baseline="0" noProof="0" dirty="0">
              <a:ln>
                <a:noFill/>
              </a:ln>
              <a:solidFill>
                <a:prstClr val="black"/>
              </a:solidFill>
              <a:effectLst/>
              <a:uLnTx/>
              <a:uFillTx/>
            </a:endParaRPr>
          </a:p>
          <a:p>
            <a:pPr marL="800100" marR="0" lvl="1" indent="-342900" defTabSz="914400" eaLnBrk="1" fontAlgn="base" latinLnBrk="0" hangingPunct="1">
              <a:lnSpc>
                <a:spcPct val="100000"/>
              </a:lnSpc>
              <a:spcBef>
                <a:spcPct val="0"/>
              </a:spcBef>
              <a:spcAft>
                <a:spcPct val="0"/>
              </a:spcAft>
              <a:buClr>
                <a:srgbClr val="294171"/>
              </a:buClr>
              <a:buSzTx/>
              <a:buFont typeface="+mj-lt"/>
              <a:buAutoNum type="alphaLcParenR"/>
              <a:tabLst/>
              <a:defRPr/>
            </a:pPr>
            <a:r>
              <a:rPr kumimoji="0" lang="nl-NL" sz="1800" b="0" i="0" u="none" strike="noStrike" kern="0" cap="none" spc="0" normalizeH="0" baseline="0" noProof="0" dirty="0">
                <a:ln>
                  <a:noFill/>
                </a:ln>
                <a:solidFill>
                  <a:prstClr val="black"/>
                </a:solidFill>
                <a:effectLst/>
                <a:uLnTx/>
                <a:uFillTx/>
              </a:rPr>
              <a:t>De oppervlakte van een cirkel met radius 10</a:t>
            </a:r>
            <a:br>
              <a:rPr kumimoji="0" lang="nl-NL" sz="1800" b="0" i="0" u="none" strike="noStrike" kern="0" cap="none" spc="0" normalizeH="0" baseline="0" noProof="0" dirty="0">
                <a:ln>
                  <a:noFill/>
                </a:ln>
                <a:solidFill>
                  <a:prstClr val="black"/>
                </a:solidFill>
                <a:effectLst/>
                <a:uLnTx/>
                <a:uFillTx/>
              </a:rPr>
            </a:br>
            <a:endParaRPr kumimoji="0" lang="nl-NL" sz="1800" b="0" i="0" u="none" strike="noStrike" kern="0" cap="none" spc="0" normalizeH="0" baseline="0" noProof="0" dirty="0">
              <a:ln>
                <a:noFill/>
              </a:ln>
              <a:solidFill>
                <a:prstClr val="black"/>
              </a:solidFill>
              <a:effectLst/>
              <a:uLnTx/>
              <a:uFillTx/>
            </a:endParaRPr>
          </a:p>
          <a:p>
            <a:pPr marL="800100" marR="0" lvl="1" indent="-342900" defTabSz="914400" eaLnBrk="1" fontAlgn="base" latinLnBrk="0" hangingPunct="1">
              <a:lnSpc>
                <a:spcPct val="100000"/>
              </a:lnSpc>
              <a:spcBef>
                <a:spcPct val="0"/>
              </a:spcBef>
              <a:spcAft>
                <a:spcPct val="0"/>
              </a:spcAft>
              <a:buClr>
                <a:srgbClr val="294171"/>
              </a:buClr>
              <a:buSzTx/>
              <a:buFont typeface="+mj-lt"/>
              <a:buAutoNum type="alphaLcParenR"/>
              <a:tabLst/>
              <a:defRPr/>
            </a:pPr>
            <a:r>
              <a:rPr lang="nl-NL" kern="0" dirty="0">
                <a:solidFill>
                  <a:prstClr val="black"/>
                </a:solidFill>
              </a:rPr>
              <a:t>De waarde van de booleaanse expressie die checkt of </a:t>
            </a:r>
            <a:r>
              <a:rPr kumimoji="0" lang="nl-NL" sz="1800" b="0" i="0" u="none" strike="noStrike" kern="0" cap="none" spc="0" normalizeH="0" baseline="0" noProof="0" dirty="0">
                <a:ln>
                  <a:noFill/>
                </a:ln>
                <a:solidFill>
                  <a:prstClr val="black"/>
                </a:solidFill>
                <a:effectLst/>
                <a:uLnTx/>
                <a:uFillTx/>
              </a:rPr>
              <a:t>punt </a:t>
            </a:r>
            <a:br>
              <a:rPr kumimoji="0" lang="nl-NL" sz="1800" b="0" i="0" u="none" strike="noStrike" kern="0" cap="none" spc="0" normalizeH="0" baseline="0" noProof="0" dirty="0">
                <a:ln>
                  <a:noFill/>
                </a:ln>
                <a:solidFill>
                  <a:prstClr val="black"/>
                </a:solidFill>
                <a:effectLst/>
                <a:uLnTx/>
                <a:uFillTx/>
              </a:rPr>
            </a:br>
            <a:r>
              <a:rPr kumimoji="0" lang="nl-NL" sz="1800" b="0" i="0" u="none" strike="noStrike" kern="0" cap="none" spc="0" normalizeH="0" baseline="0" noProof="0" dirty="0">
                <a:ln>
                  <a:noFill/>
                </a:ln>
                <a:solidFill>
                  <a:prstClr val="black"/>
                </a:solidFill>
                <a:effectLst/>
                <a:uLnTx/>
                <a:uFillTx/>
              </a:rPr>
              <a:t>met coördinaten (5, 5) binnen een cirkel met als centrum </a:t>
            </a:r>
            <a:br>
              <a:rPr kumimoji="0" lang="nl-NL" sz="1800" b="0" i="0" u="none" strike="noStrike" kern="0" cap="none" spc="0" normalizeH="0" baseline="0" noProof="0" dirty="0">
                <a:ln>
                  <a:noFill/>
                </a:ln>
                <a:solidFill>
                  <a:prstClr val="black"/>
                </a:solidFill>
                <a:effectLst/>
                <a:uLnTx/>
                <a:uFillTx/>
              </a:rPr>
            </a:br>
            <a:r>
              <a:rPr kumimoji="0" lang="nl-NL" sz="1800" b="0" i="0" u="none" strike="noStrike" kern="0" cap="none" spc="0" normalizeH="0" baseline="0" noProof="0" dirty="0">
                <a:ln>
                  <a:noFill/>
                </a:ln>
                <a:solidFill>
                  <a:prstClr val="black"/>
                </a:solidFill>
                <a:effectLst/>
                <a:uLnTx/>
                <a:uFillTx/>
              </a:rPr>
              <a:t>(0,0) en radius 7 valt</a:t>
            </a:r>
          </a:p>
        </p:txBody>
      </p:sp>
    </p:spTree>
    <p:extLst>
      <p:ext uri="{BB962C8B-B14F-4D97-AF65-F5344CB8AC3E}">
        <p14:creationId xmlns:p14="http://schemas.microsoft.com/office/powerpoint/2010/main" val="47949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7" name="Rechte verbindingslijn 26">
            <a:extLst>
              <a:ext uri="{FF2B5EF4-FFF2-40B4-BE49-F238E27FC236}">
                <a16:creationId xmlns:a16="http://schemas.microsoft.com/office/drawing/2014/main" id="{FFA32278-9767-4683-BF41-1590D125BBC3}"/>
              </a:ext>
            </a:extLst>
          </p:cNvPr>
          <p:cNvCxnSpPr>
            <a:cxnSpLocks/>
          </p:cNvCxnSpPr>
          <p:nvPr/>
        </p:nvCxnSpPr>
        <p:spPr>
          <a:xfrm>
            <a:off x="7208096" y="3017722"/>
            <a:ext cx="0" cy="82695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Rechte verbindingslijn 27">
            <a:extLst>
              <a:ext uri="{FF2B5EF4-FFF2-40B4-BE49-F238E27FC236}">
                <a16:creationId xmlns:a16="http://schemas.microsoft.com/office/drawing/2014/main" id="{64003806-0313-448F-9B52-7D8AFE034C9E}"/>
              </a:ext>
            </a:extLst>
          </p:cNvPr>
          <p:cNvCxnSpPr/>
          <p:nvPr/>
        </p:nvCxnSpPr>
        <p:spPr>
          <a:xfrm>
            <a:off x="2094997" y="4293047"/>
            <a:ext cx="30703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Rechte verbindingslijn 28">
            <a:extLst>
              <a:ext uri="{FF2B5EF4-FFF2-40B4-BE49-F238E27FC236}">
                <a16:creationId xmlns:a16="http://schemas.microsoft.com/office/drawing/2014/main" id="{EA73C8F4-2053-4EF7-BE75-5B2B3BF77A45}"/>
              </a:ext>
            </a:extLst>
          </p:cNvPr>
          <p:cNvCxnSpPr>
            <a:cxnSpLocks/>
          </p:cNvCxnSpPr>
          <p:nvPr/>
        </p:nvCxnSpPr>
        <p:spPr>
          <a:xfrm rot="5400000">
            <a:off x="571716" y="2769766"/>
            <a:ext cx="30703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Ovaal 29">
            <a:extLst>
              <a:ext uri="{FF2B5EF4-FFF2-40B4-BE49-F238E27FC236}">
                <a16:creationId xmlns:a16="http://schemas.microsoft.com/office/drawing/2014/main" id="{032F0ADD-6AC1-4359-A801-572CF7B9E0D1}"/>
              </a:ext>
            </a:extLst>
          </p:cNvPr>
          <p:cNvSpPr/>
          <p:nvPr/>
        </p:nvSpPr>
        <p:spPr>
          <a:xfrm>
            <a:off x="846902" y="3044953"/>
            <a:ext cx="2520000" cy="25200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ln w="0"/>
              <a:solidFill>
                <a:schemeClr val="tx1"/>
              </a:solidFill>
              <a:effectLst>
                <a:outerShdw blurRad="38100" dist="19050" dir="2700000" algn="tl" rotWithShape="0">
                  <a:schemeClr val="dk1">
                    <a:alpha val="40000"/>
                  </a:schemeClr>
                </a:outerShdw>
              </a:effectLst>
            </a:endParaRPr>
          </a:p>
        </p:txBody>
      </p:sp>
      <p:sp>
        <p:nvSpPr>
          <p:cNvPr id="31" name="Tekstvak 30">
            <a:extLst>
              <a:ext uri="{FF2B5EF4-FFF2-40B4-BE49-F238E27FC236}">
                <a16:creationId xmlns:a16="http://schemas.microsoft.com/office/drawing/2014/main" id="{46207930-3449-43B3-8FE0-EE5CEF2B759F}"/>
              </a:ext>
            </a:extLst>
          </p:cNvPr>
          <p:cNvSpPr txBox="1"/>
          <p:nvPr/>
        </p:nvSpPr>
        <p:spPr bwMode="auto">
          <a:xfrm>
            <a:off x="1883398" y="4312267"/>
            <a:ext cx="508473"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0,0</a:t>
            </a:r>
          </a:p>
        </p:txBody>
      </p:sp>
      <p:sp>
        <p:nvSpPr>
          <p:cNvPr id="32" name="Tekstvak 31">
            <a:extLst>
              <a:ext uri="{FF2B5EF4-FFF2-40B4-BE49-F238E27FC236}">
                <a16:creationId xmlns:a16="http://schemas.microsoft.com/office/drawing/2014/main" id="{659C9AA4-0C46-41DB-ADD9-CAD30C030CB8}"/>
              </a:ext>
            </a:extLst>
          </p:cNvPr>
          <p:cNvSpPr txBox="1"/>
          <p:nvPr/>
        </p:nvSpPr>
        <p:spPr bwMode="auto">
          <a:xfrm>
            <a:off x="3101024" y="4304952"/>
            <a:ext cx="508473"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7,0</a:t>
            </a:r>
          </a:p>
        </p:txBody>
      </p:sp>
      <p:sp>
        <p:nvSpPr>
          <p:cNvPr id="33" name="Tekstvak 32">
            <a:extLst>
              <a:ext uri="{FF2B5EF4-FFF2-40B4-BE49-F238E27FC236}">
                <a16:creationId xmlns:a16="http://schemas.microsoft.com/office/drawing/2014/main" id="{1E4C98D5-92DB-43E9-A4AE-8F643B987501}"/>
              </a:ext>
            </a:extLst>
          </p:cNvPr>
          <p:cNvSpPr txBox="1"/>
          <p:nvPr/>
        </p:nvSpPr>
        <p:spPr bwMode="auto">
          <a:xfrm>
            <a:off x="1598429" y="2657793"/>
            <a:ext cx="508473"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0,7</a:t>
            </a:r>
          </a:p>
        </p:txBody>
      </p:sp>
      <p:cxnSp>
        <p:nvCxnSpPr>
          <p:cNvPr id="34" name="Rechte verbindingslijn 33">
            <a:extLst>
              <a:ext uri="{FF2B5EF4-FFF2-40B4-BE49-F238E27FC236}">
                <a16:creationId xmlns:a16="http://schemas.microsoft.com/office/drawing/2014/main" id="{95492F70-5277-4CC3-90B0-786FB184D80A}"/>
              </a:ext>
            </a:extLst>
          </p:cNvPr>
          <p:cNvCxnSpPr>
            <a:cxnSpLocks/>
          </p:cNvCxnSpPr>
          <p:nvPr/>
        </p:nvCxnSpPr>
        <p:spPr>
          <a:xfrm rot="8100000">
            <a:off x="1658503" y="3211132"/>
            <a:ext cx="30703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Ovaal 34">
            <a:extLst>
              <a:ext uri="{FF2B5EF4-FFF2-40B4-BE49-F238E27FC236}">
                <a16:creationId xmlns:a16="http://schemas.microsoft.com/office/drawing/2014/main" id="{53C66C0C-2EBA-4936-B55C-CED966E96B71}"/>
              </a:ext>
            </a:extLst>
          </p:cNvPr>
          <p:cNvSpPr/>
          <p:nvPr/>
        </p:nvSpPr>
        <p:spPr>
          <a:xfrm>
            <a:off x="3014033" y="3349442"/>
            <a:ext cx="45719" cy="45719"/>
          </a:xfrm>
          <a:prstGeom prst="ellipse">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ln w="0"/>
              <a:solidFill>
                <a:schemeClr val="tx1"/>
              </a:solidFill>
              <a:effectLst>
                <a:outerShdw blurRad="38100" dist="19050" dir="2700000" algn="tl" rotWithShape="0">
                  <a:schemeClr val="dk1">
                    <a:alpha val="40000"/>
                  </a:schemeClr>
                </a:outerShdw>
              </a:effectLst>
            </a:endParaRPr>
          </a:p>
        </p:txBody>
      </p:sp>
      <p:sp>
        <p:nvSpPr>
          <p:cNvPr id="36" name="Tekstvak 35">
            <a:extLst>
              <a:ext uri="{FF2B5EF4-FFF2-40B4-BE49-F238E27FC236}">
                <a16:creationId xmlns:a16="http://schemas.microsoft.com/office/drawing/2014/main" id="{F9864647-DA3A-450B-9F7A-383052ED8566}"/>
              </a:ext>
            </a:extLst>
          </p:cNvPr>
          <p:cNvSpPr txBox="1"/>
          <p:nvPr/>
        </p:nvSpPr>
        <p:spPr bwMode="auto">
          <a:xfrm>
            <a:off x="3112665" y="3320915"/>
            <a:ext cx="684803"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5,5 ?</a:t>
            </a:r>
          </a:p>
        </p:txBody>
      </p:sp>
      <p:sp>
        <p:nvSpPr>
          <p:cNvPr id="37" name="Ovaal 36">
            <a:extLst>
              <a:ext uri="{FF2B5EF4-FFF2-40B4-BE49-F238E27FC236}">
                <a16:creationId xmlns:a16="http://schemas.microsoft.com/office/drawing/2014/main" id="{18823043-FBD4-4E8A-8692-77D622FE4EBD}"/>
              </a:ext>
            </a:extLst>
          </p:cNvPr>
          <p:cNvSpPr/>
          <p:nvPr/>
        </p:nvSpPr>
        <p:spPr>
          <a:xfrm>
            <a:off x="2919390" y="3443229"/>
            <a:ext cx="45719" cy="45719"/>
          </a:xfrm>
          <a:prstGeom prst="ellipse">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ln w="0"/>
              <a:solidFill>
                <a:schemeClr val="tx1"/>
              </a:solidFill>
              <a:effectLst>
                <a:outerShdw blurRad="38100" dist="19050" dir="2700000" algn="tl" rotWithShape="0">
                  <a:schemeClr val="dk1">
                    <a:alpha val="40000"/>
                  </a:schemeClr>
                </a:outerShdw>
              </a:effectLst>
            </a:endParaRPr>
          </a:p>
        </p:txBody>
      </p:sp>
      <p:sp>
        <p:nvSpPr>
          <p:cNvPr id="38" name="Rechthoek 37">
            <a:extLst>
              <a:ext uri="{FF2B5EF4-FFF2-40B4-BE49-F238E27FC236}">
                <a16:creationId xmlns:a16="http://schemas.microsoft.com/office/drawing/2014/main" id="{FED954F0-7C0E-4E06-8F7E-AD57CFE269FB}"/>
              </a:ext>
            </a:extLst>
          </p:cNvPr>
          <p:cNvSpPr/>
          <p:nvPr/>
        </p:nvSpPr>
        <p:spPr>
          <a:xfrm>
            <a:off x="7080778" y="3726768"/>
            <a:ext cx="127318" cy="114288"/>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ln w="0"/>
              <a:solidFill>
                <a:schemeClr val="tx1"/>
              </a:solidFill>
              <a:effectLst>
                <a:outerShdw blurRad="38100" dist="19050" dir="2700000" algn="tl" rotWithShape="0">
                  <a:schemeClr val="dk1">
                    <a:alpha val="40000"/>
                  </a:schemeClr>
                </a:outerShdw>
              </a:effectLst>
            </a:endParaRPr>
          </a:p>
        </p:txBody>
      </p:sp>
      <p:sp>
        <p:nvSpPr>
          <p:cNvPr id="39" name="Tekstvak 38">
            <a:extLst>
              <a:ext uri="{FF2B5EF4-FFF2-40B4-BE49-F238E27FC236}">
                <a16:creationId xmlns:a16="http://schemas.microsoft.com/office/drawing/2014/main" id="{7E95AC16-982A-4058-9037-1D4E76A2E97F}"/>
              </a:ext>
            </a:extLst>
          </p:cNvPr>
          <p:cNvSpPr txBox="1"/>
          <p:nvPr/>
        </p:nvSpPr>
        <p:spPr bwMode="auto">
          <a:xfrm>
            <a:off x="7208096" y="3253488"/>
            <a:ext cx="314510"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5</a:t>
            </a:r>
          </a:p>
        </p:txBody>
      </p:sp>
      <p:sp>
        <p:nvSpPr>
          <p:cNvPr id="40" name="Tekstvak 39">
            <a:extLst>
              <a:ext uri="{FF2B5EF4-FFF2-40B4-BE49-F238E27FC236}">
                <a16:creationId xmlns:a16="http://schemas.microsoft.com/office/drawing/2014/main" id="{D0302679-A1F7-4913-AB55-610921DE92AA}"/>
              </a:ext>
            </a:extLst>
          </p:cNvPr>
          <p:cNvSpPr txBox="1"/>
          <p:nvPr/>
        </p:nvSpPr>
        <p:spPr bwMode="auto">
          <a:xfrm>
            <a:off x="6668367" y="3793888"/>
            <a:ext cx="314510"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5</a:t>
            </a:r>
          </a:p>
        </p:txBody>
      </p:sp>
      <p:sp>
        <p:nvSpPr>
          <p:cNvPr id="41" name="Tekstvak 40">
            <a:extLst>
              <a:ext uri="{FF2B5EF4-FFF2-40B4-BE49-F238E27FC236}">
                <a16:creationId xmlns:a16="http://schemas.microsoft.com/office/drawing/2014/main" id="{06385D43-8104-4DC7-A112-96BC40896480}"/>
              </a:ext>
            </a:extLst>
          </p:cNvPr>
          <p:cNvSpPr txBox="1"/>
          <p:nvPr/>
        </p:nvSpPr>
        <p:spPr bwMode="auto">
          <a:xfrm>
            <a:off x="2291650" y="3589499"/>
            <a:ext cx="303288"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a:t>
            </a:r>
          </a:p>
        </p:txBody>
      </p:sp>
      <p:cxnSp>
        <p:nvCxnSpPr>
          <p:cNvPr id="42" name="Rechte verbindingslijn 41">
            <a:extLst>
              <a:ext uri="{FF2B5EF4-FFF2-40B4-BE49-F238E27FC236}">
                <a16:creationId xmlns:a16="http://schemas.microsoft.com/office/drawing/2014/main" id="{15B9DC7E-0D5F-49C5-B4C6-174312B04605}"/>
              </a:ext>
            </a:extLst>
          </p:cNvPr>
          <p:cNvCxnSpPr>
            <a:cxnSpLocks/>
          </p:cNvCxnSpPr>
          <p:nvPr/>
        </p:nvCxnSpPr>
        <p:spPr>
          <a:xfrm rot="8100000">
            <a:off x="1026528" y="4737442"/>
            <a:ext cx="12672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Tekstvak 42">
            <a:extLst>
              <a:ext uri="{FF2B5EF4-FFF2-40B4-BE49-F238E27FC236}">
                <a16:creationId xmlns:a16="http://schemas.microsoft.com/office/drawing/2014/main" id="{B14BD809-2B4D-4C99-BE91-FE729A8DCACA}"/>
              </a:ext>
            </a:extLst>
          </p:cNvPr>
          <p:cNvSpPr txBox="1"/>
          <p:nvPr/>
        </p:nvSpPr>
        <p:spPr bwMode="auto">
          <a:xfrm>
            <a:off x="1279310" y="4587462"/>
            <a:ext cx="314510" cy="40011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7</a:t>
            </a:r>
          </a:p>
        </p:txBody>
      </p:sp>
      <p:cxnSp>
        <p:nvCxnSpPr>
          <p:cNvPr id="44" name="Rechte verbindingslijn 43">
            <a:extLst>
              <a:ext uri="{FF2B5EF4-FFF2-40B4-BE49-F238E27FC236}">
                <a16:creationId xmlns:a16="http://schemas.microsoft.com/office/drawing/2014/main" id="{B89F5C66-0AC2-4652-B7BD-6C50161FEF84}"/>
              </a:ext>
            </a:extLst>
          </p:cNvPr>
          <p:cNvCxnSpPr>
            <a:cxnSpLocks/>
          </p:cNvCxnSpPr>
          <p:nvPr/>
        </p:nvCxnSpPr>
        <p:spPr>
          <a:xfrm rot="5400000">
            <a:off x="6807282" y="3429958"/>
            <a:ext cx="0" cy="82695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Rechte verbindingslijn 44">
            <a:extLst>
              <a:ext uri="{FF2B5EF4-FFF2-40B4-BE49-F238E27FC236}">
                <a16:creationId xmlns:a16="http://schemas.microsoft.com/office/drawing/2014/main" id="{3DF70271-9470-479D-B8B8-FACC121B5E30}"/>
              </a:ext>
            </a:extLst>
          </p:cNvPr>
          <p:cNvCxnSpPr>
            <a:cxnSpLocks/>
          </p:cNvCxnSpPr>
          <p:nvPr/>
        </p:nvCxnSpPr>
        <p:spPr>
          <a:xfrm rot="8100000">
            <a:off x="6215151" y="3429000"/>
            <a:ext cx="117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kstvak 45">
                <a:extLst>
                  <a:ext uri="{FF2B5EF4-FFF2-40B4-BE49-F238E27FC236}">
                    <a16:creationId xmlns:a16="http://schemas.microsoft.com/office/drawing/2014/main" id="{F089D046-21C5-40C6-A7F0-DB7F206EB8CD}"/>
                  </a:ext>
                </a:extLst>
              </p:cNvPr>
              <p:cNvSpPr txBox="1"/>
              <p:nvPr/>
            </p:nvSpPr>
            <p:spPr bwMode="auto">
              <a:xfrm rot="18877629">
                <a:off x="5968185" y="3040511"/>
                <a:ext cx="1273490" cy="473591"/>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ad>
                        <m:radPr>
                          <m:degHide m:val="on"/>
                          <m:ctrlP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ctrlPr>
                        </m:radPr>
                        <m:deg/>
                        <m:e>
                          <m:sSup>
                            <m:sSupPr>
                              <m:ctrlP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ctrlPr>
                            </m:sSupPr>
                            <m:e>
                              <m: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t>5</m:t>
                              </m:r>
                            </m:e>
                            <m:sup>
                              <m: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t>2</m:t>
                              </m:r>
                            </m:sup>
                          </m:sSup>
                          <m: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t>+</m:t>
                          </m:r>
                          <m:sSup>
                            <m:sSupPr>
                              <m:ctrlP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ctrlPr>
                            </m:sSupPr>
                            <m:e>
                              <m: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t>5</m:t>
                              </m:r>
                            </m:e>
                            <m:sup>
                              <m:r>
                                <a:rPr lang="nl-NL" sz="2000" i="1" kern="0" dirty="0" smtClean="0">
                                  <a:ln w="0"/>
                                  <a:effectLst>
                                    <a:outerShdw blurRad="38100" dist="19050" dir="2700000" algn="tl" rotWithShape="0">
                                      <a:schemeClr val="dk1">
                                        <a:alpha val="40000"/>
                                      </a:schemeClr>
                                    </a:outerShdw>
                                  </a:effectLst>
                                  <a:latin typeface="Cambria Math" panose="02040503050406030204" pitchFamily="18" charset="0"/>
                                  <a:ea typeface="+mj-ea"/>
                                  <a:cs typeface="+mj-cs"/>
                                </a:rPr>
                                <m:t>2</m:t>
                              </m:r>
                            </m:sup>
                          </m:sSup>
                        </m:e>
                      </m:rad>
                    </m:oMath>
                  </m:oMathPara>
                </a14:m>
                <a:endParaRPr kumimoji="0" lang="nl-NL" sz="20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endParaRPr>
              </a:p>
            </p:txBody>
          </p:sp>
        </mc:Choice>
        <mc:Fallback xmlns="">
          <p:sp>
            <p:nvSpPr>
              <p:cNvPr id="46" name="Tekstvak 45">
                <a:extLst>
                  <a:ext uri="{FF2B5EF4-FFF2-40B4-BE49-F238E27FC236}">
                    <a16:creationId xmlns:a16="http://schemas.microsoft.com/office/drawing/2014/main" id="{F089D046-21C5-40C6-A7F0-DB7F206EB8CD}"/>
                  </a:ext>
                </a:extLst>
              </p:cNvPr>
              <p:cNvSpPr txBox="1">
                <a:spLocks noRot="1" noChangeAspect="1" noMove="1" noResize="1" noEditPoints="1" noAdjustHandles="1" noChangeArrowheads="1" noChangeShapeType="1" noTextEdit="1"/>
              </p:cNvSpPr>
              <p:nvPr/>
            </p:nvSpPr>
            <p:spPr bwMode="auto">
              <a:xfrm rot="18877629">
                <a:off x="5968185" y="3040511"/>
                <a:ext cx="1273490" cy="473591"/>
              </a:xfrm>
              <a:prstGeom prst="rect">
                <a:avLst/>
              </a:prstGeom>
              <a:blipFill>
                <a:blip r:embed="rId2"/>
                <a:stretch>
                  <a:fillRect/>
                </a:stretch>
              </a:blipFill>
              <a:ln w="9525">
                <a:noFill/>
                <a:miter lim="800000"/>
                <a:headEnd/>
                <a:tailEnd/>
              </a:ln>
            </p:spPr>
            <p:txBody>
              <a:bodyPr/>
              <a:lstStyle/>
              <a:p>
                <a:r>
                  <a:rPr lang="nl-NL">
                    <a:noFill/>
                  </a:rPr>
                  <a:t> </a:t>
                </a:r>
              </a:p>
            </p:txBody>
          </p:sp>
        </mc:Fallback>
      </mc:AlternateContent>
      <p:sp>
        <p:nvSpPr>
          <p:cNvPr id="47" name="Tekstvak 46">
            <a:extLst>
              <a:ext uri="{FF2B5EF4-FFF2-40B4-BE49-F238E27FC236}">
                <a16:creationId xmlns:a16="http://schemas.microsoft.com/office/drawing/2014/main" id="{44949211-B67C-41C2-BF5F-F861D258056A}"/>
              </a:ext>
            </a:extLst>
          </p:cNvPr>
          <p:cNvSpPr txBox="1"/>
          <p:nvPr/>
        </p:nvSpPr>
        <p:spPr bwMode="auto">
          <a:xfrm>
            <a:off x="2778013" y="4339035"/>
            <a:ext cx="412292" cy="307777"/>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14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5,0</a:t>
            </a:r>
          </a:p>
        </p:txBody>
      </p:sp>
      <p:sp>
        <p:nvSpPr>
          <p:cNvPr id="48" name="Tekstvak 47">
            <a:extLst>
              <a:ext uri="{FF2B5EF4-FFF2-40B4-BE49-F238E27FC236}">
                <a16:creationId xmlns:a16="http://schemas.microsoft.com/office/drawing/2014/main" id="{13E074F3-E9CA-40C7-9F0B-3ED60433EACD}"/>
              </a:ext>
            </a:extLst>
          </p:cNvPr>
          <p:cNvSpPr txBox="1"/>
          <p:nvPr/>
        </p:nvSpPr>
        <p:spPr bwMode="auto">
          <a:xfrm>
            <a:off x="1660128" y="3253972"/>
            <a:ext cx="412292" cy="307777"/>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nl-NL" sz="1400" i="0" u="none" strike="noStrike" kern="0" normalizeH="0" baseline="0" noProof="0" dirty="0">
                <a:ln w="0"/>
                <a:effectLst>
                  <a:outerShdw blurRad="38100" dist="19050" dir="2700000" algn="tl" rotWithShape="0">
                    <a:schemeClr val="dk1">
                      <a:alpha val="40000"/>
                    </a:schemeClr>
                  </a:outerShdw>
                </a:effectLst>
                <a:uLnTx/>
                <a:uFillTx/>
                <a:latin typeface="Calibri" pitchFamily="34" charset="0"/>
                <a:ea typeface="+mj-ea"/>
                <a:cs typeface="+mj-cs"/>
              </a:rPr>
              <a:t>0,5</a:t>
            </a:r>
          </a:p>
        </p:txBody>
      </p:sp>
      <p:sp>
        <p:nvSpPr>
          <p:cNvPr id="49" name="Tekstvak 48">
            <a:extLst>
              <a:ext uri="{FF2B5EF4-FFF2-40B4-BE49-F238E27FC236}">
                <a16:creationId xmlns:a16="http://schemas.microsoft.com/office/drawing/2014/main" id="{C594E1E1-CD62-4861-9116-F255875DCC8E}"/>
              </a:ext>
            </a:extLst>
          </p:cNvPr>
          <p:cNvSpPr txBox="1"/>
          <p:nvPr/>
        </p:nvSpPr>
        <p:spPr bwMode="auto">
          <a:xfrm>
            <a:off x="6150058" y="3816181"/>
            <a:ext cx="312906" cy="215444"/>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defTabSz="914400" fontAlgn="base">
              <a:spcBef>
                <a:spcPct val="0"/>
              </a:spcBef>
              <a:spcAft>
                <a:spcPct val="0"/>
              </a:spcAft>
            </a:pPr>
            <a:r>
              <a:rPr lang="nl-NL" sz="800" kern="0" dirty="0">
                <a:ln w="0"/>
                <a:effectLst>
                  <a:outerShdw blurRad="38100" dist="19050" dir="2700000" algn="tl" rotWithShape="0">
                    <a:schemeClr val="dk1">
                      <a:alpha val="40000"/>
                    </a:schemeClr>
                  </a:outerShdw>
                </a:effectLst>
                <a:latin typeface="Calibri" pitchFamily="34" charset="0"/>
              </a:rPr>
              <a:t>0,0</a:t>
            </a:r>
          </a:p>
        </p:txBody>
      </p:sp>
      <p:sp>
        <p:nvSpPr>
          <p:cNvPr id="50" name="Tekstvak 49">
            <a:extLst>
              <a:ext uri="{FF2B5EF4-FFF2-40B4-BE49-F238E27FC236}">
                <a16:creationId xmlns:a16="http://schemas.microsoft.com/office/drawing/2014/main" id="{FE816D72-D008-4BEC-B239-7DFD7E690D9F}"/>
              </a:ext>
            </a:extLst>
          </p:cNvPr>
          <p:cNvSpPr txBox="1"/>
          <p:nvPr/>
        </p:nvSpPr>
        <p:spPr bwMode="auto">
          <a:xfrm>
            <a:off x="7067150" y="2802278"/>
            <a:ext cx="312906" cy="215444"/>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defTabSz="914400" fontAlgn="base">
              <a:spcBef>
                <a:spcPct val="0"/>
              </a:spcBef>
              <a:spcAft>
                <a:spcPct val="0"/>
              </a:spcAft>
            </a:pPr>
            <a:r>
              <a:rPr lang="nl-NL" sz="800" kern="0" dirty="0">
                <a:ln w="0"/>
                <a:effectLst>
                  <a:outerShdw blurRad="38100" dist="19050" dir="2700000" algn="tl" rotWithShape="0">
                    <a:schemeClr val="dk1">
                      <a:alpha val="40000"/>
                    </a:schemeClr>
                  </a:outerShdw>
                </a:effectLst>
                <a:latin typeface="Calibri" pitchFamily="34" charset="0"/>
              </a:rPr>
              <a:t>5,5</a:t>
            </a:r>
          </a:p>
        </p:txBody>
      </p:sp>
      <p:sp>
        <p:nvSpPr>
          <p:cNvPr id="51" name="Title 1">
            <a:extLst>
              <a:ext uri="{FF2B5EF4-FFF2-40B4-BE49-F238E27FC236}">
                <a16:creationId xmlns:a16="http://schemas.microsoft.com/office/drawing/2014/main" id="{D5737D6D-087D-4B6E-9D84-27F4B3DA14FA}"/>
              </a:ext>
            </a:extLst>
          </p:cNvPr>
          <p:cNvSpPr txBox="1">
            <a:spLocks/>
          </p:cNvSpPr>
          <p:nvPr/>
        </p:nvSpPr>
        <p:spPr bwMode="auto">
          <a:xfrm>
            <a:off x="709358" y="0"/>
            <a:ext cx="825176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600" b="1" kern="0" dirty="0" err="1">
                <a:latin typeface="Calibri" pitchFamily="34" charset="0"/>
                <a:ea typeface="+mj-ea"/>
                <a:cs typeface="+mj-cs"/>
              </a:rPr>
              <a:t>Oefening</a:t>
            </a:r>
            <a:r>
              <a:rPr lang="en-US" sz="3600" b="1" kern="0" dirty="0">
                <a:latin typeface="Calibri" pitchFamily="34" charset="0"/>
                <a:ea typeface="+mj-ea"/>
                <a:cs typeface="+mj-cs"/>
              </a:rPr>
              <a:t> – </a:t>
            </a:r>
            <a:r>
              <a:rPr lang="en-US" sz="3600" b="1" dirty="0" err="1"/>
              <a:t>coördinaat</a:t>
            </a:r>
            <a:r>
              <a:rPr lang="en-US" sz="3600" b="1" dirty="0"/>
              <a:t> </a:t>
            </a:r>
            <a:r>
              <a:rPr lang="en-US" sz="3600" b="1" dirty="0" err="1"/>
              <a:t>binnen</a:t>
            </a:r>
            <a:r>
              <a:rPr lang="en-US" sz="3600" b="1" dirty="0"/>
              <a:t> </a:t>
            </a:r>
            <a:r>
              <a:rPr lang="en-US" sz="3600" b="1" dirty="0" err="1"/>
              <a:t>een</a:t>
            </a:r>
            <a:r>
              <a:rPr lang="en-US" sz="3600" b="1" dirty="0"/>
              <a:t> </a:t>
            </a:r>
            <a:r>
              <a:rPr lang="en-US" sz="3600" b="1" dirty="0" err="1"/>
              <a:t>cirkel</a:t>
            </a:r>
            <a:r>
              <a:rPr lang="en-US" sz="3600" b="1" dirty="0"/>
              <a:t>?</a:t>
            </a:r>
            <a:endParaRPr kumimoji="0" lang="en-US" sz="3600" b="1" i="0" u="none" strike="noStrike" kern="0" cap="none" spc="0" normalizeH="0" baseline="0" noProof="0" dirty="0">
              <a:ln>
                <a:noFill/>
              </a:ln>
              <a:effectLst/>
              <a:uLnTx/>
              <a:uFillTx/>
              <a:latin typeface="Calibri" pitchFamily="34" charset="0"/>
              <a:ea typeface="+mj-ea"/>
              <a:cs typeface="+mj-cs"/>
            </a:endParaRPr>
          </a:p>
        </p:txBody>
      </p:sp>
      <p:sp>
        <p:nvSpPr>
          <p:cNvPr id="2" name="Ovaal 1">
            <a:extLst>
              <a:ext uri="{FF2B5EF4-FFF2-40B4-BE49-F238E27FC236}">
                <a16:creationId xmlns:a16="http://schemas.microsoft.com/office/drawing/2014/main" id="{FF4BEB00-4BB1-B4EA-583A-410222C2D1EE}"/>
              </a:ext>
            </a:extLst>
          </p:cNvPr>
          <p:cNvSpPr/>
          <p:nvPr/>
        </p:nvSpPr>
        <p:spPr>
          <a:xfrm>
            <a:off x="3071790" y="3595629"/>
            <a:ext cx="45719" cy="45719"/>
          </a:xfrm>
          <a:prstGeom prst="ellipse">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7265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par>
                                <p:cTn id="35" presetID="10"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fade">
                                      <p:cBhvr>
                                        <p:cTn id="51" dur="500"/>
                                        <p:tgtEl>
                                          <p:spTgt spid="4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500"/>
                                        <p:tgtEl>
                                          <p:spTgt spid="4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500"/>
                                        <p:tgtEl>
                                          <p:spTgt spid="4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5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500"/>
                                        <p:tgtEl>
                                          <p:spTgt spid="5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9"/>
                                        </p:tgtEl>
                                        <p:attrNameLst>
                                          <p:attrName>style.visibility</p:attrName>
                                        </p:attrNameLst>
                                      </p:cBhvr>
                                      <p:to>
                                        <p:strVal val="visible"/>
                                      </p:to>
                                    </p:set>
                                    <p:animEffect transition="in" filter="fade">
                                      <p:cBhvr>
                                        <p:cTn id="70" dur="500"/>
                                        <p:tgtEl>
                                          <p:spTgt spid="4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par>
                                <p:cTn id="77" presetID="10"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500"/>
                                        <p:tgtEl>
                                          <p:spTgt spid="45"/>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5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fade">
                                      <p:cBhvr>
                                        <p:cTn id="9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2" grpId="0"/>
      <p:bldP spid="33" grpId="0"/>
      <p:bldP spid="35" grpId="0" animBg="1"/>
      <p:bldP spid="36" grpId="0"/>
      <p:bldP spid="37" grpId="0" animBg="1"/>
      <p:bldP spid="38" grpId="0" animBg="1"/>
      <p:bldP spid="39" grpId="0"/>
      <p:bldP spid="40" grpId="0"/>
      <p:bldP spid="41" grpId="0"/>
      <p:bldP spid="43" grpId="0"/>
      <p:bldP spid="46" grpId="0"/>
      <p:bldP spid="47" grpId="0"/>
      <p:bldP spid="48" grpId="0"/>
      <p:bldP spid="49" grpId="0"/>
      <p:bldP spid="50" grpId="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5016C-33F0-7C70-EEB9-5481B5894318}"/>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0B2D6F44-2D48-6BB2-BFBA-6FB865335895}"/>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lang="en-US" sz="3600" b="1" kern="0" dirty="0">
                <a:solidFill>
                  <a:prstClr val="black"/>
                </a:solidFill>
              </a:rPr>
              <a:t>Random </a:t>
            </a:r>
            <a:r>
              <a:rPr lang="en-US" sz="3600" b="1" kern="0" dirty="0" err="1">
                <a:solidFill>
                  <a:prstClr val="black"/>
                </a:solidFill>
              </a:rPr>
              <a:t>functies</a:t>
            </a:r>
            <a:r>
              <a:rPr lang="en-US" sz="3600" b="1" kern="0" dirty="0">
                <a:solidFill>
                  <a:prstClr val="black"/>
                </a:solidFill>
              </a:rPr>
              <a:t> </a:t>
            </a:r>
            <a:r>
              <a:rPr lang="en-US" sz="2000" b="1" kern="0" dirty="0">
                <a:solidFill>
                  <a:prstClr val="black"/>
                </a:solidFill>
              </a:rPr>
              <a:t>(§ 5.3.2)</a:t>
            </a:r>
            <a:endParaRPr kumimoji="0" lang="en-US" sz="2000" b="0" i="0" u="none" strike="noStrike" kern="0" cap="none" spc="0" normalizeH="0" baseline="0" noProof="0" dirty="0">
              <a:ln>
                <a:noFill/>
              </a:ln>
              <a:solidFill>
                <a:prstClr val="black"/>
              </a:solidFill>
              <a:effectLst/>
              <a:uLnTx/>
              <a:uFillTx/>
            </a:endParaRPr>
          </a:p>
        </p:txBody>
      </p:sp>
      <p:sp>
        <p:nvSpPr>
          <p:cNvPr id="27" name="TextBox 22">
            <a:extLst>
              <a:ext uri="{FF2B5EF4-FFF2-40B4-BE49-F238E27FC236}">
                <a16:creationId xmlns:a16="http://schemas.microsoft.com/office/drawing/2014/main" id="{469486D8-D52B-8347-843C-97678F8D3433}"/>
              </a:ext>
            </a:extLst>
          </p:cNvPr>
          <p:cNvSpPr txBox="1"/>
          <p:nvPr/>
        </p:nvSpPr>
        <p:spPr bwMode="auto">
          <a:xfrm>
            <a:off x="326045" y="2078560"/>
            <a:ext cx="11025442"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2000" kern="0" dirty="0">
                <a:solidFill>
                  <a:srgbClr val="294171"/>
                </a:solidFill>
              </a:rPr>
              <a:t>Met module random kan je ‘willekeurige’ getallen genereren:</a:t>
            </a:r>
          </a:p>
        </p:txBody>
      </p:sp>
      <p:graphicFrame>
        <p:nvGraphicFramePr>
          <p:cNvPr id="2" name="Tabel 1">
            <a:extLst>
              <a:ext uri="{FF2B5EF4-FFF2-40B4-BE49-F238E27FC236}">
                <a16:creationId xmlns:a16="http://schemas.microsoft.com/office/drawing/2014/main" id="{F6403B35-937D-7DA1-1A1D-5D5E22462A46}"/>
              </a:ext>
            </a:extLst>
          </p:cNvPr>
          <p:cNvGraphicFramePr>
            <a:graphicFrameLocks noGrp="1"/>
          </p:cNvGraphicFramePr>
          <p:nvPr>
            <p:extLst>
              <p:ext uri="{D42A27DB-BD31-4B8C-83A1-F6EECF244321}">
                <p14:modId xmlns:p14="http://schemas.microsoft.com/office/powerpoint/2010/main" val="3042921156"/>
              </p:ext>
            </p:extLst>
          </p:nvPr>
        </p:nvGraphicFramePr>
        <p:xfrm>
          <a:off x="480049" y="2809678"/>
          <a:ext cx="7978860" cy="1854200"/>
        </p:xfrm>
        <a:graphic>
          <a:graphicData uri="http://schemas.openxmlformats.org/drawingml/2006/table">
            <a:tbl>
              <a:tblPr firstRow="1" bandRow="1">
                <a:tableStyleId>{5C22544A-7EE6-4342-B048-85BDC9FD1C3A}</a:tableStyleId>
              </a:tblPr>
              <a:tblGrid>
                <a:gridCol w="1030607">
                  <a:extLst>
                    <a:ext uri="{9D8B030D-6E8A-4147-A177-3AD203B41FA5}">
                      <a16:colId xmlns:a16="http://schemas.microsoft.com/office/drawing/2014/main" val="3958583887"/>
                    </a:ext>
                  </a:extLst>
                </a:gridCol>
                <a:gridCol w="1541427">
                  <a:extLst>
                    <a:ext uri="{9D8B030D-6E8A-4147-A177-3AD203B41FA5}">
                      <a16:colId xmlns:a16="http://schemas.microsoft.com/office/drawing/2014/main" val="1628554308"/>
                    </a:ext>
                  </a:extLst>
                </a:gridCol>
                <a:gridCol w="1561188">
                  <a:extLst>
                    <a:ext uri="{9D8B030D-6E8A-4147-A177-3AD203B41FA5}">
                      <a16:colId xmlns:a16="http://schemas.microsoft.com/office/drawing/2014/main" val="356693667"/>
                    </a:ext>
                  </a:extLst>
                </a:gridCol>
                <a:gridCol w="3845638">
                  <a:extLst>
                    <a:ext uri="{9D8B030D-6E8A-4147-A177-3AD203B41FA5}">
                      <a16:colId xmlns:a16="http://schemas.microsoft.com/office/drawing/2014/main" val="2436191021"/>
                    </a:ext>
                  </a:extLst>
                </a:gridCol>
              </a:tblGrid>
              <a:tr h="370840">
                <a:tc>
                  <a:txBody>
                    <a:bodyPr/>
                    <a:lstStyle/>
                    <a:p>
                      <a:r>
                        <a:rPr lang="nl-NL" sz="1600" dirty="0"/>
                        <a:t>Functie</a:t>
                      </a:r>
                    </a:p>
                  </a:txBody>
                  <a:tcPr/>
                </a:tc>
                <a:tc>
                  <a:txBody>
                    <a:bodyPr/>
                    <a:lstStyle/>
                    <a:p>
                      <a:r>
                        <a:rPr lang="nl-NL" sz="1600" dirty="0"/>
                        <a:t>Parametertype</a:t>
                      </a:r>
                    </a:p>
                  </a:txBody>
                  <a:tcPr/>
                </a:tc>
                <a:tc>
                  <a:txBody>
                    <a:bodyPr/>
                    <a:lstStyle/>
                    <a:p>
                      <a:r>
                        <a:rPr lang="nl-NL" sz="1600" dirty="0"/>
                        <a:t>Retourwaarde</a:t>
                      </a:r>
                    </a:p>
                  </a:txBody>
                  <a:tcPr/>
                </a:tc>
                <a:tc>
                  <a:txBody>
                    <a:bodyPr/>
                    <a:lstStyle/>
                    <a:p>
                      <a:r>
                        <a:rPr lang="nl-NL" sz="1600" dirty="0"/>
                        <a:t>Resultaat</a:t>
                      </a:r>
                    </a:p>
                  </a:txBody>
                  <a:tcPr/>
                </a:tc>
                <a:extLst>
                  <a:ext uri="{0D108BD9-81ED-4DB2-BD59-A6C34878D82A}">
                    <a16:rowId xmlns:a16="http://schemas.microsoft.com/office/drawing/2014/main" val="3537318295"/>
                  </a:ext>
                </a:extLst>
              </a:tr>
              <a:tr h="370840">
                <a:tc>
                  <a:txBody>
                    <a:bodyPr/>
                    <a:lstStyle/>
                    <a:p>
                      <a:r>
                        <a:rPr lang="nl-NL" sz="1600" dirty="0"/>
                        <a:t>random()</a:t>
                      </a:r>
                    </a:p>
                  </a:txBody>
                  <a:tcPr/>
                </a:tc>
                <a:tc>
                  <a:txBody>
                    <a:bodyPr/>
                    <a:lstStyle/>
                    <a:p>
                      <a:r>
                        <a:rPr lang="nl-NL" sz="1600" dirty="0"/>
                        <a:t>-</a:t>
                      </a:r>
                    </a:p>
                  </a:txBody>
                  <a:tcPr/>
                </a:tc>
                <a:tc>
                  <a:txBody>
                    <a:bodyPr/>
                    <a:lstStyle/>
                    <a:p>
                      <a:r>
                        <a:rPr lang="nl-NL" sz="1600" dirty="0" err="1"/>
                        <a:t>float</a:t>
                      </a:r>
                      <a:endParaRPr lang="nl-NL" sz="1600" dirty="0"/>
                    </a:p>
                  </a:txBody>
                  <a:tcPr/>
                </a:tc>
                <a:tc>
                  <a:txBody>
                    <a:bodyPr/>
                    <a:lstStyle/>
                    <a:p>
                      <a:r>
                        <a:rPr lang="nl-NL" sz="1600" dirty="0"/>
                        <a:t>Getal </a:t>
                      </a:r>
                      <a:r>
                        <a:rPr lang="en-US" sz="1600" dirty="0"/>
                        <a:t>in de range 0.0 &lt;= X &lt; 1.0</a:t>
                      </a:r>
                      <a:endParaRPr lang="nl-NL" sz="1600" dirty="0"/>
                    </a:p>
                  </a:txBody>
                  <a:tcPr/>
                </a:tc>
                <a:extLst>
                  <a:ext uri="{0D108BD9-81ED-4DB2-BD59-A6C34878D82A}">
                    <a16:rowId xmlns:a16="http://schemas.microsoft.com/office/drawing/2014/main" val="1429480850"/>
                  </a:ext>
                </a:extLst>
              </a:tr>
              <a:tr h="370840">
                <a:tc>
                  <a:txBody>
                    <a:bodyPr/>
                    <a:lstStyle/>
                    <a:p>
                      <a:r>
                        <a:rPr lang="nl-NL" sz="1600" dirty="0" err="1"/>
                        <a:t>randint</a:t>
                      </a:r>
                      <a:r>
                        <a:rPr lang="nl-NL" sz="1600" dirty="0"/>
                        <a:t>()</a:t>
                      </a:r>
                    </a:p>
                  </a:txBody>
                  <a:tcPr/>
                </a:tc>
                <a:tc>
                  <a:txBody>
                    <a:bodyPr/>
                    <a:lstStyle/>
                    <a:p>
                      <a:r>
                        <a:rPr lang="nl-NL" sz="1600" dirty="0"/>
                        <a:t>int, int</a:t>
                      </a:r>
                    </a:p>
                  </a:txBody>
                  <a:tcPr/>
                </a:tc>
                <a:tc>
                  <a:txBody>
                    <a:bodyPr/>
                    <a:lstStyle/>
                    <a:p>
                      <a:r>
                        <a:rPr lang="nl-NL" sz="1600" dirty="0"/>
                        <a:t>int</a:t>
                      </a:r>
                    </a:p>
                  </a:txBody>
                  <a:tcPr/>
                </a:tc>
                <a:tc>
                  <a:txBody>
                    <a:bodyPr/>
                    <a:lstStyle/>
                    <a:p>
                      <a:r>
                        <a:rPr lang="nl-NL" sz="1600" dirty="0"/>
                        <a:t>Getal in de range 10 &lt;= N &lt;= 18</a:t>
                      </a:r>
                    </a:p>
                  </a:txBody>
                  <a:tcPr/>
                </a:tc>
                <a:extLst>
                  <a:ext uri="{0D108BD9-81ED-4DB2-BD59-A6C34878D82A}">
                    <a16:rowId xmlns:a16="http://schemas.microsoft.com/office/drawing/2014/main" val="872555916"/>
                  </a:ext>
                </a:extLst>
              </a:tr>
              <a:tr h="370840">
                <a:tc>
                  <a:txBody>
                    <a:bodyPr/>
                    <a:lstStyle/>
                    <a:p>
                      <a:r>
                        <a:rPr lang="nl-NL" sz="1600" dirty="0" err="1"/>
                        <a:t>choice</a:t>
                      </a:r>
                      <a:r>
                        <a:rPr lang="nl-NL" sz="1600" dirty="0"/>
                        <a:t>()</a:t>
                      </a:r>
                    </a:p>
                  </a:txBody>
                  <a:tcPr/>
                </a:tc>
                <a:tc>
                  <a:txBody>
                    <a:bodyPr/>
                    <a:lstStyle/>
                    <a:p>
                      <a:r>
                        <a:rPr lang="nl-NL" sz="1600" dirty="0"/>
                        <a:t>list of </a:t>
                      </a:r>
                      <a:r>
                        <a:rPr lang="nl-NL" sz="1600" dirty="0" err="1"/>
                        <a:t>tuple</a:t>
                      </a:r>
                      <a:endParaRPr lang="nl-NL" sz="1600" dirty="0"/>
                    </a:p>
                  </a:txBody>
                  <a:tcPr/>
                </a:tc>
                <a:tc>
                  <a:txBody>
                    <a:bodyPr/>
                    <a:lstStyle/>
                    <a:p>
                      <a:r>
                        <a:rPr lang="nl-NL" sz="1600" dirty="0"/>
                        <a:t>collectie-item</a:t>
                      </a:r>
                    </a:p>
                  </a:txBody>
                  <a:tcPr/>
                </a:tc>
                <a:tc>
                  <a:txBody>
                    <a:bodyPr/>
                    <a:lstStyle/>
                    <a:p>
                      <a:r>
                        <a:rPr lang="nl-NL" sz="1600" dirty="0"/>
                        <a:t>Getal 1, 2 of 3</a:t>
                      </a:r>
                    </a:p>
                  </a:txBody>
                  <a:tcPr/>
                </a:tc>
                <a:extLst>
                  <a:ext uri="{0D108BD9-81ED-4DB2-BD59-A6C34878D82A}">
                    <a16:rowId xmlns:a16="http://schemas.microsoft.com/office/drawing/2014/main" val="530451419"/>
                  </a:ext>
                </a:extLst>
              </a:tr>
              <a:tr h="370840">
                <a:tc>
                  <a:txBody>
                    <a:bodyPr/>
                    <a:lstStyle/>
                    <a:p>
                      <a:r>
                        <a:rPr lang="nl-NL" sz="1600" dirty="0" err="1"/>
                        <a:t>shuffle</a:t>
                      </a:r>
                      <a:r>
                        <a:rPr lang="nl-NL" sz="1600" dirty="0"/>
                        <a:t>()</a:t>
                      </a:r>
                    </a:p>
                  </a:txBody>
                  <a:tcPr/>
                </a:tc>
                <a:tc>
                  <a:txBody>
                    <a:bodyPr/>
                    <a:lstStyle/>
                    <a:p>
                      <a:r>
                        <a:rPr lang="nl-NL" sz="1600" dirty="0"/>
                        <a:t>list</a:t>
                      </a:r>
                    </a:p>
                  </a:txBody>
                  <a:tcPr/>
                </a:tc>
                <a:tc>
                  <a:txBody>
                    <a:bodyPr/>
                    <a:lstStyle/>
                    <a:p>
                      <a:r>
                        <a:rPr lang="nl-NL" sz="1600" dirty="0"/>
                        <a:t>- </a:t>
                      </a:r>
                    </a:p>
                  </a:txBody>
                  <a:tcPr/>
                </a:tc>
                <a:tc>
                  <a:txBody>
                    <a:bodyPr/>
                    <a:lstStyle/>
                    <a:p>
                      <a:r>
                        <a:rPr lang="nl-NL" sz="1600" dirty="0"/>
                        <a:t>Lijst </a:t>
                      </a:r>
                      <a:r>
                        <a:rPr lang="nl-NL" sz="1600" dirty="0" err="1"/>
                        <a:t>lst</a:t>
                      </a:r>
                      <a:r>
                        <a:rPr lang="nl-NL" sz="1600" dirty="0"/>
                        <a:t> is in willekeurige volgorde herschikt</a:t>
                      </a:r>
                    </a:p>
                  </a:txBody>
                  <a:tcPr/>
                </a:tc>
                <a:extLst>
                  <a:ext uri="{0D108BD9-81ED-4DB2-BD59-A6C34878D82A}">
                    <a16:rowId xmlns:a16="http://schemas.microsoft.com/office/drawing/2014/main" val="3726032025"/>
                  </a:ext>
                </a:extLst>
              </a:tr>
            </a:tbl>
          </a:graphicData>
        </a:graphic>
      </p:graphicFrame>
      <p:sp>
        <p:nvSpPr>
          <p:cNvPr id="3" name="TextBox 22">
            <a:extLst>
              <a:ext uri="{FF2B5EF4-FFF2-40B4-BE49-F238E27FC236}">
                <a16:creationId xmlns:a16="http://schemas.microsoft.com/office/drawing/2014/main" id="{DCB458C4-309E-4387-8024-69BD958A0AF4}"/>
              </a:ext>
            </a:extLst>
          </p:cNvPr>
          <p:cNvSpPr txBox="1"/>
          <p:nvPr/>
        </p:nvSpPr>
        <p:spPr bwMode="auto">
          <a:xfrm>
            <a:off x="326045" y="6262457"/>
            <a:ext cx="6490339" cy="33855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R="0" lvl="0" defTabSz="914400" eaLnBrk="1" fontAlgn="base" latinLnBrk="0" hangingPunct="1">
              <a:lnSpc>
                <a:spcPct val="100000"/>
              </a:lnSpc>
              <a:spcBef>
                <a:spcPct val="0"/>
              </a:spcBef>
              <a:spcAft>
                <a:spcPct val="0"/>
              </a:spcAft>
              <a:buClrTx/>
              <a:buSzTx/>
              <a:tabLst/>
              <a:defRPr/>
            </a:pPr>
            <a:r>
              <a:rPr lang="nl-NL" sz="1600" kern="0" dirty="0">
                <a:solidFill>
                  <a:srgbClr val="294171"/>
                </a:solidFill>
              </a:rPr>
              <a:t>De volledige lijst met functies kan je vinden in de </a:t>
            </a:r>
            <a:r>
              <a:rPr lang="nl-NL" sz="1600" kern="0" dirty="0">
                <a:solidFill>
                  <a:srgbClr val="294171"/>
                </a:solidFill>
                <a:hlinkClick r:id="rId2"/>
              </a:rPr>
              <a:t>Python-documentatie</a:t>
            </a:r>
            <a:endParaRPr lang="nl-NL" sz="1600" kern="0" dirty="0">
              <a:solidFill>
                <a:srgbClr val="294171"/>
              </a:solidFill>
            </a:endParaRPr>
          </a:p>
        </p:txBody>
      </p:sp>
      <p:sp>
        <p:nvSpPr>
          <p:cNvPr id="4" name="Rectangle 1">
            <a:extLst>
              <a:ext uri="{FF2B5EF4-FFF2-40B4-BE49-F238E27FC236}">
                <a16:creationId xmlns:a16="http://schemas.microsoft.com/office/drawing/2014/main" id="{FCEC7F1D-AEB7-5BC3-A291-82268A8F5D3F}"/>
              </a:ext>
            </a:extLst>
          </p:cNvPr>
          <p:cNvSpPr>
            <a:spLocks noChangeArrowheads="1"/>
          </p:cNvSpPr>
          <p:nvPr/>
        </p:nvSpPr>
        <p:spPr bwMode="auto">
          <a:xfrm>
            <a:off x="8832968" y="2102791"/>
            <a:ext cx="2878983" cy="2800767"/>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sz="1600" b="0" i="0" u="none" strike="noStrike" cap="none" normalizeH="0" baseline="0" dirty="0">
                <a:ln>
                  <a:noFill/>
                </a:ln>
                <a:solidFill>
                  <a:srgbClr val="CF8E6D"/>
                </a:solidFill>
                <a:effectLst/>
                <a:latin typeface="JetBrains Mono"/>
              </a:rPr>
              <a:t>import </a:t>
            </a:r>
            <a:r>
              <a:rPr kumimoji="0" lang="nl-NL" altLang="nl-NL" sz="1600" b="0" i="0" u="none" strike="noStrike" cap="none" normalizeH="0" baseline="0" dirty="0">
                <a:ln>
                  <a:noFill/>
                </a:ln>
                <a:solidFill>
                  <a:srgbClr val="BCBEC4"/>
                </a:solidFill>
                <a:effectLst/>
                <a:latin typeface="JetBrains Mono"/>
              </a:rPr>
              <a:t>random</a:t>
            </a:r>
            <a:br>
              <a:rPr kumimoji="0" lang="nl-NL" altLang="nl-NL" sz="1600" b="0" i="0" u="none" strike="noStrike" cap="none" normalizeH="0" baseline="0" dirty="0">
                <a:ln>
                  <a:noFill/>
                </a:ln>
                <a:solidFill>
                  <a:srgbClr val="BCBEC4"/>
                </a:solidFill>
                <a:effectLst/>
                <a:latin typeface="JetBrains Mono"/>
              </a:rPr>
            </a:b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err="1">
                <a:ln>
                  <a:noFill/>
                </a:ln>
                <a:solidFill>
                  <a:srgbClr val="BCBEC4"/>
                </a:solidFill>
                <a:effectLst/>
                <a:latin typeface="JetBrains Mono"/>
              </a:rPr>
              <a:t>lst</a:t>
            </a:r>
            <a:r>
              <a:rPr kumimoji="0" lang="nl-NL" altLang="nl-NL" sz="1600" b="0" i="0" u="none" strike="noStrike" cap="none" normalizeH="0" baseline="0" dirty="0">
                <a:ln>
                  <a:noFill/>
                </a:ln>
                <a:solidFill>
                  <a:srgbClr val="BCBEC4"/>
                </a:solidFill>
                <a:effectLst/>
                <a:latin typeface="JetBrains Mono"/>
              </a:rPr>
              <a:t> = [ </a:t>
            </a:r>
            <a:r>
              <a:rPr kumimoji="0" lang="nl-NL" altLang="nl-NL" sz="1600" b="0" i="0" u="none" strike="noStrike" cap="none" normalizeH="0" baseline="0" dirty="0">
                <a:ln>
                  <a:noFill/>
                </a:ln>
                <a:solidFill>
                  <a:srgbClr val="2AACB8"/>
                </a:solidFill>
                <a:effectLst/>
                <a:latin typeface="JetBrains Mono"/>
              </a:rPr>
              <a:t>1</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a:ln>
                  <a:noFill/>
                </a:ln>
                <a:solidFill>
                  <a:srgbClr val="2AACB8"/>
                </a:solidFill>
                <a:effectLst/>
                <a:latin typeface="JetBrains Mono"/>
              </a:rPr>
              <a:t>2</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a:ln>
                  <a:noFill/>
                </a:ln>
                <a:solidFill>
                  <a:srgbClr val="2AACB8"/>
                </a:solidFill>
                <a:effectLst/>
                <a:latin typeface="JetBrains Mono"/>
              </a:rPr>
              <a:t>3 </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x1 = </a:t>
            </a:r>
            <a:r>
              <a:rPr kumimoji="0" lang="nl-NL" altLang="nl-NL" sz="1600" b="0" i="0" u="none" strike="noStrike" cap="none" normalizeH="0" baseline="0" dirty="0" err="1">
                <a:ln>
                  <a:noFill/>
                </a:ln>
                <a:solidFill>
                  <a:srgbClr val="BCBEC4"/>
                </a:solidFill>
                <a:effectLst/>
                <a:latin typeface="JetBrains Mono"/>
              </a:rPr>
              <a:t>random.random</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x2 = </a:t>
            </a:r>
            <a:r>
              <a:rPr kumimoji="0" lang="nl-NL" altLang="nl-NL" sz="1600" b="0" i="0" u="none" strike="noStrike" cap="none" normalizeH="0" baseline="0" dirty="0" err="1">
                <a:ln>
                  <a:noFill/>
                </a:ln>
                <a:solidFill>
                  <a:srgbClr val="BCBEC4"/>
                </a:solidFill>
                <a:effectLst/>
                <a:latin typeface="JetBrains Mono"/>
              </a:rPr>
              <a:t>random.randint</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a:ln>
                  <a:noFill/>
                </a:ln>
                <a:solidFill>
                  <a:srgbClr val="2AACB8"/>
                </a:solidFill>
                <a:effectLst/>
                <a:latin typeface="JetBrains Mono"/>
              </a:rPr>
              <a:t>10</a:t>
            </a:r>
            <a:r>
              <a:rPr kumimoji="0" lang="nl-NL" altLang="nl-NL" sz="1600" b="0" i="0" u="none" strike="noStrike" cap="none" normalizeH="0" baseline="0" dirty="0">
                <a:ln>
                  <a:noFill/>
                </a:ln>
                <a:solidFill>
                  <a:srgbClr val="BCBEC4"/>
                </a:solidFill>
                <a:effectLst/>
                <a:latin typeface="JetBrains Mono"/>
              </a:rPr>
              <a:t>, </a:t>
            </a:r>
            <a:r>
              <a:rPr kumimoji="0" lang="nl-NL" altLang="nl-NL" sz="1600" b="0" i="0" u="none" strike="noStrike" cap="none" normalizeH="0" baseline="0" dirty="0">
                <a:ln>
                  <a:noFill/>
                </a:ln>
                <a:solidFill>
                  <a:srgbClr val="2AACB8"/>
                </a:solidFill>
                <a:effectLst/>
                <a:latin typeface="JetBrains Mono"/>
              </a:rPr>
              <a:t>18</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BCBEC4"/>
                </a:solidFill>
                <a:effectLst/>
                <a:latin typeface="JetBrains Mono"/>
              </a:rPr>
              <a:t>x3 = </a:t>
            </a:r>
            <a:r>
              <a:rPr kumimoji="0" lang="nl-NL" altLang="nl-NL" sz="1600" b="0" i="0" u="none" strike="noStrike" cap="none" normalizeH="0" baseline="0" dirty="0" err="1">
                <a:ln>
                  <a:noFill/>
                </a:ln>
                <a:solidFill>
                  <a:srgbClr val="BCBEC4"/>
                </a:solidFill>
                <a:effectLst/>
                <a:latin typeface="JetBrains Mono"/>
              </a:rPr>
              <a:t>random.choice</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err="1">
                <a:ln>
                  <a:noFill/>
                </a:ln>
                <a:solidFill>
                  <a:srgbClr val="BCBEC4"/>
                </a:solidFill>
                <a:effectLst/>
                <a:latin typeface="JetBrains Mono"/>
              </a:rPr>
              <a:t>lst</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err="1">
                <a:ln>
                  <a:noFill/>
                </a:ln>
                <a:solidFill>
                  <a:srgbClr val="BCBEC4"/>
                </a:solidFill>
                <a:effectLst/>
                <a:latin typeface="JetBrains Mono"/>
              </a:rPr>
              <a:t>random.shuffle</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err="1">
                <a:ln>
                  <a:noFill/>
                </a:ln>
                <a:solidFill>
                  <a:srgbClr val="BCBEC4"/>
                </a:solidFill>
                <a:effectLst/>
                <a:latin typeface="JetBrains Mono"/>
              </a:rPr>
              <a:t>lst</a:t>
            </a:r>
            <a:r>
              <a:rPr kumimoji="0" lang="nl-NL" altLang="nl-NL" sz="1600" b="0" i="0" u="none" strike="noStrike" cap="none" normalizeH="0" baseline="0" dirty="0">
                <a:ln>
                  <a:noFill/>
                </a:ln>
                <a:solidFill>
                  <a:srgbClr val="BCBEC4"/>
                </a:solidFill>
                <a:effectLst/>
                <a:latin typeface="JetBrains Mono"/>
              </a:rPr>
              <a:t>)</a:t>
            </a:r>
            <a:br>
              <a:rPr kumimoji="0" lang="nl-NL" altLang="nl-NL" sz="1600" b="0" i="0" u="none" strike="noStrike" cap="none" normalizeH="0" baseline="0" dirty="0">
                <a:ln>
                  <a:noFill/>
                </a:ln>
                <a:solidFill>
                  <a:srgbClr val="BCBEC4"/>
                </a:solidFill>
                <a:effectLst/>
                <a:latin typeface="JetBrains Mono"/>
              </a:rPr>
            </a:b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8888C6"/>
                </a:solidFill>
                <a:effectLst/>
                <a:latin typeface="JetBrains Mono"/>
              </a:rPr>
              <a:t>print</a:t>
            </a:r>
            <a:r>
              <a:rPr kumimoji="0" lang="nl-NL" altLang="nl-NL" sz="1600" b="0" i="0" u="none" strike="noStrike" cap="none" normalizeH="0" baseline="0" dirty="0">
                <a:ln>
                  <a:noFill/>
                </a:ln>
                <a:solidFill>
                  <a:srgbClr val="BCBEC4"/>
                </a:solidFill>
                <a:effectLst/>
                <a:latin typeface="JetBrains Mono"/>
              </a:rPr>
              <a:t>(x1, x2, x3)</a:t>
            </a:r>
            <a:br>
              <a:rPr kumimoji="0" lang="nl-NL" altLang="nl-NL" sz="1600" b="0" i="0" u="none" strike="noStrike" cap="none" normalizeH="0" baseline="0" dirty="0">
                <a:ln>
                  <a:noFill/>
                </a:ln>
                <a:solidFill>
                  <a:srgbClr val="BCBEC4"/>
                </a:solidFill>
                <a:effectLst/>
                <a:latin typeface="JetBrains Mono"/>
              </a:rPr>
            </a:br>
            <a:r>
              <a:rPr kumimoji="0" lang="nl-NL" altLang="nl-NL" sz="1600" b="0" i="0" u="none" strike="noStrike" cap="none" normalizeH="0" baseline="0" dirty="0">
                <a:ln>
                  <a:noFill/>
                </a:ln>
                <a:solidFill>
                  <a:srgbClr val="8888C6"/>
                </a:solidFill>
                <a:effectLst/>
                <a:latin typeface="JetBrains Mono"/>
              </a:rPr>
              <a:t>print</a:t>
            </a:r>
            <a:r>
              <a:rPr kumimoji="0" lang="nl-NL" altLang="nl-NL" sz="1600" b="0" i="0" u="none" strike="noStrike" cap="none" normalizeH="0" baseline="0" dirty="0">
                <a:ln>
                  <a:noFill/>
                </a:ln>
                <a:solidFill>
                  <a:srgbClr val="BCBEC4"/>
                </a:solidFill>
                <a:effectLst/>
                <a:latin typeface="JetBrains Mono"/>
              </a:rPr>
              <a:t>(</a:t>
            </a:r>
            <a:r>
              <a:rPr kumimoji="0" lang="nl-NL" altLang="nl-NL" sz="1600" b="0" i="0" u="none" strike="noStrike" cap="none" normalizeH="0" baseline="0" dirty="0" err="1">
                <a:ln>
                  <a:noFill/>
                </a:ln>
                <a:solidFill>
                  <a:srgbClr val="BCBEC4"/>
                </a:solidFill>
                <a:effectLst/>
                <a:latin typeface="JetBrains Mono"/>
              </a:rPr>
              <a:t>lst</a:t>
            </a:r>
            <a:r>
              <a:rPr kumimoji="0" lang="nl-NL" altLang="nl-NL" sz="1600" b="0" i="0" u="none" strike="noStrike" cap="none" normalizeH="0" baseline="0" dirty="0">
                <a:ln>
                  <a:noFill/>
                </a:ln>
                <a:solidFill>
                  <a:srgbClr val="BCBEC4"/>
                </a:solidFill>
                <a:effectLst/>
                <a:latin typeface="JetBrains Mono"/>
              </a:rPr>
              <a:t>)</a:t>
            </a:r>
            <a:endParaRPr kumimoji="0" lang="nl-NL" altLang="nl-NL" sz="3600" b="0" i="0" u="none" strike="noStrike" cap="none" normalizeH="0" baseline="0" dirty="0">
              <a:ln>
                <a:noFill/>
              </a:ln>
              <a:solidFill>
                <a:schemeClr val="tx1"/>
              </a:solidFill>
              <a:effectLst/>
              <a:latin typeface="Arial" panose="020B0604020202020204" pitchFamily="34" charset="0"/>
            </a:endParaRPr>
          </a:p>
        </p:txBody>
      </p:sp>
      <p:grpSp>
        <p:nvGrpSpPr>
          <p:cNvPr id="5" name="Groep 4">
            <a:extLst>
              <a:ext uri="{FF2B5EF4-FFF2-40B4-BE49-F238E27FC236}">
                <a16:creationId xmlns:a16="http://schemas.microsoft.com/office/drawing/2014/main" id="{91C235CD-ED9D-4F14-1853-E500743A228A}"/>
              </a:ext>
            </a:extLst>
          </p:cNvPr>
          <p:cNvGrpSpPr/>
          <p:nvPr/>
        </p:nvGrpSpPr>
        <p:grpSpPr>
          <a:xfrm>
            <a:off x="8832968" y="5253747"/>
            <a:ext cx="2878983" cy="889296"/>
            <a:chOff x="6222079" y="5499300"/>
            <a:chExt cx="2137584" cy="1091881"/>
          </a:xfrm>
        </p:grpSpPr>
        <p:sp>
          <p:nvSpPr>
            <p:cNvPr id="6" name="Tekstvak 5">
              <a:extLst>
                <a:ext uri="{FF2B5EF4-FFF2-40B4-BE49-F238E27FC236}">
                  <a16:creationId xmlns:a16="http://schemas.microsoft.com/office/drawing/2014/main" id="{D4EB3888-8306-1220-001C-5D2095931DC2}"/>
                </a:ext>
              </a:extLst>
            </p:cNvPr>
            <p:cNvSpPr txBox="1"/>
            <p:nvPr/>
          </p:nvSpPr>
          <p:spPr>
            <a:xfrm>
              <a:off x="6222079" y="5643185"/>
              <a:ext cx="2137584" cy="947996"/>
            </a:xfrm>
            <a:prstGeom prst="rect">
              <a:avLst/>
            </a:prstGeom>
            <a:solidFill>
              <a:schemeClr val="bg1"/>
            </a:solidFill>
            <a:ln>
              <a:solidFill>
                <a:schemeClr val="accent1"/>
              </a:solidFill>
            </a:ln>
          </p:spPr>
          <p:txBody>
            <a:bodyPr wrap="square" lIns="108000" tIns="144000" rIns="108000" bIns="72000">
              <a:spAutoFit/>
            </a:bodyPr>
            <a:lstStyle/>
            <a:p>
              <a:r>
                <a:rPr lang="nl-NL" dirty="0"/>
                <a:t>0.8029773642312862 10 2</a:t>
              </a:r>
            </a:p>
            <a:p>
              <a:r>
                <a:rPr lang="nl-NL" dirty="0"/>
                <a:t>[2, 1, 3]</a:t>
              </a:r>
            </a:p>
          </p:txBody>
        </p:sp>
        <p:sp>
          <p:nvSpPr>
            <p:cNvPr id="7" name="Tekstvak 6">
              <a:extLst>
                <a:ext uri="{FF2B5EF4-FFF2-40B4-BE49-F238E27FC236}">
                  <a16:creationId xmlns:a16="http://schemas.microsoft.com/office/drawing/2014/main" id="{34FC4487-953D-B9F9-89DD-8D8C71829A70}"/>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4172447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253F0B-C90E-448C-8D0A-747E44F477D4}"/>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Oefening</a:t>
            </a:r>
            <a:endParaRPr kumimoji="0" lang="en-US" sz="2000" b="0" i="0" u="none" strike="noStrike" kern="0" cap="none" spc="0" normalizeH="0" baseline="0" noProof="0" dirty="0">
              <a:ln>
                <a:noFill/>
              </a:ln>
              <a:solidFill>
                <a:prstClr val="black"/>
              </a:solidFill>
              <a:effectLst/>
              <a:uLnTx/>
              <a:uFillTx/>
            </a:endParaRPr>
          </a:p>
        </p:txBody>
      </p:sp>
      <p:sp>
        <p:nvSpPr>
          <p:cNvPr id="6" name="TextBox 4">
            <a:extLst>
              <a:ext uri="{FF2B5EF4-FFF2-40B4-BE49-F238E27FC236}">
                <a16:creationId xmlns:a16="http://schemas.microsoft.com/office/drawing/2014/main" id="{4D0A861C-3CC4-446E-92EA-D56C92FBC094}"/>
              </a:ext>
            </a:extLst>
          </p:cNvPr>
          <p:cNvSpPr txBox="1"/>
          <p:nvPr/>
        </p:nvSpPr>
        <p:spPr bwMode="auto">
          <a:xfrm>
            <a:off x="7641262" y="3719293"/>
            <a:ext cx="4016358" cy="2031325"/>
          </a:xfrm>
          <a:prstGeom prst="rect">
            <a:avLst/>
          </a:prstGeom>
          <a:solidFill>
            <a:sysClr val="window" lastClr="FFFFFF"/>
          </a:solidFill>
          <a:ln w="38100" cap="flat" cmpd="sng" algn="ctr">
            <a:solidFill>
              <a:sysClr val="windowText" lastClr="000000"/>
            </a:solidFill>
            <a:prstDash val="solid"/>
            <a:roun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prstTxWarp prst="textNoShape">
              <a:avLst/>
            </a:prstTxWarp>
            <a:spAutoFit/>
          </a:bodyPr>
          <a:lstStyle/>
          <a:p>
            <a:pPr fontAlgn="base">
              <a:spcBef>
                <a:spcPct val="0"/>
              </a:spcBef>
              <a:spcAft>
                <a:spcPct val="0"/>
              </a:spcAft>
              <a:defRPr/>
            </a:pPr>
            <a:r>
              <a:rPr lang="en-US" sz="1400" kern="0" dirty="0">
                <a:solidFill>
                  <a:prstClr val="black"/>
                </a:solidFill>
                <a:latin typeface="Courier New" panose="02070309020205020404" pitchFamily="49" charset="0"/>
                <a:cs typeface="Courier New" panose="02070309020205020404" pitchFamily="49" charset="0"/>
              </a:rPr>
              <a:t>&gt;&gt;&gt; a = </a:t>
            </a:r>
            <a:r>
              <a:rPr lang="en-US" sz="1400" kern="0" dirty="0" err="1">
                <a:solidFill>
                  <a:prstClr val="black"/>
                </a:solidFill>
                <a:latin typeface="Courier New" panose="02070309020205020404" pitchFamily="49" charset="0"/>
                <a:cs typeface="Courier New" panose="02070309020205020404" pitchFamily="49" charset="0"/>
              </a:rPr>
              <a:t>random.randrange</a:t>
            </a:r>
            <a:r>
              <a:rPr lang="en-US" sz="1400" kern="0" dirty="0">
                <a:solidFill>
                  <a:prstClr val="black"/>
                </a:solidFill>
                <a:latin typeface="Courier New" panose="02070309020205020404" pitchFamily="49" charset="0"/>
                <a:cs typeface="Courier New" panose="02070309020205020404" pitchFamily="49" charset="0"/>
              </a:rPr>
              <a:t>(1, 7)</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b = </a:t>
            </a:r>
            <a:r>
              <a:rPr kumimoji="0" lang="en-US" sz="1400" b="0"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random.randrange</a:t>
            </a: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(1, 7)</a:t>
            </a:r>
            <a:endParaRPr kumimoji="0" lang="en-US" sz="1400" b="0" i="0" u="none" strike="noStrike" kern="0" cap="none" spc="0" normalizeH="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c =</a:t>
            </a:r>
            <a:r>
              <a:rPr kumimoji="0" lang="en-US" sz="1400" b="0" i="0" u="none" strike="noStrike" kern="0" cap="none" spc="0" normalizeH="0" noProof="0" dirty="0">
                <a:ln>
                  <a:noFill/>
                </a:ln>
                <a:solidFill>
                  <a:prstClr val="black"/>
                </a:solidFill>
                <a:effectLst/>
                <a:uLnTx/>
                <a:uFillTx/>
                <a:latin typeface="Courier New" panose="02070309020205020404" pitchFamily="49" charset="0"/>
                <a:ea typeface="+mn-ea"/>
                <a:cs typeface="Courier New" panose="02070309020205020404" pitchFamily="49" charset="0"/>
              </a:rPr>
              <a:t> a == b</a:t>
            </a:r>
          </a:p>
          <a:p>
            <a:pPr fontAlgn="base">
              <a:spcBef>
                <a:spcPct val="0"/>
              </a:spcBef>
              <a:spcAft>
                <a:spcPct val="0"/>
              </a:spcAft>
              <a:defRPr/>
            </a:pPr>
            <a:r>
              <a:rPr lang="en-US" sz="1400" kern="0" dirty="0">
                <a:solidFill>
                  <a:prstClr val="black"/>
                </a:solidFill>
                <a:latin typeface="Courier New" panose="02070309020205020404" pitchFamily="49" charset="0"/>
                <a:cs typeface="Courier New" panose="02070309020205020404" pitchFamily="49" charset="0"/>
              </a:rPr>
              <a:t>&gt;&gt;&gt; c</a:t>
            </a:r>
            <a:endPar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True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a</a:t>
            </a:r>
          </a:p>
          <a:p>
            <a:pPr marL="0" marR="0" lvl="0" indent="0" defTabSz="914400" eaLnBrk="1" fontAlgn="base" latinLnBrk="0" hangingPunct="1">
              <a:lnSpc>
                <a:spcPct val="100000"/>
              </a:lnSpc>
              <a:spcBef>
                <a:spcPct val="0"/>
              </a:spcBef>
              <a:spcAft>
                <a:spcPct val="0"/>
              </a:spcAft>
              <a:buClrTx/>
              <a:buSzTx/>
              <a:buFontTx/>
              <a:buNone/>
              <a:tabLst/>
              <a:defRPr/>
            </a:pPr>
            <a:r>
              <a:rPr lang="en-US" sz="1400" kern="0" dirty="0">
                <a:solidFill>
                  <a:prstClr val="black"/>
                </a:solidFill>
                <a:latin typeface="Courier New" panose="02070309020205020404" pitchFamily="49" charset="0"/>
                <a:cs typeface="Courier New" panose="02070309020205020404" pitchFamily="49" charset="0"/>
              </a:rPr>
              <a:t>4</a:t>
            </a:r>
            <a:endPar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&gt;&gt;&gt; b</a:t>
            </a:r>
          </a:p>
          <a:p>
            <a:pPr marL="0" marR="0" lvl="0" indent="0" defTabSz="914400" eaLnBrk="1" fontAlgn="base" latinLnBrk="0" hangingPunct="1">
              <a:lnSpc>
                <a:spcPct val="100000"/>
              </a:lnSpc>
              <a:spcBef>
                <a:spcPct val="0"/>
              </a:spcBef>
              <a:spcAft>
                <a:spcPct val="0"/>
              </a:spcAft>
              <a:buClrTx/>
              <a:buSzTx/>
              <a:buFontTx/>
              <a:buNone/>
              <a:tabLst/>
              <a:defRPr/>
            </a:pPr>
            <a:r>
              <a:rPr lang="en-US" sz="1400" kern="0" dirty="0">
                <a:solidFill>
                  <a:prstClr val="black"/>
                </a:solidFill>
                <a:latin typeface="Courier New" panose="02070309020205020404" pitchFamily="49" charset="0"/>
                <a:cs typeface="Courier New" panose="02070309020205020404" pitchFamily="49" charset="0"/>
              </a:rPr>
              <a:t>4</a:t>
            </a:r>
            <a:endParaRPr kumimoji="0" lang="en-US" sz="1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
        <p:nvSpPr>
          <p:cNvPr id="7" name="Rectangle 5">
            <a:extLst>
              <a:ext uri="{FF2B5EF4-FFF2-40B4-BE49-F238E27FC236}">
                <a16:creationId xmlns:a16="http://schemas.microsoft.com/office/drawing/2014/main" id="{9F4FA5DE-24BA-436F-AF4F-815ED924F54F}"/>
              </a:ext>
            </a:extLst>
          </p:cNvPr>
          <p:cNvSpPr/>
          <p:nvPr/>
        </p:nvSpPr>
        <p:spPr>
          <a:xfrm>
            <a:off x="437981" y="1660901"/>
            <a:ext cx="6753393" cy="2369880"/>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err="1">
                <a:ln>
                  <a:noFill/>
                </a:ln>
                <a:solidFill>
                  <a:srgbClr val="294171"/>
                </a:solidFill>
                <a:effectLst/>
                <a:uLnTx/>
                <a:uFillTx/>
              </a:rPr>
              <a:t>Schrijf</a:t>
            </a:r>
            <a:r>
              <a:rPr kumimoji="0" lang="en-US" sz="2000" b="0" i="0" u="none" strike="noStrike" kern="0" cap="none" spc="0" normalizeH="0" baseline="0" noProof="0" dirty="0">
                <a:ln>
                  <a:noFill/>
                </a:ln>
                <a:solidFill>
                  <a:srgbClr val="294171"/>
                </a:solidFill>
                <a:effectLst/>
                <a:uLnTx/>
                <a:uFillTx/>
              </a:rPr>
              <a:t> Python </a:t>
            </a:r>
            <a:r>
              <a:rPr kumimoji="0" lang="en-US" sz="2000" b="0" i="0" u="none" strike="noStrike" kern="0" cap="none" spc="0" normalizeH="0" baseline="0" noProof="0" dirty="0" err="1">
                <a:ln>
                  <a:noFill/>
                </a:ln>
                <a:solidFill>
                  <a:srgbClr val="294171"/>
                </a:solidFill>
                <a:effectLst/>
                <a:uLnTx/>
                <a:uFillTx/>
              </a:rPr>
              <a:t>expressies</a:t>
            </a:r>
            <a:r>
              <a:rPr kumimoji="0" lang="en-US" sz="2000" b="0" i="0" u="none" strike="noStrike" kern="0" cap="none" spc="0" normalizeH="0" baseline="0" noProof="0" dirty="0">
                <a:ln>
                  <a:noFill/>
                </a:ln>
                <a:solidFill>
                  <a:srgbClr val="294171"/>
                </a:solidFill>
                <a:effectLst/>
                <a:uLnTx/>
                <a:uFillTx/>
              </a:rPr>
              <a:t> die:</a:t>
            </a:r>
          </a:p>
          <a:p>
            <a:pPr marL="800100" marR="0" lvl="1" indent="-342900" defTabSz="914400" eaLnBrk="1" fontAlgn="base" latinLnBrk="0" hangingPunct="1">
              <a:lnSpc>
                <a:spcPct val="100000"/>
              </a:lnSpc>
              <a:spcBef>
                <a:spcPct val="0"/>
              </a:spcBef>
              <a:spcAft>
                <a:spcPct val="0"/>
              </a:spcAft>
              <a:buClr>
                <a:prstClr val="black"/>
              </a:buClr>
              <a:buSzTx/>
              <a:buFont typeface="+mj-lt"/>
              <a:buAutoNum type="alphaLcParenR"/>
              <a:tabLst/>
              <a:defRPr/>
            </a:pPr>
            <a:endParaRPr kumimoji="0" lang="en-US" sz="2000" b="0" i="0" u="none" strike="noStrike" kern="0" cap="none" spc="0" normalizeH="0" baseline="0" noProof="0" dirty="0">
              <a:ln>
                <a:noFill/>
              </a:ln>
              <a:solidFill>
                <a:srgbClr val="294171"/>
              </a:solidFill>
              <a:effectLst/>
              <a:uLnTx/>
              <a:uFillTx/>
            </a:endParaRPr>
          </a:p>
          <a:p>
            <a:pPr marL="800100" marR="0" lvl="1" indent="-342900" defTabSz="914400" eaLnBrk="1" fontAlgn="base" latinLnBrk="0" hangingPunct="1">
              <a:lnSpc>
                <a:spcPct val="100000"/>
              </a:lnSpc>
              <a:spcBef>
                <a:spcPct val="0"/>
              </a:spcBef>
              <a:spcAft>
                <a:spcPct val="0"/>
              </a:spcAft>
              <a:buClr>
                <a:srgbClr val="294171"/>
              </a:buClr>
              <a:buSzTx/>
              <a:buFont typeface="+mj-lt"/>
              <a:buAutoNum type="alphaLcParenR"/>
              <a:tabLst/>
              <a:defRPr/>
            </a:pPr>
            <a:r>
              <a:rPr lang="en-US" dirty="0"/>
              <a:t>Een </a:t>
            </a:r>
            <a:r>
              <a:rPr lang="en-US" dirty="0" err="1"/>
              <a:t>gesimuleerde</a:t>
            </a:r>
            <a:r>
              <a:rPr lang="en-US" dirty="0"/>
              <a:t> </a:t>
            </a:r>
            <a:r>
              <a:rPr lang="en-US" dirty="0" err="1"/>
              <a:t>dobbelsteenworp</a:t>
            </a:r>
            <a:r>
              <a:rPr lang="en-US" dirty="0"/>
              <a:t> </a:t>
            </a:r>
            <a:r>
              <a:rPr lang="en-US" dirty="0" err="1"/>
              <a:t>aan</a:t>
            </a:r>
            <a:r>
              <a:rPr lang="en-US" dirty="0"/>
              <a:t> </a:t>
            </a:r>
            <a:r>
              <a:rPr lang="en-US" dirty="0" err="1"/>
              <a:t>variabele</a:t>
            </a:r>
            <a:r>
              <a:rPr lang="en-US" dirty="0"/>
              <a:t> a </a:t>
            </a:r>
            <a:r>
              <a:rPr lang="en-US" dirty="0" err="1"/>
              <a:t>toekent</a:t>
            </a:r>
            <a:endParaRPr lang="en-US" dirty="0"/>
          </a:p>
          <a:p>
            <a:pPr marL="800100" marR="0" lvl="1" indent="-342900" defTabSz="914400" eaLnBrk="1" fontAlgn="base" latinLnBrk="0" hangingPunct="1">
              <a:lnSpc>
                <a:spcPct val="100000"/>
              </a:lnSpc>
              <a:spcBef>
                <a:spcPct val="0"/>
              </a:spcBef>
              <a:spcAft>
                <a:spcPct val="0"/>
              </a:spcAft>
              <a:buClr>
                <a:srgbClr val="294171"/>
              </a:buClr>
              <a:buSzTx/>
              <a:buFont typeface="+mj-lt"/>
              <a:buAutoNum type="alphaLcParenR"/>
              <a:tabLst/>
              <a:defRPr/>
            </a:pPr>
            <a:endParaRPr lang="en-US" dirty="0"/>
          </a:p>
          <a:p>
            <a:pPr marL="800100" lvl="1" indent="-342900" fontAlgn="base">
              <a:spcBef>
                <a:spcPct val="0"/>
              </a:spcBef>
              <a:spcAft>
                <a:spcPct val="0"/>
              </a:spcAft>
              <a:buClr>
                <a:srgbClr val="294171"/>
              </a:buClr>
              <a:buFont typeface="+mj-lt"/>
              <a:buAutoNum type="alphaLcParenR"/>
              <a:defRPr/>
            </a:pPr>
            <a:r>
              <a:rPr lang="en-US" dirty="0"/>
              <a:t>Een </a:t>
            </a:r>
            <a:r>
              <a:rPr lang="en-US" dirty="0" err="1"/>
              <a:t>gesimuleerde</a:t>
            </a:r>
            <a:r>
              <a:rPr lang="en-US" dirty="0"/>
              <a:t> </a:t>
            </a:r>
            <a:r>
              <a:rPr lang="en-US" dirty="0" err="1"/>
              <a:t>dobbelsteenworp</a:t>
            </a:r>
            <a:r>
              <a:rPr lang="en-US" dirty="0"/>
              <a:t> </a:t>
            </a:r>
            <a:r>
              <a:rPr lang="en-US" dirty="0" err="1"/>
              <a:t>aan</a:t>
            </a:r>
            <a:r>
              <a:rPr lang="en-US" dirty="0"/>
              <a:t> </a:t>
            </a:r>
            <a:r>
              <a:rPr lang="en-US" dirty="0" err="1"/>
              <a:t>variabele</a:t>
            </a:r>
            <a:r>
              <a:rPr lang="en-US" dirty="0"/>
              <a:t> b </a:t>
            </a:r>
            <a:r>
              <a:rPr lang="en-US" dirty="0" err="1"/>
              <a:t>toekent</a:t>
            </a:r>
            <a:endParaRPr lang="en-US" dirty="0"/>
          </a:p>
          <a:p>
            <a:pPr marL="800100" lvl="1" indent="-342900" fontAlgn="base">
              <a:spcBef>
                <a:spcPct val="0"/>
              </a:spcBef>
              <a:spcAft>
                <a:spcPct val="0"/>
              </a:spcAft>
              <a:buClr>
                <a:srgbClr val="294171"/>
              </a:buClr>
              <a:buFont typeface="+mj-lt"/>
              <a:buAutoNum type="alphaLcParenR"/>
              <a:defRPr/>
            </a:pPr>
            <a:endParaRPr kumimoji="0" lang="en-US" sz="1800" b="0" i="0" u="none" strike="noStrike" kern="0" cap="none" spc="0" normalizeH="0" baseline="0" noProof="0" dirty="0">
              <a:ln>
                <a:noFill/>
              </a:ln>
              <a:solidFill>
                <a:prstClr val="black"/>
              </a:solidFill>
              <a:effectLst/>
              <a:uLnTx/>
              <a:uFillTx/>
            </a:endParaRPr>
          </a:p>
          <a:p>
            <a:pPr marL="800100" lvl="1" indent="-342900" fontAlgn="base">
              <a:spcBef>
                <a:spcPct val="0"/>
              </a:spcBef>
              <a:spcAft>
                <a:spcPct val="0"/>
              </a:spcAft>
              <a:buClr>
                <a:srgbClr val="294171"/>
              </a:buClr>
              <a:buFont typeface="+mj-lt"/>
              <a:buAutoNum type="alphaLcParenR"/>
              <a:defRPr/>
            </a:pPr>
            <a:r>
              <a:rPr lang="en-US" kern="0" dirty="0">
                <a:solidFill>
                  <a:prstClr val="black"/>
                </a:solidFill>
              </a:rPr>
              <a:t>Aan </a:t>
            </a:r>
            <a:r>
              <a:rPr lang="en-US" kern="0" dirty="0" err="1">
                <a:solidFill>
                  <a:prstClr val="black"/>
                </a:solidFill>
              </a:rPr>
              <a:t>variabele</a:t>
            </a:r>
            <a:r>
              <a:rPr lang="en-US" kern="0" dirty="0">
                <a:solidFill>
                  <a:prstClr val="black"/>
                </a:solidFill>
              </a:rPr>
              <a:t> c de </a:t>
            </a:r>
            <a:r>
              <a:rPr lang="en-US" kern="0" dirty="0" err="1">
                <a:solidFill>
                  <a:prstClr val="black"/>
                </a:solidFill>
              </a:rPr>
              <a:t>waarde</a:t>
            </a:r>
            <a:r>
              <a:rPr lang="en-US" kern="0" dirty="0">
                <a:solidFill>
                  <a:prstClr val="black"/>
                </a:solidFill>
              </a:rPr>
              <a:t> </a:t>
            </a:r>
            <a:r>
              <a:rPr lang="en-US" kern="0" dirty="0" err="1">
                <a:solidFill>
                  <a:prstClr val="black"/>
                </a:solidFill>
              </a:rPr>
              <a:t>toekent</a:t>
            </a:r>
            <a:r>
              <a:rPr lang="en-US" kern="0" dirty="0">
                <a:solidFill>
                  <a:prstClr val="black"/>
                </a:solidFill>
              </a:rPr>
              <a:t> van </a:t>
            </a:r>
            <a:r>
              <a:rPr lang="en-US" kern="0" dirty="0" err="1">
                <a:solidFill>
                  <a:prstClr val="black"/>
                </a:solidFill>
              </a:rPr>
              <a:t>een</a:t>
            </a:r>
            <a:r>
              <a:rPr lang="en-US" kern="0" dirty="0">
                <a:solidFill>
                  <a:prstClr val="black"/>
                </a:solidFill>
              </a:rPr>
              <a:t> </a:t>
            </a:r>
            <a:r>
              <a:rPr lang="en-US" kern="0" dirty="0" err="1">
                <a:solidFill>
                  <a:prstClr val="black"/>
                </a:solidFill>
              </a:rPr>
              <a:t>booleaanse</a:t>
            </a:r>
            <a:r>
              <a:rPr lang="en-US" kern="0" dirty="0">
                <a:solidFill>
                  <a:prstClr val="black"/>
                </a:solidFill>
              </a:rPr>
              <a:t> </a:t>
            </a:r>
            <a:r>
              <a:rPr lang="en-US" kern="0" dirty="0" err="1">
                <a:solidFill>
                  <a:prstClr val="black"/>
                </a:solidFill>
              </a:rPr>
              <a:t>expressie</a:t>
            </a:r>
            <a:r>
              <a:rPr lang="en-US" kern="0" dirty="0">
                <a:solidFill>
                  <a:prstClr val="black"/>
                </a:solidFill>
              </a:rPr>
              <a:t> die </a:t>
            </a:r>
            <a:r>
              <a:rPr lang="en-US" kern="0" dirty="0" err="1">
                <a:solidFill>
                  <a:prstClr val="black"/>
                </a:solidFill>
              </a:rPr>
              <a:t>controleert</a:t>
            </a:r>
            <a:r>
              <a:rPr lang="en-US" kern="0" dirty="0">
                <a:solidFill>
                  <a:prstClr val="black"/>
                </a:solidFill>
              </a:rPr>
              <a:t> of </a:t>
            </a:r>
            <a:r>
              <a:rPr lang="en-US" kern="0" dirty="0" err="1">
                <a:solidFill>
                  <a:prstClr val="black"/>
                </a:solidFill>
              </a:rPr>
              <a:t>beide</a:t>
            </a:r>
            <a:r>
              <a:rPr lang="en-US" kern="0" dirty="0">
                <a:solidFill>
                  <a:prstClr val="black"/>
                </a:solidFill>
              </a:rPr>
              <a:t> </a:t>
            </a:r>
            <a:r>
              <a:rPr lang="en-US" kern="0" dirty="0" err="1">
                <a:solidFill>
                  <a:prstClr val="black"/>
                </a:solidFill>
              </a:rPr>
              <a:t>worpen</a:t>
            </a:r>
            <a:r>
              <a:rPr lang="en-US" kern="0" dirty="0">
                <a:solidFill>
                  <a:prstClr val="black"/>
                </a:solidFill>
              </a:rPr>
              <a:t> </a:t>
            </a:r>
            <a:r>
              <a:rPr lang="en-US" kern="0" dirty="0" err="1">
                <a:solidFill>
                  <a:prstClr val="black"/>
                </a:solidFill>
              </a:rPr>
              <a:t>gelijk</a:t>
            </a:r>
            <a:r>
              <a:rPr lang="en-US" kern="0" dirty="0">
                <a:solidFill>
                  <a:prstClr val="black"/>
                </a:solidFill>
              </a:rPr>
              <a:t> </a:t>
            </a:r>
            <a:r>
              <a:rPr lang="en-US" kern="0" dirty="0" err="1">
                <a:solidFill>
                  <a:prstClr val="black"/>
                </a:solidFill>
              </a:rPr>
              <a:t>zijn</a:t>
            </a:r>
            <a:endParaRPr kumimoji="0" lang="en-US" sz="1800" b="0" i="0" u="none" strike="noStrike" kern="0" cap="none" spc="0" normalizeH="0" baseline="0" noProof="0" dirty="0">
              <a:ln>
                <a:noFill/>
              </a:ln>
              <a:solidFill>
                <a:prstClr val="black"/>
              </a:solidFill>
              <a:effectLst/>
              <a:uLnTx/>
              <a:uFillTx/>
            </a:endParaRPr>
          </a:p>
        </p:txBody>
      </p:sp>
      <p:pic>
        <p:nvPicPr>
          <p:cNvPr id="3" name="Afbeelding 2" descr="Afbeelding met dobbelstenen, Dobbelspel&#10;&#10;Automatisch gegenereerde beschrijving">
            <a:extLst>
              <a:ext uri="{FF2B5EF4-FFF2-40B4-BE49-F238E27FC236}">
                <a16:creationId xmlns:a16="http://schemas.microsoft.com/office/drawing/2014/main" id="{EFE5C76A-D17D-95F9-F32F-3DEF16545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85" y="5107219"/>
            <a:ext cx="1945312" cy="1750781"/>
          </a:xfrm>
          <a:prstGeom prst="rect">
            <a:avLst/>
          </a:prstGeom>
        </p:spPr>
      </p:pic>
    </p:spTree>
    <p:extLst>
      <p:ext uri="{BB962C8B-B14F-4D97-AF65-F5344CB8AC3E}">
        <p14:creationId xmlns:p14="http://schemas.microsoft.com/office/powerpoint/2010/main" val="232901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8C94230-B54C-41D6-A73F-6BC32057DC0E}"/>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Oefening</a:t>
            </a:r>
            <a:r>
              <a:rPr kumimoji="0" lang="en-US" sz="3600" b="1" i="0" u="none" strike="noStrike" kern="0" cap="none" spc="0" normalizeH="0" baseline="0" noProof="0" dirty="0">
                <a:ln>
                  <a:noFill/>
                </a:ln>
                <a:solidFill>
                  <a:prstClr val="black"/>
                </a:solidFill>
                <a:effectLst/>
                <a:uLnTx/>
                <a:uFillTx/>
              </a:rPr>
              <a:t> Smart App</a:t>
            </a:r>
            <a:endParaRPr kumimoji="0" lang="en-US" sz="2000" b="0" i="0" u="none" strike="noStrike" kern="0" cap="none" spc="0" normalizeH="0" baseline="0" noProof="0" dirty="0">
              <a:ln>
                <a:noFill/>
              </a:ln>
              <a:solidFill>
                <a:prstClr val="black"/>
              </a:solidFill>
              <a:effectLst/>
              <a:uLnTx/>
              <a:uFillTx/>
            </a:endParaRPr>
          </a:p>
        </p:txBody>
      </p:sp>
      <p:sp>
        <p:nvSpPr>
          <p:cNvPr id="6" name="TextBox 7">
            <a:extLst>
              <a:ext uri="{FF2B5EF4-FFF2-40B4-BE49-F238E27FC236}">
                <a16:creationId xmlns:a16="http://schemas.microsoft.com/office/drawing/2014/main" id="{DFFA76B3-E3D1-4B11-AB89-D059BDC5C3A8}"/>
              </a:ext>
            </a:extLst>
          </p:cNvPr>
          <p:cNvSpPr txBox="1"/>
          <p:nvPr/>
        </p:nvSpPr>
        <p:spPr bwMode="auto">
          <a:xfrm>
            <a:off x="709357" y="1887406"/>
            <a:ext cx="7853617" cy="330859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457200" marR="0" lvl="0" indent="-457200" defTabSz="914400" eaLnBrk="1" fontAlgn="base" latinLnBrk="0" hangingPunct="1">
              <a:lnSpc>
                <a:spcPct val="100000"/>
              </a:lnSpc>
              <a:spcBef>
                <a:spcPct val="0"/>
              </a:spcBef>
              <a:spcAft>
                <a:spcPct val="0"/>
              </a:spcAft>
              <a:buClrTx/>
              <a:buSzTx/>
              <a:buFontTx/>
              <a:buNone/>
              <a:tabLst/>
              <a:defRPr/>
            </a:pPr>
            <a:r>
              <a:rPr kumimoji="0" lang="nl-NL" sz="2000" b="0" i="0" u="none" strike="noStrike" kern="0" cap="none" spc="0" normalizeH="0" baseline="0" noProof="0" dirty="0">
                <a:ln>
                  <a:noFill/>
                </a:ln>
                <a:solidFill>
                  <a:srgbClr val="294171"/>
                </a:solidFill>
                <a:effectLst/>
                <a:uLnTx/>
                <a:uFillTx/>
              </a:rPr>
              <a:t>Schrijf een programma dat:</a:t>
            </a:r>
            <a:br>
              <a:rPr kumimoji="0" lang="nl-NL" sz="2000" b="0" i="0" u="none" strike="noStrike" kern="0" cap="none" spc="0" normalizeH="0" baseline="0" noProof="0" dirty="0">
                <a:ln>
                  <a:noFill/>
                </a:ln>
                <a:solidFill>
                  <a:srgbClr val="294171"/>
                </a:solidFill>
                <a:effectLst/>
                <a:uLnTx/>
                <a:uFillTx/>
              </a:rPr>
            </a:br>
            <a:endParaRPr kumimoji="0" lang="nl-NL" sz="2000" b="0" i="0" u="none" strike="noStrike" kern="0" cap="none" spc="0" normalizeH="0" baseline="0" noProof="0" dirty="0">
              <a:ln>
                <a:noFill/>
              </a:ln>
              <a:solidFill>
                <a:srgbClr val="294171"/>
              </a:solidFill>
              <a:effectLst/>
              <a:uLnTx/>
              <a:uFillTx/>
            </a:endParaRPr>
          </a:p>
          <a:p>
            <a:pPr marL="457200" marR="0" lvl="0" indent="-225425" defTabSz="914400" eaLnBrk="1" fontAlgn="base" latinLnBrk="0" hangingPunct="1">
              <a:lnSpc>
                <a:spcPct val="100000"/>
              </a:lnSpc>
              <a:spcBef>
                <a:spcPct val="0"/>
              </a:spcBef>
              <a:spcAft>
                <a:spcPts val="600"/>
              </a:spcAft>
              <a:buClr>
                <a:srgbClr val="294171"/>
              </a:buClr>
              <a:buSzPct val="75000"/>
              <a:buFont typeface="+mj-lt"/>
              <a:buAutoNum type="arabicPeriod"/>
              <a:tabLst/>
              <a:defRPr/>
            </a:pPr>
            <a:r>
              <a:rPr kumimoji="0" lang="nl-NL" sz="1800" b="0" i="0" u="none" strike="noStrike" kern="0" cap="none" spc="0" normalizeH="0" baseline="0" noProof="0" dirty="0">
                <a:ln>
                  <a:noFill/>
                </a:ln>
                <a:solidFill>
                  <a:prstClr val="black"/>
                </a:solidFill>
                <a:effectLst/>
                <a:uLnTx/>
                <a:uFillTx/>
              </a:rPr>
              <a:t>De gebruiker vraagt om temperatuur, windsnelheid en luchtvochtigheid</a:t>
            </a:r>
          </a:p>
          <a:p>
            <a:pPr marL="457200" marR="0" lvl="0" indent="-225425" defTabSz="914400" eaLnBrk="1" fontAlgn="base" latinLnBrk="0" hangingPunct="1">
              <a:lnSpc>
                <a:spcPct val="100000"/>
              </a:lnSpc>
              <a:spcBef>
                <a:spcPct val="0"/>
              </a:spcBef>
              <a:spcAft>
                <a:spcPts val="600"/>
              </a:spcAft>
              <a:buClr>
                <a:srgbClr val="294171"/>
              </a:buClr>
              <a:buSzPct val="75000"/>
              <a:buFont typeface="+mj-lt"/>
              <a:buAutoNum type="arabicPeriod"/>
              <a:tabLst/>
              <a:defRPr/>
            </a:pPr>
            <a:r>
              <a:rPr kumimoji="0" lang="nl-NL" sz="1800" b="0" i="0" u="none" strike="noStrike" kern="0" cap="none" spc="0" normalizeH="0" baseline="0" noProof="0" dirty="0">
                <a:ln>
                  <a:noFill/>
                </a:ln>
                <a:solidFill>
                  <a:prstClr val="black"/>
                </a:solidFill>
                <a:effectLst/>
                <a:uLnTx/>
                <a:uFillTx/>
              </a:rPr>
              <a:t>Een boodschap print met de huidige temperatuur</a:t>
            </a:r>
          </a:p>
          <a:p>
            <a:pPr marL="457200" marR="0" lvl="0" indent="-225425" defTabSz="914400" eaLnBrk="1" fontAlgn="base" latinLnBrk="0" hangingPunct="1">
              <a:lnSpc>
                <a:spcPct val="100000"/>
              </a:lnSpc>
              <a:spcBef>
                <a:spcPct val="0"/>
              </a:spcBef>
              <a:spcAft>
                <a:spcPts val="600"/>
              </a:spcAft>
              <a:buClr>
                <a:srgbClr val="294171"/>
              </a:buClr>
              <a:buSzPct val="75000"/>
              <a:buFont typeface="+mj-lt"/>
              <a:buAutoNum type="arabicPeriod"/>
              <a:tabLst/>
              <a:defRPr/>
            </a:pPr>
            <a:r>
              <a:rPr lang="nl-NL" kern="0" dirty="0">
                <a:solidFill>
                  <a:prstClr val="black"/>
                </a:solidFill>
              </a:rPr>
              <a:t>Een boodschap print met de gevoelstemperatuur (zie de formule op Canvas)</a:t>
            </a:r>
          </a:p>
          <a:p>
            <a:pPr marL="457200" marR="0" lvl="0" indent="-225425" defTabSz="914400" eaLnBrk="1" fontAlgn="base" latinLnBrk="0" hangingPunct="1">
              <a:lnSpc>
                <a:spcPct val="100000"/>
              </a:lnSpc>
              <a:spcBef>
                <a:spcPct val="0"/>
              </a:spcBef>
              <a:spcAft>
                <a:spcPts val="600"/>
              </a:spcAft>
              <a:buClr>
                <a:srgbClr val="294171"/>
              </a:buClr>
              <a:buSzPct val="75000"/>
              <a:buFont typeface="+mj-lt"/>
              <a:buAutoNum type="arabicPeriod"/>
              <a:tabLst/>
              <a:defRPr/>
            </a:pPr>
            <a:r>
              <a:rPr kumimoji="0" lang="nl-NL" sz="1800" b="0" i="0" u="none" strike="noStrike" kern="0" cap="none" spc="0" normalizeH="0" baseline="0" noProof="0" dirty="0">
                <a:ln>
                  <a:noFill/>
                </a:ln>
                <a:solidFill>
                  <a:prstClr val="black"/>
                </a:solidFill>
                <a:effectLst/>
                <a:uLnTx/>
                <a:uFillTx/>
              </a:rPr>
              <a:t>De temperatuur toevoeg</a:t>
            </a:r>
            <a:r>
              <a:rPr lang="nl-NL" kern="0" dirty="0">
                <a:solidFill>
                  <a:prstClr val="black"/>
                </a:solidFill>
              </a:rPr>
              <a:t>t aan een lijst</a:t>
            </a:r>
          </a:p>
          <a:p>
            <a:pPr marL="231775" marR="0" lvl="0" defTabSz="914400" eaLnBrk="1" fontAlgn="base" latinLnBrk="0" hangingPunct="1">
              <a:lnSpc>
                <a:spcPct val="100000"/>
              </a:lnSpc>
              <a:spcBef>
                <a:spcPct val="0"/>
              </a:spcBef>
              <a:spcAft>
                <a:spcPts val="600"/>
              </a:spcAft>
              <a:buClr>
                <a:srgbClr val="294171"/>
              </a:buClr>
              <a:buSzPct val="75000"/>
              <a:tabLst/>
              <a:defRPr/>
            </a:pPr>
            <a:endParaRPr lang="nl-NL" dirty="0"/>
          </a:p>
          <a:p>
            <a:pPr marL="231775" marR="0" lvl="0" defTabSz="914400" eaLnBrk="1" fontAlgn="base" latinLnBrk="0" hangingPunct="1">
              <a:lnSpc>
                <a:spcPct val="100000"/>
              </a:lnSpc>
              <a:spcBef>
                <a:spcPct val="0"/>
              </a:spcBef>
              <a:spcAft>
                <a:spcPts val="600"/>
              </a:spcAft>
              <a:buClr>
                <a:srgbClr val="294171"/>
              </a:buClr>
              <a:buSzPct val="75000"/>
              <a:tabLst/>
              <a:defRPr/>
            </a:pPr>
            <a:r>
              <a:rPr lang="nl-NL" dirty="0"/>
              <a:t>Uiteindelijk maken we een programma dat de gebruiker blijft vragen om data in te voeren, totdat de gebruiker een </a:t>
            </a:r>
            <a:r>
              <a:rPr lang="nl-NL" dirty="0" err="1"/>
              <a:t>een</a:t>
            </a:r>
            <a:r>
              <a:rPr lang="nl-NL" dirty="0"/>
              <a:t> lege string invoert. Dat hebben we nog niet behandeld, maar dat komt in de komende lessen.</a:t>
            </a:r>
            <a:endParaRPr lang="nl-NL" kern="0" dirty="0">
              <a:solidFill>
                <a:prstClr val="black"/>
              </a:solidFill>
            </a:endParaRPr>
          </a:p>
        </p:txBody>
      </p:sp>
    </p:spTree>
    <p:extLst>
      <p:ext uri="{BB962C8B-B14F-4D97-AF65-F5344CB8AC3E}">
        <p14:creationId xmlns:p14="http://schemas.microsoft.com/office/powerpoint/2010/main" val="4044884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A259F3-F2E3-4A30-9EFA-0261D353E538}"/>
              </a:ext>
            </a:extLst>
          </p:cNvPr>
          <p:cNvSpPr txBox="1">
            <a:spLocks noChangeArrowheads="1"/>
          </p:cNvSpPr>
          <p:nvPr/>
        </p:nvSpPr>
        <p:spPr>
          <a:xfrm>
            <a:off x="709200" y="1724400"/>
            <a:ext cx="10791825" cy="452596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Deze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a:t>
            </a:r>
            <a:r>
              <a:rPr lang="nl-NL" sz="2400" dirty="0">
                <a:solidFill>
                  <a:sysClr val="windowText" lastClr="000000"/>
                </a:solidFill>
                <a:latin typeface="Calibri"/>
              </a:rPr>
              <a:t>de </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hlinkClick r:id="rId2"/>
              </a:rPr>
              <a:t>quiz</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(optioneel)</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lang="nl-NL" sz="2400" dirty="0">
                <a:solidFill>
                  <a:sysClr val="windowText" lastClr="000000"/>
                </a:solidFill>
                <a:latin typeface="Calibri"/>
              </a:rPr>
              <a:t>Werk aan de Smart App opdracht</a:t>
            </a: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a:t>
            </a:r>
            <a:r>
              <a:rPr kumimoji="0" lang="nl-NL" sz="2400" b="0" i="0" u="none" strike="noStrike" kern="1200" cap="none" spc="0" normalizeH="0" baseline="0" noProof="0">
                <a:ln>
                  <a:noFill/>
                </a:ln>
                <a:solidFill>
                  <a:sysClr val="windowText" lastClr="000000"/>
                </a:solidFill>
                <a:effectLst/>
                <a:uLnTx/>
                <a:uFillTx/>
                <a:latin typeface="Calibri"/>
                <a:ea typeface="+mn-ea"/>
                <a:cs typeface="+mn-cs"/>
              </a:rPr>
              <a:t>openstaande </a:t>
            </a:r>
            <a:r>
              <a:rPr lang="nl-NL" sz="2400">
                <a:solidFill>
                  <a:sysClr val="windowText" lastClr="000000"/>
                </a:solidFill>
                <a:latin typeface="Calibri"/>
              </a:rPr>
              <a:t>opdrachten </a:t>
            </a:r>
            <a:r>
              <a:rPr lang="nl-NL" sz="2400" dirty="0">
                <a:solidFill>
                  <a:sysClr val="windowText" lastClr="000000"/>
                </a:solidFill>
                <a:latin typeface="Calibri"/>
              </a:rPr>
              <a:t>af</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Voor volgende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de voorbereidingsopdrachten </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lang="nl-NL" sz="2400" b="1" u="sng" dirty="0">
                <a:solidFill>
                  <a:sysClr val="windowText" lastClr="000000"/>
                </a:solidFill>
                <a:latin typeface="Calibri"/>
              </a:rPr>
              <a:t>L</a:t>
            </a:r>
            <a:r>
              <a:rPr kumimoji="0" lang="nl-NL" sz="2400" b="1" i="0" u="sng" strike="noStrike" kern="1200" cap="none" spc="0" normalizeH="0" baseline="0" noProof="0" dirty="0" err="1">
                <a:ln>
                  <a:noFill/>
                </a:ln>
                <a:solidFill>
                  <a:sysClr val="windowText" lastClr="000000"/>
                </a:solidFill>
                <a:effectLst/>
                <a:uLnTx/>
                <a:uFillTx/>
                <a:latin typeface="Calibri"/>
                <a:ea typeface="+mn-ea"/>
                <a:cs typeface="+mn-cs"/>
              </a:rPr>
              <a:t>ees</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de op Canvas genoemde literatuur!!</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Start met de oefeningen op Canvas</a:t>
            </a:r>
            <a:endParaRPr kumimoji="0" lang="nl-NL" sz="18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5" name="Title 1">
            <a:extLst>
              <a:ext uri="{FF2B5EF4-FFF2-40B4-BE49-F238E27FC236}">
                <a16:creationId xmlns:a16="http://schemas.microsoft.com/office/drawing/2014/main" id="{06706DA7-97AF-4BB4-A606-2CF74DC4C2ED}"/>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Opdracht</a:t>
            </a:r>
            <a:r>
              <a:rPr kumimoji="0" lang="en-US" sz="3600" b="1" i="0" u="none" strike="noStrike" kern="0" cap="none" spc="0" normalizeH="0" baseline="0" noProof="0" dirty="0">
                <a:ln>
                  <a:noFill/>
                </a:ln>
                <a:solidFill>
                  <a:prstClr val="black"/>
                </a:solidFill>
                <a:effectLst/>
                <a:uLnTx/>
                <a:uFillTx/>
              </a:rPr>
              <a:t>(</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2083501310"/>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13885</TotalTime>
  <Words>2205</Words>
  <Application>Microsoft Office PowerPoint</Application>
  <PresentationFormat>Breedbeeld</PresentationFormat>
  <Paragraphs>348</Paragraphs>
  <Slides>25</Slides>
  <Notes>0</Notes>
  <HiddenSlides>1</HiddenSlides>
  <MMClips>0</MMClips>
  <ScaleCrop>false</ScaleCrop>
  <HeadingPairs>
    <vt:vector size="6" baseType="variant">
      <vt:variant>
        <vt:lpstr>Gebruikte lettertypen</vt:lpstr>
      </vt:variant>
      <vt:variant>
        <vt:i4>8</vt:i4>
      </vt:variant>
      <vt:variant>
        <vt:lpstr>Thema</vt:lpstr>
      </vt:variant>
      <vt:variant>
        <vt:i4>2</vt:i4>
      </vt:variant>
      <vt:variant>
        <vt:lpstr>Diatitels</vt:lpstr>
      </vt:variant>
      <vt:variant>
        <vt:i4>25</vt:i4>
      </vt:variant>
    </vt:vector>
  </HeadingPairs>
  <TitlesOfParts>
    <vt:vector size="35" baseType="lpstr">
      <vt:lpstr>Courier New</vt:lpstr>
      <vt:lpstr>Wingdings</vt:lpstr>
      <vt:lpstr>Cambria Math</vt:lpstr>
      <vt:lpstr>Calibri Light</vt:lpstr>
      <vt:lpstr>Arial</vt:lpstr>
      <vt:lpstr>JetBrains Mono</vt:lpstr>
      <vt:lpstr>Calibri</vt:lpstr>
      <vt:lpstr>Consolas</vt:lpstr>
      <vt:lpstr>Kantoorthema</vt:lpstr>
      <vt:lpstr>1_Kantoorthema</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Bart van Eijkelenburg</dc:creator>
  <cp:lastModifiedBy>Bart van Eijkelenburg</cp:lastModifiedBy>
  <cp:revision>17</cp:revision>
  <dcterms:created xsi:type="dcterms:W3CDTF">2020-09-14T08:21:41Z</dcterms:created>
  <dcterms:modified xsi:type="dcterms:W3CDTF">2025-07-01T02:21:29Z</dcterms:modified>
</cp:coreProperties>
</file>