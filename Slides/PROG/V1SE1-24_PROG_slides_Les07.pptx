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sldIdLst>
    <p:sldId id="256" r:id="rId3"/>
    <p:sldId id="257" r:id="rId4"/>
    <p:sldId id="343" r:id="rId5"/>
    <p:sldId id="344" r:id="rId6"/>
    <p:sldId id="345" r:id="rId7"/>
    <p:sldId id="313" r:id="rId8"/>
    <p:sldId id="348" r:id="rId9"/>
    <p:sldId id="346" r:id="rId10"/>
    <p:sldId id="351" r:id="rId11"/>
    <p:sldId id="347" r:id="rId12"/>
    <p:sldId id="349" r:id="rId13"/>
    <p:sldId id="352" r:id="rId14"/>
    <p:sldId id="353" r:id="rId15"/>
    <p:sldId id="279" r:id="rId16"/>
    <p:sldId id="280" r:id="rId17"/>
    <p:sldId id="281" r:id="rId18"/>
    <p:sldId id="282" r:id="rId19"/>
    <p:sldId id="283" r:id="rId20"/>
    <p:sldId id="284" r:id="rId21"/>
    <p:sldId id="273" r:id="rId22"/>
  </p:sldIdLst>
  <p:sldSz cx="12192000" cy="6858000"/>
  <p:notesSz cx="6858000" cy="9144000"/>
  <p:embeddedFontLst>
    <p:embeddedFont>
      <p:font typeface="Consolas" panose="020B0609020204030204" pitchFamily="49" charset="0"/>
      <p:regular r:id="rId23"/>
      <p:bold r:id="rId24"/>
      <p:italic r:id="rId25"/>
      <p:boldItalic r:id="rId26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7CD353-E62B-4BFE-AC8B-2AD10705F127}" v="3571" dt="2025-07-15T12:59:49.2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5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t" userId="32564be6-3772-4f77-8099-aa7e4c72ca61" providerId="ADAL" clId="{DFFCF7C6-F675-465E-9224-AE479E9DE6C8}"/>
    <pc:docChg chg="delSld modSld modMainMaster">
      <pc:chgData name="Bart" userId="32564be6-3772-4f77-8099-aa7e4c72ca61" providerId="ADAL" clId="{DFFCF7C6-F675-465E-9224-AE479E9DE6C8}" dt="2021-06-24T08:59:28.638" v="9"/>
      <pc:docMkLst>
        <pc:docMk/>
      </pc:docMkLst>
      <pc:sldChg chg="del">
        <pc:chgData name="Bart" userId="32564be6-3772-4f77-8099-aa7e4c72ca61" providerId="ADAL" clId="{DFFCF7C6-F675-465E-9224-AE479E9DE6C8}" dt="2021-06-24T08:59:18.778" v="0" actId="2696"/>
        <pc:sldMkLst>
          <pc:docMk/>
          <pc:sldMk cId="2711810886" sldId="256"/>
        </pc:sldMkLst>
      </pc:sldChg>
      <pc:sldChg chg="setBg">
        <pc:chgData name="Bart" userId="32564be6-3772-4f77-8099-aa7e4c72ca61" providerId="ADAL" clId="{DFFCF7C6-F675-465E-9224-AE479E9DE6C8}" dt="2021-06-24T08:59:28.638" v="9"/>
        <pc:sldMkLst>
          <pc:docMk/>
          <pc:sldMk cId="2318623463" sldId="257"/>
        </pc:sldMkLst>
      </pc:sldChg>
      <pc:sldMasterChg chg="setBg modSldLayout">
        <pc:chgData name="Bart" userId="32564be6-3772-4f77-8099-aa7e4c72ca61" providerId="ADAL" clId="{DFFCF7C6-F675-465E-9224-AE479E9DE6C8}" dt="2021-06-24T08:59:28.638" v="9"/>
        <pc:sldMasterMkLst>
          <pc:docMk/>
          <pc:sldMasterMk cId="1016079846" sldId="2147483648"/>
        </pc:sldMasterMkLst>
        <pc:sldLayoutChg chg="setBg">
          <pc:chgData name="Bart" userId="32564be6-3772-4f77-8099-aa7e4c72ca61" providerId="ADAL" clId="{DFFCF7C6-F675-465E-9224-AE479E9DE6C8}" dt="2021-06-24T08:59:28.638" v="9"/>
          <pc:sldLayoutMkLst>
            <pc:docMk/>
            <pc:sldMasterMk cId="1016079846" sldId="2147483648"/>
            <pc:sldLayoutMk cId="1785355282" sldId="2147483649"/>
          </pc:sldLayoutMkLst>
        </pc:sldLayoutChg>
        <pc:sldLayoutChg chg="setBg">
          <pc:chgData name="Bart" userId="32564be6-3772-4f77-8099-aa7e4c72ca61" providerId="ADAL" clId="{DFFCF7C6-F675-465E-9224-AE479E9DE6C8}" dt="2021-06-24T08:59:28.638" v="9"/>
          <pc:sldLayoutMkLst>
            <pc:docMk/>
            <pc:sldMasterMk cId="1016079846" sldId="2147483648"/>
            <pc:sldLayoutMk cId="1532882243" sldId="2147483650"/>
          </pc:sldLayoutMkLst>
        </pc:sldLayoutChg>
        <pc:sldLayoutChg chg="setBg">
          <pc:chgData name="Bart" userId="32564be6-3772-4f77-8099-aa7e4c72ca61" providerId="ADAL" clId="{DFFCF7C6-F675-465E-9224-AE479E9DE6C8}" dt="2021-06-24T08:59:28.638" v="9"/>
          <pc:sldLayoutMkLst>
            <pc:docMk/>
            <pc:sldMasterMk cId="1016079846" sldId="2147483648"/>
            <pc:sldLayoutMk cId="3195599674" sldId="2147483651"/>
          </pc:sldLayoutMkLst>
        </pc:sldLayoutChg>
        <pc:sldLayoutChg chg="setBg">
          <pc:chgData name="Bart" userId="32564be6-3772-4f77-8099-aa7e4c72ca61" providerId="ADAL" clId="{DFFCF7C6-F675-465E-9224-AE479E9DE6C8}" dt="2021-06-24T08:59:28.638" v="9"/>
          <pc:sldLayoutMkLst>
            <pc:docMk/>
            <pc:sldMasterMk cId="1016079846" sldId="2147483648"/>
            <pc:sldLayoutMk cId="2284101934" sldId="2147483652"/>
          </pc:sldLayoutMkLst>
        </pc:sldLayoutChg>
        <pc:sldLayoutChg chg="setBg">
          <pc:chgData name="Bart" userId="32564be6-3772-4f77-8099-aa7e4c72ca61" providerId="ADAL" clId="{DFFCF7C6-F675-465E-9224-AE479E9DE6C8}" dt="2021-06-24T08:59:28.638" v="9"/>
          <pc:sldLayoutMkLst>
            <pc:docMk/>
            <pc:sldMasterMk cId="1016079846" sldId="2147483648"/>
            <pc:sldLayoutMk cId="3478871560" sldId="2147483653"/>
          </pc:sldLayoutMkLst>
        </pc:sldLayoutChg>
        <pc:sldLayoutChg chg="setBg">
          <pc:chgData name="Bart" userId="32564be6-3772-4f77-8099-aa7e4c72ca61" providerId="ADAL" clId="{DFFCF7C6-F675-465E-9224-AE479E9DE6C8}" dt="2021-06-24T08:59:28.638" v="9"/>
          <pc:sldLayoutMkLst>
            <pc:docMk/>
            <pc:sldMasterMk cId="1016079846" sldId="2147483648"/>
            <pc:sldLayoutMk cId="3538778222" sldId="2147483654"/>
          </pc:sldLayoutMkLst>
        </pc:sldLayoutChg>
        <pc:sldLayoutChg chg="setBg">
          <pc:chgData name="Bart" userId="32564be6-3772-4f77-8099-aa7e4c72ca61" providerId="ADAL" clId="{DFFCF7C6-F675-465E-9224-AE479E9DE6C8}" dt="2021-06-24T08:59:28.638" v="9"/>
          <pc:sldLayoutMkLst>
            <pc:docMk/>
            <pc:sldMasterMk cId="1016079846" sldId="2147483648"/>
            <pc:sldLayoutMk cId="3973630101" sldId="2147483655"/>
          </pc:sldLayoutMkLst>
        </pc:sldLayoutChg>
        <pc:sldLayoutChg chg="setBg">
          <pc:chgData name="Bart" userId="32564be6-3772-4f77-8099-aa7e4c72ca61" providerId="ADAL" clId="{DFFCF7C6-F675-465E-9224-AE479E9DE6C8}" dt="2021-06-24T08:59:28.638" v="9"/>
          <pc:sldLayoutMkLst>
            <pc:docMk/>
            <pc:sldMasterMk cId="1016079846" sldId="2147483648"/>
            <pc:sldLayoutMk cId="179819156" sldId="2147483656"/>
          </pc:sldLayoutMkLst>
        </pc:sldLayoutChg>
        <pc:sldLayoutChg chg="setBg">
          <pc:chgData name="Bart" userId="32564be6-3772-4f77-8099-aa7e4c72ca61" providerId="ADAL" clId="{DFFCF7C6-F675-465E-9224-AE479E9DE6C8}" dt="2021-06-24T08:59:28.638" v="9"/>
          <pc:sldLayoutMkLst>
            <pc:docMk/>
            <pc:sldMasterMk cId="1016079846" sldId="2147483648"/>
            <pc:sldLayoutMk cId="242747704" sldId="2147483657"/>
          </pc:sldLayoutMkLst>
        </pc:sldLayoutChg>
        <pc:sldLayoutChg chg="setBg">
          <pc:chgData name="Bart" userId="32564be6-3772-4f77-8099-aa7e4c72ca61" providerId="ADAL" clId="{DFFCF7C6-F675-465E-9224-AE479E9DE6C8}" dt="2021-06-24T08:59:28.638" v="9"/>
          <pc:sldLayoutMkLst>
            <pc:docMk/>
            <pc:sldMasterMk cId="1016079846" sldId="2147483648"/>
            <pc:sldLayoutMk cId="4023541389" sldId="2147483658"/>
          </pc:sldLayoutMkLst>
        </pc:sldLayoutChg>
        <pc:sldLayoutChg chg="setBg">
          <pc:chgData name="Bart" userId="32564be6-3772-4f77-8099-aa7e4c72ca61" providerId="ADAL" clId="{DFFCF7C6-F675-465E-9224-AE479E9DE6C8}" dt="2021-06-24T08:59:28.638" v="9"/>
          <pc:sldLayoutMkLst>
            <pc:docMk/>
            <pc:sldMasterMk cId="1016079846" sldId="2147483648"/>
            <pc:sldLayoutMk cId="3820867972" sldId="2147483659"/>
          </pc:sldLayoutMkLst>
        </pc:sldLayoutChg>
      </pc:sldMasterChg>
    </pc:docChg>
  </pc:docChgLst>
  <pc:docChgLst>
    <pc:chgData name="Bart van Eijkelenburg" userId="32564be6-3772-4f77-8099-aa7e4c72ca61" providerId="ADAL" clId="{CC7CD353-E62B-4BFE-AC8B-2AD10705F127}"/>
    <pc:docChg chg="undo redo custSel addSld delSld modSld sldOrd">
      <pc:chgData name="Bart van Eijkelenburg" userId="32564be6-3772-4f77-8099-aa7e4c72ca61" providerId="ADAL" clId="{CC7CD353-E62B-4BFE-AC8B-2AD10705F127}" dt="2025-07-15T13:06:28.830" v="6368" actId="20577"/>
      <pc:docMkLst>
        <pc:docMk/>
      </pc:docMkLst>
      <pc:sldChg chg="modSp mod">
        <pc:chgData name="Bart van Eijkelenburg" userId="32564be6-3772-4f77-8099-aa7e4c72ca61" providerId="ADAL" clId="{CC7CD353-E62B-4BFE-AC8B-2AD10705F127}" dt="2025-06-27T12:28:54.112" v="3327" actId="20577"/>
        <pc:sldMkLst>
          <pc:docMk/>
          <pc:sldMk cId="2318623463" sldId="257"/>
        </pc:sldMkLst>
        <pc:spChg chg="mod">
          <ac:chgData name="Bart van Eijkelenburg" userId="32564be6-3772-4f77-8099-aa7e4c72ca61" providerId="ADAL" clId="{CC7CD353-E62B-4BFE-AC8B-2AD10705F127}" dt="2025-06-27T12:28:54.112" v="3327" actId="20577"/>
          <ac:spMkLst>
            <pc:docMk/>
            <pc:sldMk cId="2318623463" sldId="257"/>
            <ac:spMk id="2" creationId="{30E2616B-058A-0CDE-0EE9-C73010DE67BF}"/>
          </ac:spMkLst>
        </pc:spChg>
      </pc:sldChg>
      <pc:sldChg chg="del">
        <pc:chgData name="Bart van Eijkelenburg" userId="32564be6-3772-4f77-8099-aa7e4c72ca61" providerId="ADAL" clId="{CC7CD353-E62B-4BFE-AC8B-2AD10705F127}" dt="2025-06-27T14:50:19.022" v="5709" actId="47"/>
        <pc:sldMkLst>
          <pc:docMk/>
          <pc:sldMk cId="940914383" sldId="264"/>
        </pc:sldMkLst>
      </pc:sldChg>
      <pc:sldChg chg="del">
        <pc:chgData name="Bart van Eijkelenburg" userId="32564be6-3772-4f77-8099-aa7e4c72ca61" providerId="ADAL" clId="{CC7CD353-E62B-4BFE-AC8B-2AD10705F127}" dt="2025-06-27T14:50:19.022" v="5709" actId="47"/>
        <pc:sldMkLst>
          <pc:docMk/>
          <pc:sldMk cId="2029505551" sldId="265"/>
        </pc:sldMkLst>
      </pc:sldChg>
      <pc:sldChg chg="del">
        <pc:chgData name="Bart van Eijkelenburg" userId="32564be6-3772-4f77-8099-aa7e4c72ca61" providerId="ADAL" clId="{CC7CD353-E62B-4BFE-AC8B-2AD10705F127}" dt="2025-06-27T14:50:19.022" v="5709" actId="47"/>
        <pc:sldMkLst>
          <pc:docMk/>
          <pc:sldMk cId="324011218" sldId="266"/>
        </pc:sldMkLst>
      </pc:sldChg>
      <pc:sldChg chg="del">
        <pc:chgData name="Bart van Eijkelenburg" userId="32564be6-3772-4f77-8099-aa7e4c72ca61" providerId="ADAL" clId="{CC7CD353-E62B-4BFE-AC8B-2AD10705F127}" dt="2025-06-27T14:50:19.022" v="5709" actId="47"/>
        <pc:sldMkLst>
          <pc:docMk/>
          <pc:sldMk cId="3357075213" sldId="267"/>
        </pc:sldMkLst>
      </pc:sldChg>
      <pc:sldChg chg="del">
        <pc:chgData name="Bart van Eijkelenburg" userId="32564be6-3772-4f77-8099-aa7e4c72ca61" providerId="ADAL" clId="{CC7CD353-E62B-4BFE-AC8B-2AD10705F127}" dt="2025-06-27T14:50:19.022" v="5709" actId="47"/>
        <pc:sldMkLst>
          <pc:docMk/>
          <pc:sldMk cId="4067555730" sldId="268"/>
        </pc:sldMkLst>
      </pc:sldChg>
      <pc:sldChg chg="del">
        <pc:chgData name="Bart van Eijkelenburg" userId="32564be6-3772-4f77-8099-aa7e4c72ca61" providerId="ADAL" clId="{CC7CD353-E62B-4BFE-AC8B-2AD10705F127}" dt="2025-06-27T14:50:19.022" v="5709" actId="47"/>
        <pc:sldMkLst>
          <pc:docMk/>
          <pc:sldMk cId="1860151755" sldId="269"/>
        </pc:sldMkLst>
      </pc:sldChg>
      <pc:sldChg chg="del">
        <pc:chgData name="Bart van Eijkelenburg" userId="32564be6-3772-4f77-8099-aa7e4c72ca61" providerId="ADAL" clId="{CC7CD353-E62B-4BFE-AC8B-2AD10705F127}" dt="2025-06-27T14:50:19.022" v="5709" actId="47"/>
        <pc:sldMkLst>
          <pc:docMk/>
          <pc:sldMk cId="3321815680" sldId="270"/>
        </pc:sldMkLst>
      </pc:sldChg>
      <pc:sldChg chg="del">
        <pc:chgData name="Bart van Eijkelenburg" userId="32564be6-3772-4f77-8099-aa7e4c72ca61" providerId="ADAL" clId="{CC7CD353-E62B-4BFE-AC8B-2AD10705F127}" dt="2025-06-27T14:50:19.022" v="5709" actId="47"/>
        <pc:sldMkLst>
          <pc:docMk/>
          <pc:sldMk cId="843713813" sldId="271"/>
        </pc:sldMkLst>
      </pc:sldChg>
      <pc:sldChg chg="del">
        <pc:chgData name="Bart van Eijkelenburg" userId="32564be6-3772-4f77-8099-aa7e4c72ca61" providerId="ADAL" clId="{CC7CD353-E62B-4BFE-AC8B-2AD10705F127}" dt="2025-06-27T14:50:19.022" v="5709" actId="47"/>
        <pc:sldMkLst>
          <pc:docMk/>
          <pc:sldMk cId="3219480973" sldId="272"/>
        </pc:sldMkLst>
      </pc:sldChg>
      <pc:sldChg chg="addSp delSp modSp mod">
        <pc:chgData name="Bart van Eijkelenburg" userId="32564be6-3772-4f77-8099-aa7e4c72ca61" providerId="ADAL" clId="{CC7CD353-E62B-4BFE-AC8B-2AD10705F127}" dt="2025-07-15T13:06:28.830" v="6368" actId="20577"/>
        <pc:sldMkLst>
          <pc:docMk/>
          <pc:sldMk cId="471876541" sldId="273"/>
        </pc:sldMkLst>
        <pc:spChg chg="add del">
          <ac:chgData name="Bart van Eijkelenburg" userId="32564be6-3772-4f77-8099-aa7e4c72ca61" providerId="ADAL" clId="{CC7CD353-E62B-4BFE-AC8B-2AD10705F127}" dt="2025-07-15T12:53:05.291" v="5711" actId="22"/>
          <ac:spMkLst>
            <pc:docMk/>
            <pc:sldMk cId="471876541" sldId="273"/>
            <ac:spMk id="3" creationId="{B0A5EAAB-CB60-3B70-6312-6DAA44B8E08E}"/>
          </ac:spMkLst>
        </pc:spChg>
        <pc:spChg chg="add del">
          <ac:chgData name="Bart van Eijkelenburg" userId="32564be6-3772-4f77-8099-aa7e4c72ca61" providerId="ADAL" clId="{CC7CD353-E62B-4BFE-AC8B-2AD10705F127}" dt="2025-07-15T12:54:01.071" v="5722" actId="478"/>
          <ac:spMkLst>
            <pc:docMk/>
            <pc:sldMk cId="471876541" sldId="273"/>
            <ac:spMk id="4" creationId="{808C2738-EE82-40B1-AE47-50B9EDA4919D}"/>
          </ac:spMkLst>
        </pc:spChg>
        <pc:spChg chg="mod">
          <ac:chgData name="Bart van Eijkelenburg" userId="32564be6-3772-4f77-8099-aa7e4c72ca61" providerId="ADAL" clId="{CC7CD353-E62B-4BFE-AC8B-2AD10705F127}" dt="2025-07-15T13:06:28.830" v="6368" actId="20577"/>
          <ac:spMkLst>
            <pc:docMk/>
            <pc:sldMk cId="471876541" sldId="273"/>
            <ac:spMk id="5" creationId="{FC715BE0-29B3-42F0-8162-0085D925D800}"/>
          </ac:spMkLst>
        </pc:spChg>
        <pc:spChg chg="add del mod ord">
          <ac:chgData name="Bart van Eijkelenburg" userId="32564be6-3772-4f77-8099-aa7e4c72ca61" providerId="ADAL" clId="{CC7CD353-E62B-4BFE-AC8B-2AD10705F127}" dt="2025-07-15T12:54:00.683" v="5721" actId="167"/>
          <ac:spMkLst>
            <pc:docMk/>
            <pc:sldMk cId="471876541" sldId="273"/>
            <ac:spMk id="6" creationId="{68FDF1D8-1179-105F-58EC-716356BBA14A}"/>
          </ac:spMkLst>
        </pc:spChg>
      </pc:sldChg>
      <pc:sldChg chg="modSp modAnim">
        <pc:chgData name="Bart van Eijkelenburg" userId="32564be6-3772-4f77-8099-aa7e4c72ca61" providerId="ADAL" clId="{CC7CD353-E62B-4BFE-AC8B-2AD10705F127}" dt="2025-07-15T12:55:35.092" v="5899" actId="20577"/>
        <pc:sldMkLst>
          <pc:docMk/>
          <pc:sldMk cId="312364359" sldId="279"/>
        </pc:sldMkLst>
        <pc:spChg chg="mod">
          <ac:chgData name="Bart van Eijkelenburg" userId="32564be6-3772-4f77-8099-aa7e4c72ca61" providerId="ADAL" clId="{CC7CD353-E62B-4BFE-AC8B-2AD10705F127}" dt="2025-07-15T12:55:35.092" v="5899" actId="20577"/>
          <ac:spMkLst>
            <pc:docMk/>
            <pc:sldMk cId="312364359" sldId="279"/>
            <ac:spMk id="6" creationId="{974C6B7A-16B9-4A69-A279-B0AF81A4FAD9}"/>
          </ac:spMkLst>
        </pc:spChg>
      </pc:sldChg>
      <pc:sldChg chg="modSp mod">
        <pc:chgData name="Bart van Eijkelenburg" userId="32564be6-3772-4f77-8099-aa7e4c72ca61" providerId="ADAL" clId="{CC7CD353-E62B-4BFE-AC8B-2AD10705F127}" dt="2025-07-15T12:56:21.931" v="5970" actId="20577"/>
        <pc:sldMkLst>
          <pc:docMk/>
          <pc:sldMk cId="1058777461" sldId="280"/>
        </pc:sldMkLst>
        <pc:spChg chg="mod">
          <ac:chgData name="Bart van Eijkelenburg" userId="32564be6-3772-4f77-8099-aa7e4c72ca61" providerId="ADAL" clId="{CC7CD353-E62B-4BFE-AC8B-2AD10705F127}" dt="2025-07-15T12:55:56.974" v="5933" actId="20577"/>
          <ac:spMkLst>
            <pc:docMk/>
            <pc:sldMk cId="1058777461" sldId="280"/>
            <ac:spMk id="4" creationId="{6282B084-0971-47C6-B014-BB2DD127B05F}"/>
          </ac:spMkLst>
        </pc:spChg>
        <pc:spChg chg="mod">
          <ac:chgData name="Bart van Eijkelenburg" userId="32564be6-3772-4f77-8099-aa7e4c72ca61" providerId="ADAL" clId="{CC7CD353-E62B-4BFE-AC8B-2AD10705F127}" dt="2025-07-15T12:56:21.931" v="5970" actId="20577"/>
          <ac:spMkLst>
            <pc:docMk/>
            <pc:sldMk cId="1058777461" sldId="280"/>
            <ac:spMk id="5" creationId="{DE1BF8DB-32CE-4300-9433-8ABA914A98C2}"/>
          </ac:spMkLst>
        </pc:spChg>
      </pc:sldChg>
      <pc:sldChg chg="modSp mod">
        <pc:chgData name="Bart van Eijkelenburg" userId="32564be6-3772-4f77-8099-aa7e4c72ca61" providerId="ADAL" clId="{CC7CD353-E62B-4BFE-AC8B-2AD10705F127}" dt="2025-07-15T12:57:50.882" v="6050" actId="1037"/>
        <pc:sldMkLst>
          <pc:docMk/>
          <pc:sldMk cId="4173140856" sldId="281"/>
        </pc:sldMkLst>
        <pc:spChg chg="mod">
          <ac:chgData name="Bart van Eijkelenburg" userId="32564be6-3772-4f77-8099-aa7e4c72ca61" providerId="ADAL" clId="{CC7CD353-E62B-4BFE-AC8B-2AD10705F127}" dt="2025-07-15T12:56:45.382" v="5977" actId="20577"/>
          <ac:spMkLst>
            <pc:docMk/>
            <pc:sldMk cId="4173140856" sldId="281"/>
            <ac:spMk id="10" creationId="{5F768762-0F12-43A2-A44F-508067758CF2}"/>
          </ac:spMkLst>
        </pc:spChg>
        <pc:spChg chg="mod">
          <ac:chgData name="Bart van Eijkelenburg" userId="32564be6-3772-4f77-8099-aa7e4c72ca61" providerId="ADAL" clId="{CC7CD353-E62B-4BFE-AC8B-2AD10705F127}" dt="2025-07-15T12:57:30.935" v="6027" actId="20577"/>
          <ac:spMkLst>
            <pc:docMk/>
            <pc:sldMk cId="4173140856" sldId="281"/>
            <ac:spMk id="11" creationId="{B98F0EDD-B5FA-4DD4-8CF9-E3D6902EA35A}"/>
          </ac:spMkLst>
        </pc:spChg>
        <pc:spChg chg="mod">
          <ac:chgData name="Bart van Eijkelenburg" userId="32564be6-3772-4f77-8099-aa7e4c72ca61" providerId="ADAL" clId="{CC7CD353-E62B-4BFE-AC8B-2AD10705F127}" dt="2025-07-15T12:57:50.882" v="6050" actId="1037"/>
          <ac:spMkLst>
            <pc:docMk/>
            <pc:sldMk cId="4173140856" sldId="281"/>
            <ac:spMk id="14" creationId="{CC36ACBD-473D-4B6A-8D60-ECA27FF609C1}"/>
          </ac:spMkLst>
        </pc:spChg>
      </pc:sldChg>
      <pc:sldChg chg="modSp mod">
        <pc:chgData name="Bart van Eijkelenburg" userId="32564be6-3772-4f77-8099-aa7e4c72ca61" providerId="ADAL" clId="{CC7CD353-E62B-4BFE-AC8B-2AD10705F127}" dt="2025-07-15T12:58:43.278" v="6172" actId="20577"/>
        <pc:sldMkLst>
          <pc:docMk/>
          <pc:sldMk cId="1753974381" sldId="282"/>
        </pc:sldMkLst>
        <pc:spChg chg="mod">
          <ac:chgData name="Bart van Eijkelenburg" userId="32564be6-3772-4f77-8099-aa7e4c72ca61" providerId="ADAL" clId="{CC7CD353-E62B-4BFE-AC8B-2AD10705F127}" dt="2025-07-15T12:58:43.278" v="6172" actId="20577"/>
          <ac:spMkLst>
            <pc:docMk/>
            <pc:sldMk cId="1753974381" sldId="282"/>
            <ac:spMk id="8" creationId="{A2F9C3DB-EDED-441C-B919-E2CDE8411F9C}"/>
          </ac:spMkLst>
        </pc:spChg>
        <pc:spChg chg="mod">
          <ac:chgData name="Bart van Eijkelenburg" userId="32564be6-3772-4f77-8099-aa7e4c72ca61" providerId="ADAL" clId="{CC7CD353-E62B-4BFE-AC8B-2AD10705F127}" dt="2025-07-15T12:58:29.082" v="6154" actId="14100"/>
          <ac:spMkLst>
            <pc:docMk/>
            <pc:sldMk cId="1753974381" sldId="282"/>
            <ac:spMk id="9" creationId="{0383DC56-575F-466C-A641-0ACF60296AAE}"/>
          </ac:spMkLst>
        </pc:spChg>
      </pc:sldChg>
      <pc:sldChg chg="modSp mod">
        <pc:chgData name="Bart van Eijkelenburg" userId="32564be6-3772-4f77-8099-aa7e4c72ca61" providerId="ADAL" clId="{CC7CD353-E62B-4BFE-AC8B-2AD10705F127}" dt="2025-07-15T13:00:02.087" v="6336" actId="1076"/>
        <pc:sldMkLst>
          <pc:docMk/>
          <pc:sldMk cId="2109561117" sldId="283"/>
        </pc:sldMkLst>
        <pc:spChg chg="mod">
          <ac:chgData name="Bart van Eijkelenburg" userId="32564be6-3772-4f77-8099-aa7e4c72ca61" providerId="ADAL" clId="{CC7CD353-E62B-4BFE-AC8B-2AD10705F127}" dt="2025-07-15T12:58:52.871" v="6188" actId="20577"/>
          <ac:spMkLst>
            <pc:docMk/>
            <pc:sldMk cId="2109561117" sldId="283"/>
            <ac:spMk id="10" creationId="{A283086B-9C30-4CE3-B928-BC0B6B7F1A4B}"/>
          </ac:spMkLst>
        </pc:spChg>
        <pc:spChg chg="mod">
          <ac:chgData name="Bart van Eijkelenburg" userId="32564be6-3772-4f77-8099-aa7e4c72ca61" providerId="ADAL" clId="{CC7CD353-E62B-4BFE-AC8B-2AD10705F127}" dt="2025-07-15T12:59:22.403" v="6248" actId="1036"/>
          <ac:spMkLst>
            <pc:docMk/>
            <pc:sldMk cId="2109561117" sldId="283"/>
            <ac:spMk id="15" creationId="{89928596-339B-4CD6-9656-8555BD4E1F42}"/>
          </ac:spMkLst>
        </pc:spChg>
        <pc:spChg chg="mod">
          <ac:chgData name="Bart van Eijkelenburg" userId="32564be6-3772-4f77-8099-aa7e4c72ca61" providerId="ADAL" clId="{CC7CD353-E62B-4BFE-AC8B-2AD10705F127}" dt="2025-07-15T13:00:00.081" v="6335" actId="1076"/>
          <ac:spMkLst>
            <pc:docMk/>
            <pc:sldMk cId="2109561117" sldId="283"/>
            <ac:spMk id="17" creationId="{7ED11CE7-C9EC-4790-AC1A-629CE433757F}"/>
          </ac:spMkLst>
        </pc:spChg>
        <pc:cxnChg chg="mod">
          <ac:chgData name="Bart van Eijkelenburg" userId="32564be6-3772-4f77-8099-aa7e4c72ca61" providerId="ADAL" clId="{CC7CD353-E62B-4BFE-AC8B-2AD10705F127}" dt="2025-07-15T12:59:22.403" v="6248" actId="1036"/>
          <ac:cxnSpMkLst>
            <pc:docMk/>
            <pc:sldMk cId="2109561117" sldId="283"/>
            <ac:cxnSpMk id="14" creationId="{948733E9-AFC6-4A16-9D7A-11509A42A4ED}"/>
          </ac:cxnSpMkLst>
        </pc:cxnChg>
        <pc:cxnChg chg="mod">
          <ac:chgData name="Bart van Eijkelenburg" userId="32564be6-3772-4f77-8099-aa7e4c72ca61" providerId="ADAL" clId="{CC7CD353-E62B-4BFE-AC8B-2AD10705F127}" dt="2025-07-15T13:00:02.087" v="6336" actId="1076"/>
          <ac:cxnSpMkLst>
            <pc:docMk/>
            <pc:sldMk cId="2109561117" sldId="283"/>
            <ac:cxnSpMk id="16" creationId="{D66CB41C-6450-4E68-A093-6FCF6F1ED4AB}"/>
          </ac:cxnSpMkLst>
        </pc:cxnChg>
      </pc:sldChg>
      <pc:sldChg chg="modSp mod">
        <pc:chgData name="Bart van Eijkelenburg" userId="32564be6-3772-4f77-8099-aa7e4c72ca61" providerId="ADAL" clId="{CC7CD353-E62B-4BFE-AC8B-2AD10705F127}" dt="2025-07-15T13:00:11.571" v="6358" actId="20577"/>
        <pc:sldMkLst>
          <pc:docMk/>
          <pc:sldMk cId="2424867437" sldId="284"/>
        </pc:sldMkLst>
        <pc:spChg chg="mod">
          <ac:chgData name="Bart van Eijkelenburg" userId="32564be6-3772-4f77-8099-aa7e4c72ca61" providerId="ADAL" clId="{CC7CD353-E62B-4BFE-AC8B-2AD10705F127}" dt="2025-07-15T13:00:11.571" v="6358" actId="20577"/>
          <ac:spMkLst>
            <pc:docMk/>
            <pc:sldMk cId="2424867437" sldId="284"/>
            <ac:spMk id="14" creationId="{0CEEE96C-07E3-4CA3-91F3-50E0388A662E}"/>
          </ac:spMkLst>
        </pc:spChg>
      </pc:sldChg>
      <pc:sldChg chg="delSp modSp add mod ord">
        <pc:chgData name="Bart van Eijkelenburg" userId="32564be6-3772-4f77-8099-aa7e4c72ca61" providerId="ADAL" clId="{CC7CD353-E62B-4BFE-AC8B-2AD10705F127}" dt="2025-06-27T14:33:01.597" v="4913" actId="1076"/>
        <pc:sldMkLst>
          <pc:docMk/>
          <pc:sldMk cId="1754167898" sldId="313"/>
        </pc:sldMkLst>
        <pc:spChg chg="mod">
          <ac:chgData name="Bart van Eijkelenburg" userId="32564be6-3772-4f77-8099-aa7e4c72ca61" providerId="ADAL" clId="{CC7CD353-E62B-4BFE-AC8B-2AD10705F127}" dt="2025-06-27T14:33:01.597" v="4913" actId="1076"/>
          <ac:spMkLst>
            <pc:docMk/>
            <pc:sldMk cId="1754167898" sldId="313"/>
            <ac:spMk id="7" creationId="{368AE0A6-E369-C12D-DD01-6F0EB87C8BC8}"/>
          </ac:spMkLst>
        </pc:spChg>
      </pc:sldChg>
      <pc:sldChg chg="addSp delSp modSp add mod delAnim modAnim">
        <pc:chgData name="Bart van Eijkelenburg" userId="32564be6-3772-4f77-8099-aa7e4c72ca61" providerId="ADAL" clId="{CC7CD353-E62B-4BFE-AC8B-2AD10705F127}" dt="2025-06-27T12:27:54.346" v="3294" actId="14100"/>
        <pc:sldMkLst>
          <pc:docMk/>
          <pc:sldMk cId="1886655494" sldId="343"/>
        </pc:sldMkLst>
        <pc:spChg chg="mod">
          <ac:chgData name="Bart van Eijkelenburg" userId="32564be6-3772-4f77-8099-aa7e4c72ca61" providerId="ADAL" clId="{CC7CD353-E62B-4BFE-AC8B-2AD10705F127}" dt="2025-06-27T08:53:39.671" v="945" actId="20577"/>
          <ac:spMkLst>
            <pc:docMk/>
            <pc:sldMk cId="1886655494" sldId="343"/>
            <ac:spMk id="2" creationId="{BB7FE364-7A8F-7A88-83F9-0A6198AC5016}"/>
          </ac:spMkLst>
        </pc:spChg>
        <pc:spChg chg="mod">
          <ac:chgData name="Bart van Eijkelenburg" userId="32564be6-3772-4f77-8099-aa7e4c72ca61" providerId="ADAL" clId="{CC7CD353-E62B-4BFE-AC8B-2AD10705F127}" dt="2025-06-27T08:47:14.829" v="699" actId="14100"/>
          <ac:spMkLst>
            <pc:docMk/>
            <pc:sldMk cId="1886655494" sldId="343"/>
            <ac:spMk id="5" creationId="{C396DC46-E901-DAFE-50BF-B029D89E4C61}"/>
          </ac:spMkLst>
        </pc:spChg>
        <pc:spChg chg="add mod">
          <ac:chgData name="Bart van Eijkelenburg" userId="32564be6-3772-4f77-8099-aa7e4c72ca61" providerId="ADAL" clId="{CC7CD353-E62B-4BFE-AC8B-2AD10705F127}" dt="2025-06-27T08:45:27.176" v="678" actId="14100"/>
          <ac:spMkLst>
            <pc:docMk/>
            <pc:sldMk cId="1886655494" sldId="343"/>
            <ac:spMk id="7" creationId="{DAF529D7-F6DF-EC5F-6E4C-11B39DFD876C}"/>
          </ac:spMkLst>
        </pc:spChg>
        <pc:spChg chg="add mod">
          <ac:chgData name="Bart van Eijkelenburg" userId="32564be6-3772-4f77-8099-aa7e4c72ca61" providerId="ADAL" clId="{CC7CD353-E62B-4BFE-AC8B-2AD10705F127}" dt="2025-06-27T08:45:18.609" v="676" actId="14100"/>
          <ac:spMkLst>
            <pc:docMk/>
            <pc:sldMk cId="1886655494" sldId="343"/>
            <ac:spMk id="8" creationId="{5B735DD6-989D-69B1-2309-DF78209537C8}"/>
          </ac:spMkLst>
        </pc:spChg>
        <pc:spChg chg="add mod">
          <ac:chgData name="Bart van Eijkelenburg" userId="32564be6-3772-4f77-8099-aa7e4c72ca61" providerId="ADAL" clId="{CC7CD353-E62B-4BFE-AC8B-2AD10705F127}" dt="2025-06-27T12:27:54.346" v="3294" actId="14100"/>
          <ac:spMkLst>
            <pc:docMk/>
            <pc:sldMk cId="1886655494" sldId="343"/>
            <ac:spMk id="10" creationId="{457D82A0-F2DF-7E68-FBE9-C4C314E09030}"/>
          </ac:spMkLst>
        </pc:spChg>
        <pc:spChg chg="add mod">
          <ac:chgData name="Bart van Eijkelenburg" userId="32564be6-3772-4f77-8099-aa7e4c72ca61" providerId="ADAL" clId="{CC7CD353-E62B-4BFE-AC8B-2AD10705F127}" dt="2025-06-27T08:46:58.049" v="695" actId="14100"/>
          <ac:spMkLst>
            <pc:docMk/>
            <pc:sldMk cId="1886655494" sldId="343"/>
            <ac:spMk id="11" creationId="{1549A6F2-C8E9-35D6-0B69-FC7F519EDC36}"/>
          </ac:spMkLst>
        </pc:spChg>
        <pc:spChg chg="add mod">
          <ac:chgData name="Bart van Eijkelenburg" userId="32564be6-3772-4f77-8099-aa7e4c72ca61" providerId="ADAL" clId="{CC7CD353-E62B-4BFE-AC8B-2AD10705F127}" dt="2025-06-27T12:27:45.736" v="3293" actId="1038"/>
          <ac:spMkLst>
            <pc:docMk/>
            <pc:sldMk cId="1886655494" sldId="343"/>
            <ac:spMk id="12" creationId="{1C717071-EF5E-7021-6068-28489A8BA5C2}"/>
          </ac:spMkLst>
        </pc:spChg>
        <pc:spChg chg="mod">
          <ac:chgData name="Bart van Eijkelenburg" userId="32564be6-3772-4f77-8099-aa7e4c72ca61" providerId="ADAL" clId="{CC7CD353-E62B-4BFE-AC8B-2AD10705F127}" dt="2025-06-27T08:29:35.400" v="19" actId="20577"/>
          <ac:spMkLst>
            <pc:docMk/>
            <pc:sldMk cId="1886655494" sldId="343"/>
            <ac:spMk id="45" creationId="{E4E37A40-C06C-0A56-A40F-7A18AD56ED68}"/>
          </ac:spMkLst>
        </pc:spChg>
      </pc:sldChg>
      <pc:sldChg chg="addSp delSp modSp add mod delAnim modAnim">
        <pc:chgData name="Bart van Eijkelenburg" userId="32564be6-3772-4f77-8099-aa7e4c72ca61" providerId="ADAL" clId="{CC7CD353-E62B-4BFE-AC8B-2AD10705F127}" dt="2025-06-27T13:14:41.906" v="4116" actId="20577"/>
        <pc:sldMkLst>
          <pc:docMk/>
          <pc:sldMk cId="1857195630" sldId="344"/>
        </pc:sldMkLst>
        <pc:spChg chg="mod">
          <ac:chgData name="Bart van Eijkelenburg" userId="32564be6-3772-4f77-8099-aa7e4c72ca61" providerId="ADAL" clId="{CC7CD353-E62B-4BFE-AC8B-2AD10705F127}" dt="2025-06-27T09:00:17.971" v="1353" actId="1076"/>
          <ac:spMkLst>
            <pc:docMk/>
            <pc:sldMk cId="1857195630" sldId="344"/>
            <ac:spMk id="2" creationId="{E1D9AC6C-B565-D743-7764-906B6CF383FA}"/>
          </ac:spMkLst>
        </pc:spChg>
        <pc:spChg chg="add mod">
          <ac:chgData name="Bart van Eijkelenburg" userId="32564be6-3772-4f77-8099-aa7e4c72ca61" providerId="ADAL" clId="{CC7CD353-E62B-4BFE-AC8B-2AD10705F127}" dt="2025-06-27T13:14:41.906" v="4116" actId="20577"/>
          <ac:spMkLst>
            <pc:docMk/>
            <pc:sldMk cId="1857195630" sldId="344"/>
            <ac:spMk id="4" creationId="{73BFFAF2-4D0E-5E08-6CB2-9FA595447CF8}"/>
          </ac:spMkLst>
        </pc:spChg>
        <pc:spChg chg="mod">
          <ac:chgData name="Bart van Eijkelenburg" userId="32564be6-3772-4f77-8099-aa7e4c72ca61" providerId="ADAL" clId="{CC7CD353-E62B-4BFE-AC8B-2AD10705F127}" dt="2025-06-27T08:52:24.995" v="928" actId="14100"/>
          <ac:spMkLst>
            <pc:docMk/>
            <pc:sldMk cId="1857195630" sldId="344"/>
            <ac:spMk id="9" creationId="{A3E4EE98-2D7B-1F65-80E1-D3C44775785B}"/>
          </ac:spMkLst>
        </pc:spChg>
        <pc:spChg chg="mod">
          <ac:chgData name="Bart van Eijkelenburg" userId="32564be6-3772-4f77-8099-aa7e4c72ca61" providerId="ADAL" clId="{CC7CD353-E62B-4BFE-AC8B-2AD10705F127}" dt="2025-06-27T08:52:07.505" v="924"/>
          <ac:spMkLst>
            <pc:docMk/>
            <pc:sldMk cId="1857195630" sldId="344"/>
            <ac:spMk id="12" creationId="{CC1E8F56-F2A9-E588-7481-902B0BEDB88F}"/>
          </ac:spMkLst>
        </pc:spChg>
        <pc:spChg chg="add mod">
          <ac:chgData name="Bart van Eijkelenburg" userId="32564be6-3772-4f77-8099-aa7e4c72ca61" providerId="ADAL" clId="{CC7CD353-E62B-4BFE-AC8B-2AD10705F127}" dt="2025-06-27T09:00:49.200" v="1361" actId="20577"/>
          <ac:spMkLst>
            <pc:docMk/>
            <pc:sldMk cId="1857195630" sldId="344"/>
            <ac:spMk id="13" creationId="{E8AA2F86-3470-CB98-04B0-0F3D6E3A5C74}"/>
          </ac:spMkLst>
        </pc:spChg>
        <pc:spChg chg="add mod">
          <ac:chgData name="Bart van Eijkelenburg" userId="32564be6-3772-4f77-8099-aa7e4c72ca61" providerId="ADAL" clId="{CC7CD353-E62B-4BFE-AC8B-2AD10705F127}" dt="2025-06-27T11:21:08.595" v="2681" actId="20577"/>
          <ac:spMkLst>
            <pc:docMk/>
            <pc:sldMk cId="1857195630" sldId="344"/>
            <ac:spMk id="14" creationId="{AC54E3E3-1AB0-F872-DD5F-392CBCC159D9}"/>
          </ac:spMkLst>
        </pc:spChg>
        <pc:spChg chg="mod">
          <ac:chgData name="Bart van Eijkelenburg" userId="32564be6-3772-4f77-8099-aa7e4c72ca61" providerId="ADAL" clId="{CC7CD353-E62B-4BFE-AC8B-2AD10705F127}" dt="2025-06-27T08:54:00.138" v="972" actId="20577"/>
          <ac:spMkLst>
            <pc:docMk/>
            <pc:sldMk cId="1857195630" sldId="344"/>
            <ac:spMk id="45" creationId="{396F9B51-DF83-67E2-FB5B-3865CF5838AA}"/>
          </ac:spMkLst>
        </pc:spChg>
        <pc:grpChg chg="add mod">
          <ac:chgData name="Bart van Eijkelenburg" userId="32564be6-3772-4f77-8099-aa7e4c72ca61" providerId="ADAL" clId="{CC7CD353-E62B-4BFE-AC8B-2AD10705F127}" dt="2025-06-27T09:00:23.700" v="1355" actId="1076"/>
          <ac:grpSpMkLst>
            <pc:docMk/>
            <pc:sldMk cId="1857195630" sldId="344"/>
            <ac:grpSpMk id="6" creationId="{C666D6C4-A92D-A70D-84C5-AAA7FD7E751F}"/>
          </ac:grpSpMkLst>
        </pc:grpChg>
      </pc:sldChg>
      <pc:sldChg chg="addSp delSp modSp add mod ord delAnim modAnim">
        <pc:chgData name="Bart van Eijkelenburg" userId="32564be6-3772-4f77-8099-aa7e4c72ca61" providerId="ADAL" clId="{CC7CD353-E62B-4BFE-AC8B-2AD10705F127}" dt="2025-06-27T14:32:01.244" v="4815" actId="6549"/>
        <pc:sldMkLst>
          <pc:docMk/>
          <pc:sldMk cId="3874141740" sldId="345"/>
        </pc:sldMkLst>
        <pc:spChg chg="add del mod">
          <ac:chgData name="Bart van Eijkelenburg" userId="32564be6-3772-4f77-8099-aa7e4c72ca61" providerId="ADAL" clId="{CC7CD353-E62B-4BFE-AC8B-2AD10705F127}" dt="2025-06-27T09:19:04.604" v="1934" actId="20577"/>
          <ac:spMkLst>
            <pc:docMk/>
            <pc:sldMk cId="3874141740" sldId="345"/>
            <ac:spMk id="2" creationId="{0C712D5D-587C-34D8-2F58-71183327CF6E}"/>
          </ac:spMkLst>
        </pc:spChg>
        <pc:spChg chg="add mod">
          <ac:chgData name="Bart van Eijkelenburg" userId="32564be6-3772-4f77-8099-aa7e4c72ca61" providerId="ADAL" clId="{CC7CD353-E62B-4BFE-AC8B-2AD10705F127}" dt="2025-06-27T09:18:14.061" v="1924" actId="1076"/>
          <ac:spMkLst>
            <pc:docMk/>
            <pc:sldMk cId="3874141740" sldId="345"/>
            <ac:spMk id="8" creationId="{6AAE11FA-696D-0E7F-4158-583FDD2869D1}"/>
          </ac:spMkLst>
        </pc:spChg>
        <pc:spChg chg="mod topLvl">
          <ac:chgData name="Bart van Eijkelenburg" userId="32564be6-3772-4f77-8099-aa7e4c72ca61" providerId="ADAL" clId="{CC7CD353-E62B-4BFE-AC8B-2AD10705F127}" dt="2025-06-27T09:19:26.706" v="1936" actId="20577"/>
          <ac:spMkLst>
            <pc:docMk/>
            <pc:sldMk cId="3874141740" sldId="345"/>
            <ac:spMk id="16" creationId="{B557E387-D54C-B2E3-A81E-7CDC13899A09}"/>
          </ac:spMkLst>
        </pc:spChg>
        <pc:spChg chg="mod topLvl">
          <ac:chgData name="Bart van Eijkelenburg" userId="32564be6-3772-4f77-8099-aa7e4c72ca61" providerId="ADAL" clId="{CC7CD353-E62B-4BFE-AC8B-2AD10705F127}" dt="2025-06-27T09:18:24.676" v="1927" actId="164"/>
          <ac:spMkLst>
            <pc:docMk/>
            <pc:sldMk cId="3874141740" sldId="345"/>
            <ac:spMk id="17" creationId="{6E682FF2-97DD-9EBC-F8D4-5FD018A27A7F}"/>
          </ac:spMkLst>
        </pc:spChg>
        <pc:spChg chg="mod">
          <ac:chgData name="Bart van Eijkelenburg" userId="32564be6-3772-4f77-8099-aa7e4c72ca61" providerId="ADAL" clId="{CC7CD353-E62B-4BFE-AC8B-2AD10705F127}" dt="2025-06-27T14:32:01.244" v="4815" actId="6549"/>
          <ac:spMkLst>
            <pc:docMk/>
            <pc:sldMk cId="3874141740" sldId="345"/>
            <ac:spMk id="45" creationId="{926A1603-EBA1-0927-E740-B3096E6AA27E}"/>
          </ac:spMkLst>
        </pc:spChg>
      </pc:sldChg>
      <pc:sldChg chg="addSp delSp modSp add mod delAnim modAnim">
        <pc:chgData name="Bart van Eijkelenburg" userId="32564be6-3772-4f77-8099-aa7e4c72ca61" providerId="ADAL" clId="{CC7CD353-E62B-4BFE-AC8B-2AD10705F127}" dt="2025-06-27T14:35:54.569" v="5056"/>
        <pc:sldMkLst>
          <pc:docMk/>
          <pc:sldMk cId="4202039116" sldId="346"/>
        </pc:sldMkLst>
        <pc:spChg chg="mod">
          <ac:chgData name="Bart van Eijkelenburg" userId="32564be6-3772-4f77-8099-aa7e4c72ca61" providerId="ADAL" clId="{CC7CD353-E62B-4BFE-AC8B-2AD10705F127}" dt="2025-06-27T12:26:14.461" v="3266" actId="14100"/>
          <ac:spMkLst>
            <pc:docMk/>
            <pc:sldMk cId="4202039116" sldId="346"/>
            <ac:spMk id="2" creationId="{D6EC5726-560E-D4FE-883B-08F7166799B0}"/>
          </ac:spMkLst>
        </pc:spChg>
        <pc:spChg chg="add mod">
          <ac:chgData name="Bart van Eijkelenburg" userId="32564be6-3772-4f77-8099-aa7e4c72ca61" providerId="ADAL" clId="{CC7CD353-E62B-4BFE-AC8B-2AD10705F127}" dt="2025-06-27T12:25:20.533" v="3217" actId="1076"/>
          <ac:spMkLst>
            <pc:docMk/>
            <pc:sldMk cId="4202039116" sldId="346"/>
            <ac:spMk id="4" creationId="{A63C42C1-E3A9-DCDA-EF39-DD41A6A61B9C}"/>
          </ac:spMkLst>
        </pc:spChg>
        <pc:spChg chg="add mod">
          <ac:chgData name="Bart van Eijkelenburg" userId="32564be6-3772-4f77-8099-aa7e4c72ca61" providerId="ADAL" clId="{CC7CD353-E62B-4BFE-AC8B-2AD10705F127}" dt="2025-06-27T12:25:48.959" v="3249" actId="20577"/>
          <ac:spMkLst>
            <pc:docMk/>
            <pc:sldMk cId="4202039116" sldId="346"/>
            <ac:spMk id="5" creationId="{7B302B5D-6AE8-5159-5196-DF9F71A12990}"/>
          </ac:spMkLst>
        </pc:spChg>
        <pc:spChg chg="add mod">
          <ac:chgData name="Bart van Eijkelenburg" userId="32564be6-3772-4f77-8099-aa7e4c72ca61" providerId="ADAL" clId="{CC7CD353-E62B-4BFE-AC8B-2AD10705F127}" dt="2025-06-27T12:15:50.888" v="3141" actId="21"/>
          <ac:spMkLst>
            <pc:docMk/>
            <pc:sldMk cId="4202039116" sldId="346"/>
            <ac:spMk id="6" creationId="{ECC28FF6-A09A-557F-39D0-0007027E6F5D}"/>
          </ac:spMkLst>
        </pc:spChg>
        <pc:spChg chg="add mod">
          <ac:chgData name="Bart van Eijkelenburg" userId="32564be6-3772-4f77-8099-aa7e4c72ca61" providerId="ADAL" clId="{CC7CD353-E62B-4BFE-AC8B-2AD10705F127}" dt="2025-06-27T12:25:29.437" v="3219" actId="1076"/>
          <ac:spMkLst>
            <pc:docMk/>
            <pc:sldMk cId="4202039116" sldId="346"/>
            <ac:spMk id="7" creationId="{F11B307C-2ECE-35CC-1341-0BFFAECEA376}"/>
          </ac:spMkLst>
        </pc:spChg>
        <pc:spChg chg="add mod">
          <ac:chgData name="Bart van Eijkelenburg" userId="32564be6-3772-4f77-8099-aa7e4c72ca61" providerId="ADAL" clId="{CC7CD353-E62B-4BFE-AC8B-2AD10705F127}" dt="2025-06-27T14:35:48.355" v="5055" actId="14100"/>
          <ac:spMkLst>
            <pc:docMk/>
            <pc:sldMk cId="4202039116" sldId="346"/>
            <ac:spMk id="9" creationId="{E3DE2FF1-77BC-421F-493B-1D9BB7322AA7}"/>
          </ac:spMkLst>
        </pc:spChg>
        <pc:spChg chg="mod">
          <ac:chgData name="Bart van Eijkelenburg" userId="32564be6-3772-4f77-8099-aa7e4c72ca61" providerId="ADAL" clId="{CC7CD353-E62B-4BFE-AC8B-2AD10705F127}" dt="2025-06-27T09:45:00.110" v="2077" actId="20577"/>
          <ac:spMkLst>
            <pc:docMk/>
            <pc:sldMk cId="4202039116" sldId="346"/>
            <ac:spMk id="45" creationId="{ADF26C6B-2106-2861-B5DA-F88AFF3C11CD}"/>
          </ac:spMkLst>
        </pc:spChg>
      </pc:sldChg>
      <pc:sldChg chg="addSp delSp modSp add mod modAnim">
        <pc:chgData name="Bart van Eijkelenburg" userId="32564be6-3772-4f77-8099-aa7e4c72ca61" providerId="ADAL" clId="{CC7CD353-E62B-4BFE-AC8B-2AD10705F127}" dt="2025-06-27T11:20:21.955" v="2664" actId="1036"/>
        <pc:sldMkLst>
          <pc:docMk/>
          <pc:sldMk cId="3225898781" sldId="347"/>
        </pc:sldMkLst>
        <pc:spChg chg="add del mod">
          <ac:chgData name="Bart van Eijkelenburg" userId="32564be6-3772-4f77-8099-aa7e4c72ca61" providerId="ADAL" clId="{CC7CD353-E62B-4BFE-AC8B-2AD10705F127}" dt="2025-06-27T10:07:59.383" v="2466" actId="1076"/>
          <ac:spMkLst>
            <pc:docMk/>
            <pc:sldMk cId="3225898781" sldId="347"/>
            <ac:spMk id="2" creationId="{9FDCB98E-0283-8289-B1A6-44163550440C}"/>
          </ac:spMkLst>
        </pc:spChg>
        <pc:spChg chg="add mod">
          <ac:chgData name="Bart van Eijkelenburg" userId="32564be6-3772-4f77-8099-aa7e4c72ca61" providerId="ADAL" clId="{CC7CD353-E62B-4BFE-AC8B-2AD10705F127}" dt="2025-06-27T11:20:21.955" v="2664" actId="1036"/>
          <ac:spMkLst>
            <pc:docMk/>
            <pc:sldMk cId="3225898781" sldId="347"/>
            <ac:spMk id="4" creationId="{E99329FB-40DE-4836-78B4-1A688008287F}"/>
          </ac:spMkLst>
        </pc:spChg>
        <pc:spChg chg="add mod">
          <ac:chgData name="Bart van Eijkelenburg" userId="32564be6-3772-4f77-8099-aa7e4c72ca61" providerId="ADAL" clId="{CC7CD353-E62B-4BFE-AC8B-2AD10705F127}" dt="2025-06-27T11:17:53.012" v="2587" actId="20577"/>
          <ac:spMkLst>
            <pc:docMk/>
            <pc:sldMk cId="3225898781" sldId="347"/>
            <ac:spMk id="7" creationId="{DA0048FA-E4A5-FFCE-D4F8-6343F0A17332}"/>
          </ac:spMkLst>
        </pc:spChg>
        <pc:spChg chg="add mod">
          <ac:chgData name="Bart van Eijkelenburg" userId="32564be6-3772-4f77-8099-aa7e4c72ca61" providerId="ADAL" clId="{CC7CD353-E62B-4BFE-AC8B-2AD10705F127}" dt="2025-06-27T10:15:38.642" v="2572" actId="1076"/>
          <ac:spMkLst>
            <pc:docMk/>
            <pc:sldMk cId="3225898781" sldId="347"/>
            <ac:spMk id="9" creationId="{5AE48D1A-55BA-28DC-B2D6-26EDBAE7B9E6}"/>
          </ac:spMkLst>
        </pc:spChg>
        <pc:spChg chg="add mod">
          <ac:chgData name="Bart van Eijkelenburg" userId="32564be6-3772-4f77-8099-aa7e4c72ca61" providerId="ADAL" clId="{CC7CD353-E62B-4BFE-AC8B-2AD10705F127}" dt="2025-06-27T10:15:28.565" v="2570" actId="1076"/>
          <ac:spMkLst>
            <pc:docMk/>
            <pc:sldMk cId="3225898781" sldId="347"/>
            <ac:spMk id="11" creationId="{5905F8D9-8001-EFE5-0826-0CA0F5E1B8B2}"/>
          </ac:spMkLst>
        </pc:spChg>
        <pc:spChg chg="add mod">
          <ac:chgData name="Bart van Eijkelenburg" userId="32564be6-3772-4f77-8099-aa7e4c72ca61" providerId="ADAL" clId="{CC7CD353-E62B-4BFE-AC8B-2AD10705F127}" dt="2025-06-27T11:19:08.654" v="2657" actId="14100"/>
          <ac:spMkLst>
            <pc:docMk/>
            <pc:sldMk cId="3225898781" sldId="347"/>
            <ac:spMk id="12" creationId="{D37502C5-F781-AEF3-0AE6-29DED365A7B8}"/>
          </ac:spMkLst>
        </pc:spChg>
        <pc:spChg chg="mod">
          <ac:chgData name="Bart van Eijkelenburg" userId="32564be6-3772-4f77-8099-aa7e4c72ca61" providerId="ADAL" clId="{CC7CD353-E62B-4BFE-AC8B-2AD10705F127}" dt="2025-06-27T09:50:20.239" v="2106" actId="20577"/>
          <ac:spMkLst>
            <pc:docMk/>
            <pc:sldMk cId="3225898781" sldId="347"/>
            <ac:spMk id="45" creationId="{20581083-7BDE-56E3-6DE9-F7118A326910}"/>
          </ac:spMkLst>
        </pc:spChg>
      </pc:sldChg>
      <pc:sldChg chg="addSp delSp modSp add mod ord modAnim">
        <pc:chgData name="Bart van Eijkelenburg" userId="32564be6-3772-4f77-8099-aa7e4c72ca61" providerId="ADAL" clId="{CC7CD353-E62B-4BFE-AC8B-2AD10705F127}" dt="2025-06-27T13:12:47.847" v="4112" actId="14100"/>
        <pc:sldMkLst>
          <pc:docMk/>
          <pc:sldMk cId="2925069908" sldId="348"/>
        </pc:sldMkLst>
        <pc:spChg chg="mod">
          <ac:chgData name="Bart van Eijkelenburg" userId="32564be6-3772-4f77-8099-aa7e4c72ca61" providerId="ADAL" clId="{CC7CD353-E62B-4BFE-AC8B-2AD10705F127}" dt="2025-06-27T13:06:53.513" v="3810" actId="20577"/>
          <ac:spMkLst>
            <pc:docMk/>
            <pc:sldMk cId="2925069908" sldId="348"/>
            <ac:spMk id="2" creationId="{23789CBD-09EF-0ABD-333F-7ABA8C313815}"/>
          </ac:spMkLst>
        </pc:spChg>
        <pc:spChg chg="add mod">
          <ac:chgData name="Bart van Eijkelenburg" userId="32564be6-3772-4f77-8099-aa7e4c72ca61" providerId="ADAL" clId="{CC7CD353-E62B-4BFE-AC8B-2AD10705F127}" dt="2025-06-27T13:10:50.289" v="4031" actId="20577"/>
          <ac:spMkLst>
            <pc:docMk/>
            <pc:sldMk cId="2925069908" sldId="348"/>
            <ac:spMk id="4" creationId="{39428A77-C3B2-CB77-C320-CF319D2DA2F3}"/>
          </ac:spMkLst>
        </pc:spChg>
        <pc:spChg chg="add mod">
          <ac:chgData name="Bart van Eijkelenburg" userId="32564be6-3772-4f77-8099-aa7e4c72ca61" providerId="ADAL" clId="{CC7CD353-E62B-4BFE-AC8B-2AD10705F127}" dt="2025-06-27T13:12:47.847" v="4112" actId="14100"/>
          <ac:spMkLst>
            <pc:docMk/>
            <pc:sldMk cId="2925069908" sldId="348"/>
            <ac:spMk id="5" creationId="{81734E26-603D-5767-DC18-8E5284681746}"/>
          </ac:spMkLst>
        </pc:spChg>
        <pc:spChg chg="add mod">
          <ac:chgData name="Bart van Eijkelenburg" userId="32564be6-3772-4f77-8099-aa7e4c72ca61" providerId="ADAL" clId="{CC7CD353-E62B-4BFE-AC8B-2AD10705F127}" dt="2025-06-27T13:09:51.653" v="4021" actId="14100"/>
          <ac:spMkLst>
            <pc:docMk/>
            <pc:sldMk cId="2925069908" sldId="348"/>
            <ac:spMk id="6" creationId="{09254F0A-3D4B-E7A3-E300-39F0C8501317}"/>
          </ac:spMkLst>
        </pc:spChg>
        <pc:spChg chg="mod">
          <ac:chgData name="Bart van Eijkelenburg" userId="32564be6-3772-4f77-8099-aa7e4c72ca61" providerId="ADAL" clId="{CC7CD353-E62B-4BFE-AC8B-2AD10705F127}" dt="2025-06-27T09:45:08.664" v="2080" actId="14100"/>
          <ac:spMkLst>
            <pc:docMk/>
            <pc:sldMk cId="2925069908" sldId="348"/>
            <ac:spMk id="45" creationId="{E70AB1C6-4168-0025-1F0A-14825D9B606D}"/>
          </ac:spMkLst>
        </pc:spChg>
      </pc:sldChg>
      <pc:sldChg chg="addSp delSp modSp add mod delAnim">
        <pc:chgData name="Bart van Eijkelenburg" userId="32564be6-3772-4f77-8099-aa7e4c72ca61" providerId="ADAL" clId="{CC7CD353-E62B-4BFE-AC8B-2AD10705F127}" dt="2025-06-27T11:31:32.466" v="2971" actId="1076"/>
        <pc:sldMkLst>
          <pc:docMk/>
          <pc:sldMk cId="372222461" sldId="349"/>
        </pc:sldMkLst>
        <pc:spChg chg="mod">
          <ac:chgData name="Bart van Eijkelenburg" userId="32564be6-3772-4f77-8099-aa7e4c72ca61" providerId="ADAL" clId="{CC7CD353-E62B-4BFE-AC8B-2AD10705F127}" dt="2025-06-27T11:24:55.297" v="2886" actId="20577"/>
          <ac:spMkLst>
            <pc:docMk/>
            <pc:sldMk cId="372222461" sldId="349"/>
            <ac:spMk id="2" creationId="{2515B7D5-630B-811A-9DEC-26A2F993C087}"/>
          </ac:spMkLst>
        </pc:spChg>
        <pc:spChg chg="add mod">
          <ac:chgData name="Bart van Eijkelenburg" userId="32564be6-3772-4f77-8099-aa7e4c72ca61" providerId="ADAL" clId="{CC7CD353-E62B-4BFE-AC8B-2AD10705F127}" dt="2025-06-27T11:31:32.466" v="2971" actId="1076"/>
          <ac:spMkLst>
            <pc:docMk/>
            <pc:sldMk cId="372222461" sldId="349"/>
            <ac:spMk id="3" creationId="{BDD95AF2-3678-3B35-0B2C-02930B959FB0}"/>
          </ac:spMkLst>
        </pc:spChg>
        <pc:spChg chg="add mod">
          <ac:chgData name="Bart van Eijkelenburg" userId="32564be6-3772-4f77-8099-aa7e4c72ca61" providerId="ADAL" clId="{CC7CD353-E62B-4BFE-AC8B-2AD10705F127}" dt="2025-06-27T11:31:31.172" v="2970" actId="1076"/>
          <ac:spMkLst>
            <pc:docMk/>
            <pc:sldMk cId="372222461" sldId="349"/>
            <ac:spMk id="5" creationId="{753EF4B5-117A-29B0-B337-C42E810CAB54}"/>
          </ac:spMkLst>
        </pc:spChg>
        <pc:spChg chg="mod">
          <ac:chgData name="Bart van Eijkelenburg" userId="32564be6-3772-4f77-8099-aa7e4c72ca61" providerId="ADAL" clId="{CC7CD353-E62B-4BFE-AC8B-2AD10705F127}" dt="2025-06-27T11:27:52.117" v="2935" actId="1076"/>
          <ac:spMkLst>
            <pc:docMk/>
            <pc:sldMk cId="372222461" sldId="349"/>
            <ac:spMk id="7" creationId="{EC694DC9-0EA4-4CF6-5868-0876E9D46117}"/>
          </ac:spMkLst>
        </pc:spChg>
        <pc:spChg chg="mod">
          <ac:chgData name="Bart van Eijkelenburg" userId="32564be6-3772-4f77-8099-aa7e4c72ca61" providerId="ADAL" clId="{CC7CD353-E62B-4BFE-AC8B-2AD10705F127}" dt="2025-06-27T11:22:44.191" v="2700" actId="20577"/>
          <ac:spMkLst>
            <pc:docMk/>
            <pc:sldMk cId="372222461" sldId="349"/>
            <ac:spMk id="45" creationId="{13F10ED1-7500-E83B-4727-8442238DDAB1}"/>
          </ac:spMkLst>
        </pc:spChg>
      </pc:sldChg>
      <pc:sldChg chg="add del">
        <pc:chgData name="Bart van Eijkelenburg" userId="32564be6-3772-4f77-8099-aa7e4c72ca61" providerId="ADAL" clId="{CC7CD353-E62B-4BFE-AC8B-2AD10705F127}" dt="2025-06-27T14:41:35.743" v="5517" actId="2696"/>
        <pc:sldMkLst>
          <pc:docMk/>
          <pc:sldMk cId="2819338224" sldId="350"/>
        </pc:sldMkLst>
      </pc:sldChg>
      <pc:sldChg chg="addSp delSp modSp add mod ord">
        <pc:chgData name="Bart van Eijkelenburg" userId="32564be6-3772-4f77-8099-aa7e4c72ca61" providerId="ADAL" clId="{CC7CD353-E62B-4BFE-AC8B-2AD10705F127}" dt="2025-06-27T14:41:07.508" v="5515" actId="20577"/>
        <pc:sldMkLst>
          <pc:docMk/>
          <pc:sldMk cId="2111006857" sldId="351"/>
        </pc:sldMkLst>
        <pc:spChg chg="add mod">
          <ac:chgData name="Bart van Eijkelenburg" userId="32564be6-3772-4f77-8099-aa7e4c72ca61" providerId="ADAL" clId="{CC7CD353-E62B-4BFE-AC8B-2AD10705F127}" dt="2025-06-27T14:41:07.508" v="5515" actId="20577"/>
          <ac:spMkLst>
            <pc:docMk/>
            <pc:sldMk cId="2111006857" sldId="351"/>
            <ac:spMk id="3" creationId="{47B5EF33-9705-207A-06AC-ADF7F2350C46}"/>
          </ac:spMkLst>
        </pc:spChg>
      </pc:sldChg>
      <pc:sldChg chg="modSp add mod">
        <pc:chgData name="Bart van Eijkelenburg" userId="32564be6-3772-4f77-8099-aa7e4c72ca61" providerId="ADAL" clId="{CC7CD353-E62B-4BFE-AC8B-2AD10705F127}" dt="2025-06-27T14:43:05.393" v="5636" actId="20577"/>
        <pc:sldMkLst>
          <pc:docMk/>
          <pc:sldMk cId="3572663482" sldId="352"/>
        </pc:sldMkLst>
        <pc:spChg chg="mod">
          <ac:chgData name="Bart van Eijkelenburg" userId="32564be6-3772-4f77-8099-aa7e4c72ca61" providerId="ADAL" clId="{CC7CD353-E62B-4BFE-AC8B-2AD10705F127}" dt="2025-06-27T14:43:05.393" v="5636" actId="20577"/>
          <ac:spMkLst>
            <pc:docMk/>
            <pc:sldMk cId="3572663482" sldId="352"/>
            <ac:spMk id="3" creationId="{1B7A8A08-5E26-CD3B-801C-AB9AA3013CE1}"/>
          </ac:spMkLst>
        </pc:spChg>
      </pc:sldChg>
      <pc:sldChg chg="modSp add mod">
        <pc:chgData name="Bart van Eijkelenburg" userId="32564be6-3772-4f77-8099-aa7e4c72ca61" providerId="ADAL" clId="{CC7CD353-E62B-4BFE-AC8B-2AD10705F127}" dt="2025-06-27T14:49:19.018" v="5708" actId="20577"/>
        <pc:sldMkLst>
          <pc:docMk/>
          <pc:sldMk cId="1214029320" sldId="353"/>
        </pc:sldMkLst>
        <pc:spChg chg="mod">
          <ac:chgData name="Bart van Eijkelenburg" userId="32564be6-3772-4f77-8099-aa7e4c72ca61" providerId="ADAL" clId="{CC7CD353-E62B-4BFE-AC8B-2AD10705F127}" dt="2025-06-27T14:49:19.018" v="5708" actId="20577"/>
          <ac:spMkLst>
            <pc:docMk/>
            <pc:sldMk cId="1214029320" sldId="353"/>
            <ac:spMk id="3" creationId="{6A029AF7-D442-FB30-2EDF-B891B301D344}"/>
          </ac:spMkLst>
        </pc:spChg>
      </pc:sldChg>
    </pc:docChg>
  </pc:docChgLst>
  <pc:docChgLst>
    <pc:chgData name="Bart van Eijkelenburg" userId="S::bart.vaneijkelenburg@hu.nl::32564be6-3772-4f77-8099-aa7e4c72ca61" providerId="AD" clId="Web-{2025793F-DE15-067B-7365-413C5F71706C}"/>
    <pc:docChg chg="modSld">
      <pc:chgData name="Bart van Eijkelenburg" userId="S::bart.vaneijkelenburg@hu.nl::32564be6-3772-4f77-8099-aa7e4c72ca61" providerId="AD" clId="Web-{2025793F-DE15-067B-7365-413C5F71706C}" dt="2023-06-07T15:23:16.086" v="9" actId="20577"/>
      <pc:docMkLst>
        <pc:docMk/>
      </pc:docMkLst>
      <pc:sldChg chg="modSp">
        <pc:chgData name="Bart van Eijkelenburg" userId="S::bart.vaneijkelenburg@hu.nl::32564be6-3772-4f77-8099-aa7e4c72ca61" providerId="AD" clId="Web-{2025793F-DE15-067B-7365-413C5F71706C}" dt="2023-06-07T15:23:16.086" v="9" actId="20577"/>
        <pc:sldMkLst>
          <pc:docMk/>
          <pc:sldMk cId="671421311" sldId="256"/>
        </pc:sldMkLst>
      </pc:sldChg>
    </pc:docChg>
  </pc:docChgLst>
  <pc:docChgLst>
    <pc:chgData name="Bart van Eijkelenburg" userId="32564be6-3772-4f77-8099-aa7e4c72ca61" providerId="ADAL" clId="{1EDE46C2-884E-4D95-AAB9-D72DF80C7912}"/>
    <pc:docChg chg="undo custSel addSld modSld modMainMaster">
      <pc:chgData name="Bart van Eijkelenburg" userId="32564be6-3772-4f77-8099-aa7e4c72ca61" providerId="ADAL" clId="{1EDE46C2-884E-4D95-AAB9-D72DF80C7912}" dt="2020-09-30T19:08:38.281" v="96" actId="1038"/>
      <pc:docMkLst>
        <pc:docMk/>
      </pc:docMkLst>
      <pc:sldChg chg="addSp delSp modSp new mod setBg">
        <pc:chgData name="Bart van Eijkelenburg" userId="32564be6-3772-4f77-8099-aa7e4c72ca61" providerId="ADAL" clId="{1EDE46C2-884E-4D95-AAB9-D72DF80C7912}" dt="2020-09-30T19:08:38.281" v="96" actId="1038"/>
        <pc:sldMkLst>
          <pc:docMk/>
          <pc:sldMk cId="2711810886" sldId="256"/>
        </pc:sldMkLst>
      </pc:sldChg>
      <pc:sldChg chg="addSp delSp modSp new mod setBg">
        <pc:chgData name="Bart van Eijkelenburg" userId="32564be6-3772-4f77-8099-aa7e4c72ca61" providerId="ADAL" clId="{1EDE46C2-884E-4D95-AAB9-D72DF80C7912}" dt="2020-09-28T18:49:23.782" v="87"/>
        <pc:sldMkLst>
          <pc:docMk/>
          <pc:sldMk cId="2318623463" sldId="257"/>
        </pc:sldMkLst>
      </pc:sldChg>
      <pc:sldChg chg="addSp delSp modSp add modAnim">
        <pc:chgData name="Bart van Eijkelenburg" userId="32564be6-3772-4f77-8099-aa7e4c72ca61" providerId="ADAL" clId="{1EDE46C2-884E-4D95-AAB9-D72DF80C7912}" dt="2020-09-28T18:46:07.431" v="30"/>
        <pc:sldMkLst>
          <pc:docMk/>
          <pc:sldMk cId="1686947883" sldId="258"/>
        </pc:sldMkLst>
      </pc:sldChg>
      <pc:sldChg chg="addSp delSp modSp add modAnim">
        <pc:chgData name="Bart van Eijkelenburg" userId="32564be6-3772-4f77-8099-aa7e4c72ca61" providerId="ADAL" clId="{1EDE46C2-884E-4D95-AAB9-D72DF80C7912}" dt="2020-09-28T18:46:14.508" v="33"/>
        <pc:sldMkLst>
          <pc:docMk/>
          <pc:sldMk cId="416639851" sldId="259"/>
        </pc:sldMkLst>
      </pc:sldChg>
      <pc:sldChg chg="addSp delSp modSp add modAnim">
        <pc:chgData name="Bart van Eijkelenburg" userId="32564be6-3772-4f77-8099-aa7e4c72ca61" providerId="ADAL" clId="{1EDE46C2-884E-4D95-AAB9-D72DF80C7912}" dt="2020-09-28T18:46:22.267" v="36"/>
        <pc:sldMkLst>
          <pc:docMk/>
          <pc:sldMk cId="1406139472" sldId="260"/>
        </pc:sldMkLst>
      </pc:sldChg>
      <pc:sldChg chg="addSp delSp modSp add modAnim">
        <pc:chgData name="Bart van Eijkelenburg" userId="32564be6-3772-4f77-8099-aa7e4c72ca61" providerId="ADAL" clId="{1EDE46C2-884E-4D95-AAB9-D72DF80C7912}" dt="2020-09-28T18:46:28.912" v="39"/>
        <pc:sldMkLst>
          <pc:docMk/>
          <pc:sldMk cId="1919167115" sldId="261"/>
        </pc:sldMkLst>
      </pc:sldChg>
      <pc:sldChg chg="addSp delSp modSp add modAnim">
        <pc:chgData name="Bart van Eijkelenburg" userId="32564be6-3772-4f77-8099-aa7e4c72ca61" providerId="ADAL" clId="{1EDE46C2-884E-4D95-AAB9-D72DF80C7912}" dt="2020-09-28T18:46:35.508" v="42"/>
        <pc:sldMkLst>
          <pc:docMk/>
          <pc:sldMk cId="4107390451" sldId="262"/>
        </pc:sldMkLst>
      </pc:sldChg>
      <pc:sldChg chg="addSp delSp modSp add modAnim">
        <pc:chgData name="Bart van Eijkelenburg" userId="32564be6-3772-4f77-8099-aa7e4c72ca61" providerId="ADAL" clId="{1EDE46C2-884E-4D95-AAB9-D72DF80C7912}" dt="2020-09-28T18:46:42.781" v="45"/>
        <pc:sldMkLst>
          <pc:docMk/>
          <pc:sldMk cId="3927023379" sldId="263"/>
        </pc:sldMkLst>
      </pc:sldChg>
      <pc:sldChg chg="addSp delSp modSp add modAnim">
        <pc:chgData name="Bart van Eijkelenburg" userId="32564be6-3772-4f77-8099-aa7e4c72ca61" providerId="ADAL" clId="{1EDE46C2-884E-4D95-AAB9-D72DF80C7912}" dt="2020-09-28T18:46:50.085" v="48"/>
        <pc:sldMkLst>
          <pc:docMk/>
          <pc:sldMk cId="940914383" sldId="264"/>
        </pc:sldMkLst>
      </pc:sldChg>
      <pc:sldChg chg="addSp delSp modSp add modAnim">
        <pc:chgData name="Bart van Eijkelenburg" userId="32564be6-3772-4f77-8099-aa7e4c72ca61" providerId="ADAL" clId="{1EDE46C2-884E-4D95-AAB9-D72DF80C7912}" dt="2020-09-28T18:46:58.200" v="51"/>
        <pc:sldMkLst>
          <pc:docMk/>
          <pc:sldMk cId="2029505551" sldId="265"/>
        </pc:sldMkLst>
      </pc:sldChg>
      <pc:sldChg chg="addSp delSp modSp add modAnim">
        <pc:chgData name="Bart van Eijkelenburg" userId="32564be6-3772-4f77-8099-aa7e4c72ca61" providerId="ADAL" clId="{1EDE46C2-884E-4D95-AAB9-D72DF80C7912}" dt="2020-09-28T18:47:08.991" v="54"/>
        <pc:sldMkLst>
          <pc:docMk/>
          <pc:sldMk cId="324011218" sldId="266"/>
        </pc:sldMkLst>
      </pc:sldChg>
      <pc:sldChg chg="addSp delSp modSp add modAnim">
        <pc:chgData name="Bart van Eijkelenburg" userId="32564be6-3772-4f77-8099-aa7e4c72ca61" providerId="ADAL" clId="{1EDE46C2-884E-4D95-AAB9-D72DF80C7912}" dt="2020-09-28T18:47:54.739" v="57"/>
        <pc:sldMkLst>
          <pc:docMk/>
          <pc:sldMk cId="3357075213" sldId="267"/>
        </pc:sldMkLst>
      </pc:sldChg>
      <pc:sldChg chg="addSp delSp modSp add modAnim">
        <pc:chgData name="Bart van Eijkelenburg" userId="32564be6-3772-4f77-8099-aa7e4c72ca61" providerId="ADAL" clId="{1EDE46C2-884E-4D95-AAB9-D72DF80C7912}" dt="2020-09-28T18:48:02.089" v="60"/>
        <pc:sldMkLst>
          <pc:docMk/>
          <pc:sldMk cId="4067555730" sldId="268"/>
        </pc:sldMkLst>
      </pc:sldChg>
      <pc:sldChg chg="addSp delSp modSp add modAnim">
        <pc:chgData name="Bart van Eijkelenburg" userId="32564be6-3772-4f77-8099-aa7e4c72ca61" providerId="ADAL" clId="{1EDE46C2-884E-4D95-AAB9-D72DF80C7912}" dt="2020-09-28T18:48:14.424" v="63"/>
        <pc:sldMkLst>
          <pc:docMk/>
          <pc:sldMk cId="1860151755" sldId="269"/>
        </pc:sldMkLst>
      </pc:sldChg>
      <pc:sldChg chg="addSp delSp modSp add modAnim">
        <pc:chgData name="Bart van Eijkelenburg" userId="32564be6-3772-4f77-8099-aa7e4c72ca61" providerId="ADAL" clId="{1EDE46C2-884E-4D95-AAB9-D72DF80C7912}" dt="2020-09-28T18:48:21.833" v="66"/>
        <pc:sldMkLst>
          <pc:docMk/>
          <pc:sldMk cId="3321815680" sldId="270"/>
        </pc:sldMkLst>
      </pc:sldChg>
      <pc:sldChg chg="addSp delSp modSp add modAnim">
        <pc:chgData name="Bart van Eijkelenburg" userId="32564be6-3772-4f77-8099-aa7e4c72ca61" providerId="ADAL" clId="{1EDE46C2-884E-4D95-AAB9-D72DF80C7912}" dt="2020-09-28T18:48:28.636" v="69"/>
        <pc:sldMkLst>
          <pc:docMk/>
          <pc:sldMk cId="843713813" sldId="271"/>
        </pc:sldMkLst>
      </pc:sldChg>
      <pc:sldChg chg="addSp delSp modSp add modAnim">
        <pc:chgData name="Bart van Eijkelenburg" userId="32564be6-3772-4f77-8099-aa7e4c72ca61" providerId="ADAL" clId="{1EDE46C2-884E-4D95-AAB9-D72DF80C7912}" dt="2020-09-28T18:48:42.480" v="72"/>
        <pc:sldMkLst>
          <pc:docMk/>
          <pc:sldMk cId="3219480973" sldId="272"/>
        </pc:sldMkLst>
      </pc:sldChg>
      <pc:sldChg chg="addSp delSp modSp add">
        <pc:chgData name="Bart van Eijkelenburg" userId="32564be6-3772-4f77-8099-aa7e4c72ca61" providerId="ADAL" clId="{1EDE46C2-884E-4D95-AAB9-D72DF80C7912}" dt="2020-09-28T18:48:49.318" v="75"/>
        <pc:sldMkLst>
          <pc:docMk/>
          <pc:sldMk cId="471876541" sldId="273"/>
        </pc:sldMkLst>
      </pc:sldChg>
      <pc:sldMasterChg chg="setBg modSldLayout">
        <pc:chgData name="Bart van Eijkelenburg" userId="32564be6-3772-4f77-8099-aa7e4c72ca61" providerId="ADAL" clId="{1EDE46C2-884E-4D95-AAB9-D72DF80C7912}" dt="2020-09-28T18:49:23.782" v="87"/>
        <pc:sldMasterMkLst>
          <pc:docMk/>
          <pc:sldMasterMk cId="1016079846" sldId="2147483648"/>
        </pc:sldMasterMkLst>
        <pc:sldLayoutChg chg="setBg">
          <pc:chgData name="Bart van Eijkelenburg" userId="32564be6-3772-4f77-8099-aa7e4c72ca61" providerId="ADAL" clId="{1EDE46C2-884E-4D95-AAB9-D72DF80C7912}" dt="2020-09-28T18:49:23.782" v="87"/>
          <pc:sldLayoutMkLst>
            <pc:docMk/>
            <pc:sldMasterMk cId="1016079846" sldId="2147483648"/>
            <pc:sldLayoutMk cId="1785355282" sldId="2147483649"/>
          </pc:sldLayoutMkLst>
        </pc:sldLayoutChg>
        <pc:sldLayoutChg chg="setBg">
          <pc:chgData name="Bart van Eijkelenburg" userId="32564be6-3772-4f77-8099-aa7e4c72ca61" providerId="ADAL" clId="{1EDE46C2-884E-4D95-AAB9-D72DF80C7912}" dt="2020-09-28T18:49:23.782" v="87"/>
          <pc:sldLayoutMkLst>
            <pc:docMk/>
            <pc:sldMasterMk cId="1016079846" sldId="2147483648"/>
            <pc:sldLayoutMk cId="1532882243" sldId="2147483650"/>
          </pc:sldLayoutMkLst>
        </pc:sldLayoutChg>
        <pc:sldLayoutChg chg="setBg">
          <pc:chgData name="Bart van Eijkelenburg" userId="32564be6-3772-4f77-8099-aa7e4c72ca61" providerId="ADAL" clId="{1EDE46C2-884E-4D95-AAB9-D72DF80C7912}" dt="2020-09-28T18:49:23.782" v="87"/>
          <pc:sldLayoutMkLst>
            <pc:docMk/>
            <pc:sldMasterMk cId="1016079846" sldId="2147483648"/>
            <pc:sldLayoutMk cId="3195599674" sldId="2147483651"/>
          </pc:sldLayoutMkLst>
        </pc:sldLayoutChg>
        <pc:sldLayoutChg chg="setBg">
          <pc:chgData name="Bart van Eijkelenburg" userId="32564be6-3772-4f77-8099-aa7e4c72ca61" providerId="ADAL" clId="{1EDE46C2-884E-4D95-AAB9-D72DF80C7912}" dt="2020-09-28T18:49:23.782" v="87"/>
          <pc:sldLayoutMkLst>
            <pc:docMk/>
            <pc:sldMasterMk cId="1016079846" sldId="2147483648"/>
            <pc:sldLayoutMk cId="2284101934" sldId="2147483652"/>
          </pc:sldLayoutMkLst>
        </pc:sldLayoutChg>
        <pc:sldLayoutChg chg="setBg">
          <pc:chgData name="Bart van Eijkelenburg" userId="32564be6-3772-4f77-8099-aa7e4c72ca61" providerId="ADAL" clId="{1EDE46C2-884E-4D95-AAB9-D72DF80C7912}" dt="2020-09-28T18:49:23.782" v="87"/>
          <pc:sldLayoutMkLst>
            <pc:docMk/>
            <pc:sldMasterMk cId="1016079846" sldId="2147483648"/>
            <pc:sldLayoutMk cId="3478871560" sldId="2147483653"/>
          </pc:sldLayoutMkLst>
        </pc:sldLayoutChg>
        <pc:sldLayoutChg chg="setBg">
          <pc:chgData name="Bart van Eijkelenburg" userId="32564be6-3772-4f77-8099-aa7e4c72ca61" providerId="ADAL" clId="{1EDE46C2-884E-4D95-AAB9-D72DF80C7912}" dt="2020-09-28T18:49:23.782" v="87"/>
          <pc:sldLayoutMkLst>
            <pc:docMk/>
            <pc:sldMasterMk cId="1016079846" sldId="2147483648"/>
            <pc:sldLayoutMk cId="3538778222" sldId="2147483654"/>
          </pc:sldLayoutMkLst>
        </pc:sldLayoutChg>
        <pc:sldLayoutChg chg="setBg">
          <pc:chgData name="Bart van Eijkelenburg" userId="32564be6-3772-4f77-8099-aa7e4c72ca61" providerId="ADAL" clId="{1EDE46C2-884E-4D95-AAB9-D72DF80C7912}" dt="2020-09-28T18:49:23.782" v="87"/>
          <pc:sldLayoutMkLst>
            <pc:docMk/>
            <pc:sldMasterMk cId="1016079846" sldId="2147483648"/>
            <pc:sldLayoutMk cId="3973630101" sldId="2147483655"/>
          </pc:sldLayoutMkLst>
        </pc:sldLayoutChg>
        <pc:sldLayoutChg chg="setBg">
          <pc:chgData name="Bart van Eijkelenburg" userId="32564be6-3772-4f77-8099-aa7e4c72ca61" providerId="ADAL" clId="{1EDE46C2-884E-4D95-AAB9-D72DF80C7912}" dt="2020-09-28T18:49:23.782" v="87"/>
          <pc:sldLayoutMkLst>
            <pc:docMk/>
            <pc:sldMasterMk cId="1016079846" sldId="2147483648"/>
            <pc:sldLayoutMk cId="179819156" sldId="2147483656"/>
          </pc:sldLayoutMkLst>
        </pc:sldLayoutChg>
        <pc:sldLayoutChg chg="setBg">
          <pc:chgData name="Bart van Eijkelenburg" userId="32564be6-3772-4f77-8099-aa7e4c72ca61" providerId="ADAL" clId="{1EDE46C2-884E-4D95-AAB9-D72DF80C7912}" dt="2020-09-28T18:49:23.782" v="87"/>
          <pc:sldLayoutMkLst>
            <pc:docMk/>
            <pc:sldMasterMk cId="1016079846" sldId="2147483648"/>
            <pc:sldLayoutMk cId="242747704" sldId="2147483657"/>
          </pc:sldLayoutMkLst>
        </pc:sldLayoutChg>
        <pc:sldLayoutChg chg="setBg">
          <pc:chgData name="Bart van Eijkelenburg" userId="32564be6-3772-4f77-8099-aa7e4c72ca61" providerId="ADAL" clId="{1EDE46C2-884E-4D95-AAB9-D72DF80C7912}" dt="2020-09-28T18:49:23.782" v="87"/>
          <pc:sldLayoutMkLst>
            <pc:docMk/>
            <pc:sldMasterMk cId="1016079846" sldId="2147483648"/>
            <pc:sldLayoutMk cId="4023541389" sldId="2147483658"/>
          </pc:sldLayoutMkLst>
        </pc:sldLayoutChg>
        <pc:sldLayoutChg chg="setBg">
          <pc:chgData name="Bart van Eijkelenburg" userId="32564be6-3772-4f77-8099-aa7e4c72ca61" providerId="ADAL" clId="{1EDE46C2-884E-4D95-AAB9-D72DF80C7912}" dt="2020-09-28T18:49:23.782" v="87"/>
          <pc:sldLayoutMkLst>
            <pc:docMk/>
            <pc:sldMasterMk cId="1016079846" sldId="2147483648"/>
            <pc:sldLayoutMk cId="3820867972" sldId="2147483659"/>
          </pc:sldLayoutMkLst>
        </pc:sldLayoutChg>
      </pc:sldMasterChg>
    </pc:docChg>
  </pc:docChgLst>
  <pc:docChgLst>
    <pc:chgData name="Bart van Eijkelenburg" userId="32564be6-3772-4f77-8099-aa7e4c72ca61" providerId="ADAL" clId="{CF5FFBA3-A25D-4E97-9F02-B74FF65F07EF}"/>
    <pc:docChg chg="undo custSel addSld delSld modSld">
      <pc:chgData name="Bart van Eijkelenburg" userId="32564be6-3772-4f77-8099-aa7e4c72ca61" providerId="ADAL" clId="{CF5FFBA3-A25D-4E97-9F02-B74FF65F07EF}" dt="2023-06-14T17:36:30.784" v="44" actId="6549"/>
      <pc:docMkLst>
        <pc:docMk/>
      </pc:docMkLst>
      <pc:sldChg chg="modSp mod">
        <pc:chgData name="Bart van Eijkelenburg" userId="32564be6-3772-4f77-8099-aa7e4c72ca61" providerId="ADAL" clId="{CF5FFBA3-A25D-4E97-9F02-B74FF65F07EF}" dt="2023-06-14T15:46:33.466" v="11" actId="20577"/>
        <pc:sldMkLst>
          <pc:docMk/>
          <pc:sldMk cId="671421311" sldId="256"/>
        </pc:sldMkLst>
      </pc:sldChg>
      <pc:sldChg chg="addSp delSp modSp mod">
        <pc:chgData name="Bart van Eijkelenburg" userId="32564be6-3772-4f77-8099-aa7e4c72ca61" providerId="ADAL" clId="{CF5FFBA3-A25D-4E97-9F02-B74FF65F07EF}" dt="2023-06-14T15:48:15.682" v="39" actId="478"/>
        <pc:sldMkLst>
          <pc:docMk/>
          <pc:sldMk cId="2318623463" sldId="257"/>
        </pc:sldMkLst>
      </pc:sldChg>
      <pc:sldChg chg="del">
        <pc:chgData name="Bart van Eijkelenburg" userId="32564be6-3772-4f77-8099-aa7e4c72ca61" providerId="ADAL" clId="{CF5FFBA3-A25D-4E97-9F02-B74FF65F07EF}" dt="2023-06-14T10:36:17.096" v="1" actId="2696"/>
        <pc:sldMkLst>
          <pc:docMk/>
          <pc:sldMk cId="1686947883" sldId="258"/>
        </pc:sldMkLst>
      </pc:sldChg>
      <pc:sldChg chg="del">
        <pc:chgData name="Bart van Eijkelenburg" userId="32564be6-3772-4f77-8099-aa7e4c72ca61" providerId="ADAL" clId="{CF5FFBA3-A25D-4E97-9F02-B74FF65F07EF}" dt="2023-06-14T10:36:17.096" v="1" actId="2696"/>
        <pc:sldMkLst>
          <pc:docMk/>
          <pc:sldMk cId="416639851" sldId="259"/>
        </pc:sldMkLst>
      </pc:sldChg>
      <pc:sldChg chg="del">
        <pc:chgData name="Bart van Eijkelenburg" userId="32564be6-3772-4f77-8099-aa7e4c72ca61" providerId="ADAL" clId="{CF5FFBA3-A25D-4E97-9F02-B74FF65F07EF}" dt="2023-06-14T10:36:17.096" v="1" actId="2696"/>
        <pc:sldMkLst>
          <pc:docMk/>
          <pc:sldMk cId="1406139472" sldId="260"/>
        </pc:sldMkLst>
      </pc:sldChg>
      <pc:sldChg chg="del">
        <pc:chgData name="Bart van Eijkelenburg" userId="32564be6-3772-4f77-8099-aa7e4c72ca61" providerId="ADAL" clId="{CF5FFBA3-A25D-4E97-9F02-B74FF65F07EF}" dt="2023-06-14T10:36:17.096" v="1" actId="2696"/>
        <pc:sldMkLst>
          <pc:docMk/>
          <pc:sldMk cId="1919167115" sldId="261"/>
        </pc:sldMkLst>
      </pc:sldChg>
      <pc:sldChg chg="del">
        <pc:chgData name="Bart van Eijkelenburg" userId="32564be6-3772-4f77-8099-aa7e4c72ca61" providerId="ADAL" clId="{CF5FFBA3-A25D-4E97-9F02-B74FF65F07EF}" dt="2023-06-14T10:36:17.096" v="1" actId="2696"/>
        <pc:sldMkLst>
          <pc:docMk/>
          <pc:sldMk cId="4107390451" sldId="262"/>
        </pc:sldMkLst>
      </pc:sldChg>
      <pc:sldChg chg="del">
        <pc:chgData name="Bart van Eijkelenburg" userId="32564be6-3772-4f77-8099-aa7e4c72ca61" providerId="ADAL" clId="{CF5FFBA3-A25D-4E97-9F02-B74FF65F07EF}" dt="2023-06-14T10:36:17.096" v="1" actId="2696"/>
        <pc:sldMkLst>
          <pc:docMk/>
          <pc:sldMk cId="3927023379" sldId="263"/>
        </pc:sldMkLst>
      </pc:sldChg>
      <pc:sldChg chg="modSp mod">
        <pc:chgData name="Bart van Eijkelenburg" userId="32564be6-3772-4f77-8099-aa7e4c72ca61" providerId="ADAL" clId="{CF5FFBA3-A25D-4E97-9F02-B74FF65F07EF}" dt="2023-06-14T17:36:30.784" v="44" actId="6549"/>
        <pc:sldMkLst>
          <pc:docMk/>
          <pc:sldMk cId="471876541" sldId="273"/>
        </pc:sldMkLst>
      </pc:sldChg>
      <pc:sldChg chg="add">
        <pc:chgData name="Bart van Eijkelenburg" userId="32564be6-3772-4f77-8099-aa7e4c72ca61" providerId="ADAL" clId="{CF5FFBA3-A25D-4E97-9F02-B74FF65F07EF}" dt="2023-06-14T15:40:41.773" v="3"/>
        <pc:sldMkLst>
          <pc:docMk/>
          <pc:sldMk cId="312364359" sldId="279"/>
        </pc:sldMkLst>
      </pc:sldChg>
      <pc:sldChg chg="add">
        <pc:chgData name="Bart van Eijkelenburg" userId="32564be6-3772-4f77-8099-aa7e4c72ca61" providerId="ADAL" clId="{CF5FFBA3-A25D-4E97-9F02-B74FF65F07EF}" dt="2023-06-14T15:40:41.773" v="3"/>
        <pc:sldMkLst>
          <pc:docMk/>
          <pc:sldMk cId="1058777461" sldId="280"/>
        </pc:sldMkLst>
      </pc:sldChg>
      <pc:sldChg chg="add">
        <pc:chgData name="Bart van Eijkelenburg" userId="32564be6-3772-4f77-8099-aa7e4c72ca61" providerId="ADAL" clId="{CF5FFBA3-A25D-4E97-9F02-B74FF65F07EF}" dt="2023-06-14T15:40:41.773" v="3"/>
        <pc:sldMkLst>
          <pc:docMk/>
          <pc:sldMk cId="4173140856" sldId="281"/>
        </pc:sldMkLst>
      </pc:sldChg>
      <pc:sldChg chg="add">
        <pc:chgData name="Bart van Eijkelenburg" userId="32564be6-3772-4f77-8099-aa7e4c72ca61" providerId="ADAL" clId="{CF5FFBA3-A25D-4E97-9F02-B74FF65F07EF}" dt="2023-06-14T15:40:41.773" v="3"/>
        <pc:sldMkLst>
          <pc:docMk/>
          <pc:sldMk cId="1753974381" sldId="282"/>
        </pc:sldMkLst>
      </pc:sldChg>
      <pc:sldChg chg="add">
        <pc:chgData name="Bart van Eijkelenburg" userId="32564be6-3772-4f77-8099-aa7e4c72ca61" providerId="ADAL" clId="{CF5FFBA3-A25D-4E97-9F02-B74FF65F07EF}" dt="2023-06-14T15:40:41.773" v="3"/>
        <pc:sldMkLst>
          <pc:docMk/>
          <pc:sldMk cId="2109561117" sldId="283"/>
        </pc:sldMkLst>
      </pc:sldChg>
      <pc:sldChg chg="add">
        <pc:chgData name="Bart van Eijkelenburg" userId="32564be6-3772-4f77-8099-aa7e4c72ca61" providerId="ADAL" clId="{CF5FFBA3-A25D-4E97-9F02-B74FF65F07EF}" dt="2023-06-14T15:40:41.773" v="3"/>
        <pc:sldMkLst>
          <pc:docMk/>
          <pc:sldMk cId="2424867437" sldId="284"/>
        </pc:sldMkLst>
      </pc:sldChg>
      <pc:sldChg chg="add del">
        <pc:chgData name="Bart van Eijkelenburg" userId="32564be6-3772-4f77-8099-aa7e4c72ca61" providerId="ADAL" clId="{CF5FFBA3-A25D-4E97-9F02-B74FF65F07EF}" dt="2023-06-14T15:48:52.993" v="40" actId="2696"/>
        <pc:sldMkLst>
          <pc:docMk/>
          <pc:sldMk cId="2713221753" sldId="3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B5FBC3-A13D-4BED-AE99-57FE248D3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78EA99E-083D-41AD-BBBA-0745C50ED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0486146-BA1E-4713-A883-1BF7C3FB0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68EBF9F-444C-4523-93A7-A1E2DA9D1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34E6807-8EA9-4F4F-9729-DD05F3B47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5355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897356-E3F2-4130-AED6-3C1E5C0F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F60C21A-F0BF-44A4-B3AD-CEF18FBD2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2E67596-11E4-499C-9ADF-AAB454CBD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3BA1927-1CB3-4842-8C31-39EA5A1C0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1AE1FCD-234C-4CB0-A11F-C3C0B3A8C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2882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E3B509-29E0-4B40-8294-A82AE4887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6F3BF0A-FA2C-49C1-AB93-4AB9A5559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255921E-B21A-4BD0-AF3D-A108E8D1E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819A19C-4B85-4857-997D-1983525AF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F104AFB-2EA3-4C2A-BE24-DC66E1929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5599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569CE1-F5F4-48CA-8FB8-65AB52BD9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D3765B-89FF-4F2E-979F-87EDD8F8B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66C6812-F5D6-4ACE-9685-BA5A80BEF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7A6EB5F-95C2-4345-ACE2-A88B17B6C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AE77E88-9E40-4EBE-9EBB-AD48BFF8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E3C2DC1-DFA8-4AEA-ACFA-DA5CADE0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4101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215BB2-3AF8-430E-8C3A-DBDFC1F05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2112838-8975-459B-9BBD-6A0FACF62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FE9B3C5-4034-4ABB-AE07-927A9C3EA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60A5019-4CA6-4E82-8E26-FFCBD0B0F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BF2271-8A6E-4FDD-A69D-ECCE75D77F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0764C7AA-7F8D-4C6E-A03C-487F6D39F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36E32F5-EE91-4FF2-A3C2-84BB163D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068184D-7C23-4AB2-B46F-651956B0A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8871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D15C99-C97F-4D32-856A-89EE1C57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A1B8649-7FB2-4C5A-AE5D-E4295F38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D11F398-A93C-4AC0-920C-71EE7E59F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4738D45-C3F7-400D-B604-F0EAF654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8778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A6785CB-4818-4220-905C-012F89D25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BB5C763-BF50-4458-AB76-4F12B028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2645FDA-EC18-429E-B377-0CC4F458B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363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E8D9BE-3716-4BA9-A6CD-08D539EC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FEEEFE2-6F96-48DF-8474-0768860BC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840BE56-1DC9-4A89-8259-05AFF2D2E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D51443A-3854-40C2-A6E5-E6852A910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AD5C825-89E3-491C-95B7-88DAB229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BE928A7-DF4A-4FA6-BF45-88CD7F65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819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4AF886-3A52-4781-8375-02C4D87F1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CBA0785-2B84-4D91-91A7-63D64BC81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91B1161-B7A1-4FA6-9DBF-6A4BDB541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AF42D4B-BBAF-4D88-9110-23D0C997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963D386-85CE-496E-8A3C-063DECD1F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F3F8282-B579-4535-B19C-0A64485C5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747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74AFFB-090F-4287-BD94-183EBD25C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D36831A-B37B-4A4B-B5DD-618FC752A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86A783E-07BE-4C33-A1D3-61571D1AC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BB515BA-DC14-4F3B-95C1-0AE57A770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3AE70CE-2C27-4CE6-9F4F-28D0D7FF2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3541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69E6BC41-346E-42B2-B4D2-1432AC3DB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ED9DEF1-83A5-477C-839F-CC92AAC37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806E4DB-1CFC-4965-9E8A-1D269B1B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79CDFBA-8ACF-4637-BCBB-44BE9AAE8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9E53E9F-2625-4605-8275-CEE138538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20867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B5FBC3-A13D-4BED-AE99-57FE248D3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78EA99E-083D-41AD-BBBA-0745C50ED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0486146-BA1E-4713-A883-1BF7C3FB0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68EBF9F-444C-4523-93A7-A1E2DA9D1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34E6807-8EA9-4F4F-9729-DD05F3B47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12845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897356-E3F2-4130-AED6-3C1E5C0F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F60C21A-F0BF-44A4-B3AD-CEF18FBD2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2E67596-11E4-499C-9ADF-AAB454CBD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3BA1927-1CB3-4842-8C31-39EA5A1C0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1AE1FCD-234C-4CB0-A11F-C3C0B3A8C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04113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E3B509-29E0-4B40-8294-A82AE4887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6F3BF0A-FA2C-49C1-AB93-4AB9A5559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255921E-B21A-4BD0-AF3D-A108E8D1E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819A19C-4B85-4857-997D-1983525AF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F104AFB-2EA3-4C2A-BE24-DC66E1929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2023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569CE1-F5F4-48CA-8FB8-65AB52BD9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D3765B-89FF-4F2E-979F-87EDD8F8B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66C6812-F5D6-4ACE-9685-BA5A80BEF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7A6EB5F-95C2-4345-ACE2-A88B17B6C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AE77E88-9E40-4EBE-9EBB-AD48BFF8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E3C2DC1-DFA8-4AEA-ACFA-DA5CADE0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80527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215BB2-3AF8-430E-8C3A-DBDFC1F05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2112838-8975-459B-9BBD-6A0FACF62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FE9B3C5-4034-4ABB-AE07-927A9C3EA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60A5019-4CA6-4E82-8E26-FFCBD0B0F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BF2271-8A6E-4FDD-A69D-ECCE75D77F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0764C7AA-7F8D-4C6E-A03C-487F6D39F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36E32F5-EE91-4FF2-A3C2-84BB163D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068184D-7C23-4AB2-B46F-651956B0A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06747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D15C99-C97F-4D32-856A-89EE1C57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A1B8649-7FB2-4C5A-AE5D-E4295F38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D11F398-A93C-4AC0-920C-71EE7E59F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4738D45-C3F7-400D-B604-F0EAF654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176769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A6785CB-4818-4220-905C-012F89D25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BB5C763-BF50-4458-AB76-4F12B028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2645FDA-EC18-429E-B377-0CC4F458B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95441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E8D9BE-3716-4BA9-A6CD-08D539EC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FEEEFE2-6F96-48DF-8474-0768860BC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840BE56-1DC9-4A89-8259-05AFF2D2E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D51443A-3854-40C2-A6E5-E6852A910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AD5C825-89E3-491C-95B7-88DAB229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BE928A7-DF4A-4FA6-BF45-88CD7F65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201201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4AF886-3A52-4781-8375-02C4D87F1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CBA0785-2B84-4D91-91A7-63D64BC81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91B1161-B7A1-4FA6-9DBF-6A4BDB541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AF42D4B-BBAF-4D88-9110-23D0C997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963D386-85CE-496E-8A3C-063DECD1F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F3F8282-B579-4535-B19C-0A64485C5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954933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74AFFB-090F-4287-BD94-183EBD25C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D36831A-B37B-4A4B-B5DD-618FC752A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86A783E-07BE-4C33-A1D3-61571D1AC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BB515BA-DC14-4F3B-95C1-0AE57A770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3AE70CE-2C27-4CE6-9F4F-28D0D7FF2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55553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69E6BC41-346E-42B2-B4D2-1432AC3DB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ED9DEF1-83A5-477C-839F-CC92AAC37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806E4DB-1CFC-4965-9E8A-1D269B1B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79CDFBA-8ACF-4637-BCBB-44BE9AAE8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9E53E9F-2625-4605-8275-CEE138538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857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5000" t="-3000" r="-2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449976E9-A55F-475C-8B3F-5612683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1A53B2D-A81D-48FE-9368-47A37672B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7526E96-288A-4DF7-BFD4-C4170E438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5E5BC9C-B6F6-4471-982E-40E4A8C08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5887E06-04D7-4FF4-9F92-43290EFF4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16079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8000" t="-2000" r="2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449976E9-A55F-475C-8B3F-5612683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1A53B2D-A81D-48FE-9368-47A37672B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7526E96-288A-4DF7-BFD4-C4170E438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5E5BC9C-B6F6-4471-982E-40E4A8C08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5887E06-04D7-4FF4-9F92-43290EFF4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2985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creativecommons.org/licenses/by-nd/2.0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lickr.com/photos/hikingartist/" TargetMode="External"/><Relationship Id="rId5" Type="http://schemas.openxmlformats.org/officeDocument/2006/relationships/hyperlink" Target="https://www.flickr.com/photos/hikingartist/5727278512/in/photolist-9J6Nnf-6v4Xhz-9rESs-87NA7G-8GJvbJ-qBne5u-8SRJFm-87KfnD-paxfD8-9h2Dio-nxbANX-paxh9n-87KoSM-8w3jZT-651mrd-8GFm3n-4yj7N1-nZZvut-pMSq4Q-ab1Z5h-8BY6Ub-7v2CGM-8KVkvz-bV1L4r-n35vqE-bV1L5v-98HAv9-a" TargetMode="Externa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9pB5suKEzJt14XpU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r="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Shape 171">
            <a:extLst>
              <a:ext uri="{FF2B5EF4-FFF2-40B4-BE49-F238E27FC236}">
                <a16:creationId xmlns:a16="http://schemas.microsoft.com/office/drawing/2014/main" id="{74FA312D-BC56-414E-92EE-45A666673852}"/>
              </a:ext>
            </a:extLst>
          </p:cNvPr>
          <p:cNvGrpSpPr/>
          <p:nvPr/>
        </p:nvGrpSpPr>
        <p:grpSpPr>
          <a:xfrm>
            <a:off x="71593" y="4244662"/>
            <a:ext cx="8964612" cy="2189518"/>
            <a:chOff x="179388" y="4668482"/>
            <a:chExt cx="8713786" cy="2029179"/>
          </a:xfrm>
        </p:grpSpPr>
        <p:sp>
          <p:nvSpPr>
            <p:cNvPr id="14" name="Shape 172">
              <a:extLst>
                <a:ext uri="{FF2B5EF4-FFF2-40B4-BE49-F238E27FC236}">
                  <a16:creationId xmlns:a16="http://schemas.microsoft.com/office/drawing/2014/main" id="{97E768AB-D986-4F31-BB78-255C06C586AD}"/>
                </a:ext>
              </a:extLst>
            </p:cNvPr>
            <p:cNvSpPr/>
            <p:nvPr/>
          </p:nvSpPr>
          <p:spPr>
            <a:xfrm>
              <a:off x="179388" y="4668482"/>
              <a:ext cx="8713786" cy="2029179"/>
            </a:xfrm>
            <a:prstGeom prst="rect">
              <a:avLst/>
            </a:prstGeom>
            <a:solidFill>
              <a:sysClr val="window" lastClr="FFFFFF"/>
            </a:solidFill>
            <a:ln w="9525" cap="flat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15" name="Shape 173">
              <a:extLst>
                <a:ext uri="{FF2B5EF4-FFF2-40B4-BE49-F238E27FC236}">
                  <a16:creationId xmlns:a16="http://schemas.microsoft.com/office/drawing/2014/main" id="{A99DCE0E-7E18-472E-B060-DB82675474F5}"/>
                </a:ext>
              </a:extLst>
            </p:cNvPr>
            <p:cNvSpPr/>
            <p:nvPr/>
          </p:nvSpPr>
          <p:spPr>
            <a:xfrm>
              <a:off x="323850" y="4780525"/>
              <a:ext cx="8424862" cy="869011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16" name="Shape 174">
              <a:extLst>
                <a:ext uri="{FF2B5EF4-FFF2-40B4-BE49-F238E27FC236}">
                  <a16:creationId xmlns:a16="http://schemas.microsoft.com/office/drawing/2014/main" id="{8F3B942D-ED64-4385-A803-ADDA5F5E39CC}"/>
                </a:ext>
              </a:extLst>
            </p:cNvPr>
            <p:cNvSpPr txBox="1"/>
            <p:nvPr/>
          </p:nvSpPr>
          <p:spPr>
            <a:xfrm>
              <a:off x="509587" y="4889500"/>
              <a:ext cx="8043745" cy="584776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nl-NL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  <a:rtl val="0"/>
                </a:rPr>
                <a:t>Les 7: </a:t>
              </a:r>
              <a:r>
                <a:rPr kumimoji="0" lang="nl-NL" sz="3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  <a:rtl val="0"/>
                </a:rPr>
                <a:t>Dictionaries</a:t>
              </a:r>
              <a:r>
                <a:rPr kumimoji="0" lang="nl-NL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  <a:rtl val="0"/>
                </a:rPr>
                <a:t> &amp; JSON</a:t>
              </a:r>
            </a:p>
          </p:txBody>
        </p:sp>
        <p:pic>
          <p:nvPicPr>
            <p:cNvPr id="17" name="Shape 175">
              <a:extLst>
                <a:ext uri="{FF2B5EF4-FFF2-40B4-BE49-F238E27FC236}">
                  <a16:creationId xmlns:a16="http://schemas.microsoft.com/office/drawing/2014/main" id="{0D64765C-AE62-45FC-AD03-1B73C8A9D1A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14706"/>
            <a:stretch/>
          </p:blipFill>
          <p:spPr>
            <a:xfrm>
              <a:off x="5867398" y="5667342"/>
              <a:ext cx="2881312" cy="9058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Shape 176">
              <a:extLst>
                <a:ext uri="{FF2B5EF4-FFF2-40B4-BE49-F238E27FC236}">
                  <a16:creationId xmlns:a16="http://schemas.microsoft.com/office/drawing/2014/main" id="{B9E1A424-1781-4DA5-9AE1-EE684745AC56}"/>
                </a:ext>
              </a:extLst>
            </p:cNvPr>
            <p:cNvSpPr/>
            <p:nvPr/>
          </p:nvSpPr>
          <p:spPr>
            <a:xfrm>
              <a:off x="323850" y="5733673"/>
              <a:ext cx="5441949" cy="839788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19" name="Shape 177">
              <a:extLst>
                <a:ext uri="{FF2B5EF4-FFF2-40B4-BE49-F238E27FC236}">
                  <a16:creationId xmlns:a16="http://schemas.microsoft.com/office/drawing/2014/main" id="{82484B6F-0B20-42B3-A829-CA29D9AF5F72}"/>
                </a:ext>
              </a:extLst>
            </p:cNvPr>
            <p:cNvSpPr txBox="1"/>
            <p:nvPr/>
          </p:nvSpPr>
          <p:spPr>
            <a:xfrm>
              <a:off x="323850" y="5797173"/>
              <a:ext cx="5213349" cy="64633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nl-NL" sz="1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Programming (onderdeel van </a:t>
              </a:r>
              <a:r>
                <a:rPr lang="nl-NL" sz="1800" b="1" kern="0" dirty="0">
                  <a:solidFill>
                    <a:schemeClr val="bg1"/>
                  </a:solidFill>
                </a:rPr>
                <a:t>TICT-V1SE1-24</a:t>
              </a:r>
              <a:r>
                <a:rPr kumimoji="0" lang="nl-NL" sz="1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nl-NL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  <a:rtl val="0"/>
                </a:rPr>
                <a:t>HBO-ICT propedeuse blok 1</a:t>
              </a:r>
            </a:p>
          </p:txBody>
        </p:sp>
      </p:grpSp>
      <p:pic>
        <p:nvPicPr>
          <p:cNvPr id="20" name="Afbeelding 19" descr="evolution_man_pc.jpg">
            <a:extLst>
              <a:ext uri="{FF2B5EF4-FFF2-40B4-BE49-F238E27FC236}">
                <a16:creationId xmlns:a16="http://schemas.microsoft.com/office/drawing/2014/main" id="{4A2B3CC8-5C54-459E-9221-47C6D713C0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261" y="1632778"/>
            <a:ext cx="5855624" cy="2213426"/>
          </a:xfrm>
          <a:prstGeom prst="rect">
            <a:avLst/>
          </a:prstGeom>
        </p:spPr>
      </p:pic>
      <p:sp>
        <p:nvSpPr>
          <p:cNvPr id="21" name="Rechthoek 20">
            <a:extLst>
              <a:ext uri="{FF2B5EF4-FFF2-40B4-BE49-F238E27FC236}">
                <a16:creationId xmlns:a16="http://schemas.microsoft.com/office/drawing/2014/main" id="{B6C25698-4FFE-4D88-8FE8-5958FE9DE86D}"/>
              </a:ext>
            </a:extLst>
          </p:cNvPr>
          <p:cNvSpPr/>
          <p:nvPr/>
        </p:nvSpPr>
        <p:spPr>
          <a:xfrm>
            <a:off x="4019473" y="3818011"/>
            <a:ext cx="3596182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5"/>
                <a:rtl val="0"/>
              </a:rPr>
              <a:t>Man Chain </a:t>
            </a:r>
            <a:r>
              <a:rPr kumimoji="0" lang="nl-NL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5"/>
                <a:rtl val="0"/>
              </a:rPr>
              <a:t>illustration</a:t>
            </a: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 </a:t>
            </a:r>
            <a:r>
              <a:rPr kumimoji="0" lang="nl-NL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by</a:t>
            </a: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 </a:t>
            </a: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6"/>
                <a:rtl val="0"/>
              </a:rPr>
              <a:t>Frits </a:t>
            </a:r>
            <a:r>
              <a:rPr kumimoji="0" lang="nl-NL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6"/>
                <a:rtl val="0"/>
              </a:rPr>
              <a:t>Ahlefeldt-Laurvig</a:t>
            </a: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 | </a:t>
            </a: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7"/>
                <a:rtl val="0"/>
              </a:rPr>
              <a:t>CC BY-ND</a:t>
            </a:r>
            <a:endParaRPr kumimoji="0" lang="nl-NL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671421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30E2616B-058A-0CDE-0EE9-C73010DE67BF}"/>
              </a:ext>
            </a:extLst>
          </p:cNvPr>
          <p:cNvSpPr txBox="1"/>
          <p:nvPr/>
        </p:nvSpPr>
        <p:spPr>
          <a:xfrm>
            <a:off x="685800" y="3323652"/>
            <a:ext cx="922020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4488" lvl="0" indent="-344488" defTabSz="457200">
              <a:spcAft>
                <a:spcPts val="600"/>
              </a:spcAft>
              <a:buClr>
                <a:srgbClr val="800000"/>
              </a:buClr>
              <a:buFont typeface="Wingdings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Dictionaries	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											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§13.1 t/</a:t>
            </a:r>
            <a:r>
              <a:rPr lang="en-US" sz="2400" kern="0" dirty="0">
                <a:solidFill>
                  <a:srgbClr val="294171"/>
                </a:solidFill>
              </a:rPr>
              <a:t>m §13.4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8" marR="0" lvl="0" indent="-344488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00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JSON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5FAAEEC-988F-470C-8939-C2E064463CE4}"/>
              </a:ext>
            </a:extLst>
          </p:cNvPr>
          <p:cNvSpPr txBox="1">
            <a:spLocks/>
          </p:cNvSpPr>
          <p:nvPr/>
        </p:nvSpPr>
        <p:spPr bwMode="auto">
          <a:xfrm>
            <a:off x="685800" y="1216526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Dictionaries &amp; JSON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18623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D0125-BDED-FBB9-4F4C-0EEC41F18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E4E37A40-C06C-0A56-A40F-7A18AD56ED68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b="1" kern="0" dirty="0">
                <a:solidFill>
                  <a:prstClr val="black"/>
                </a:solidFill>
              </a:rPr>
              <a:t>Dictionaries </a:t>
            </a:r>
            <a:r>
              <a:rPr lang="en-US" sz="2000" b="1" kern="0" dirty="0">
                <a:solidFill>
                  <a:prstClr val="black"/>
                </a:solidFill>
              </a:rPr>
              <a:t>(§13.1)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BB7FE364-7A8F-7A88-83F9-0A6198AC5016}"/>
              </a:ext>
            </a:extLst>
          </p:cNvPr>
          <p:cNvSpPr txBox="1"/>
          <p:nvPr/>
        </p:nvSpPr>
        <p:spPr bwMode="auto">
          <a:xfrm>
            <a:off x="849981" y="1614272"/>
            <a:ext cx="1049203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Dictionary == geordende (Python &gt;= 3.7) verzameling waarden (</a:t>
            </a:r>
            <a:r>
              <a:rPr kumimoji="0" lang="nl-NL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values</a:t>
            </a:r>
            <a:r>
              <a:rPr kumimoji="0" lang="nl-NL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)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2000" kern="0" dirty="0">
                <a:solidFill>
                  <a:srgbClr val="294171"/>
                </a:solidFill>
              </a:rPr>
              <a:t>Elk element krijgt een unieke sleutel (</a:t>
            </a:r>
            <a:r>
              <a:rPr lang="nl-NL" sz="2000" kern="0" dirty="0" err="1">
                <a:solidFill>
                  <a:srgbClr val="294171"/>
                </a:solidFill>
              </a:rPr>
              <a:t>key</a:t>
            </a:r>
            <a:r>
              <a:rPr lang="nl-NL" sz="2000" kern="0" dirty="0">
                <a:solidFill>
                  <a:srgbClr val="294171"/>
                </a:solidFill>
              </a:rPr>
              <a:t>):</a:t>
            </a:r>
            <a:endParaRPr kumimoji="0" lang="nl-NL" sz="20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</a:endParaRPr>
          </a:p>
        </p:txBody>
      </p:sp>
      <p:sp>
        <p:nvSpPr>
          <p:cNvPr id="5" name="Bijschrift: lijn 4">
            <a:extLst>
              <a:ext uri="{FF2B5EF4-FFF2-40B4-BE49-F238E27FC236}">
                <a16:creationId xmlns:a16="http://schemas.microsoft.com/office/drawing/2014/main" id="{C396DC46-E901-DAFE-50BF-B029D89E4C61}"/>
              </a:ext>
            </a:extLst>
          </p:cNvPr>
          <p:cNvSpPr/>
          <p:nvPr/>
        </p:nvSpPr>
        <p:spPr>
          <a:xfrm>
            <a:off x="8100383" y="5032554"/>
            <a:ext cx="2201534" cy="584775"/>
          </a:xfrm>
          <a:prstGeom prst="borderCallout1">
            <a:avLst>
              <a:gd name="adj1" fmla="val -1243"/>
              <a:gd name="adj2" fmla="val 9449"/>
              <a:gd name="adj3" fmla="val -123350"/>
              <a:gd name="adj4" fmla="val -5492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nl-NL" sz="1600" b="1" kern="0" dirty="0">
                <a:solidFill>
                  <a:srgbClr val="294171"/>
                </a:solidFill>
              </a:rPr>
              <a:t>Komma om </a:t>
            </a:r>
            <a:r>
              <a:rPr lang="nl-NL" sz="1600" b="1" kern="0" dirty="0" err="1">
                <a:solidFill>
                  <a:srgbClr val="294171"/>
                </a:solidFill>
              </a:rPr>
              <a:t>key-value</a:t>
            </a:r>
            <a:r>
              <a:rPr lang="nl-NL" sz="1600" b="1" kern="0" dirty="0">
                <a:solidFill>
                  <a:srgbClr val="294171"/>
                </a:solidFill>
              </a:rPr>
              <a:t> pairs te scheiden</a:t>
            </a:r>
          </a:p>
        </p:txBody>
      </p:sp>
      <p:sp>
        <p:nvSpPr>
          <p:cNvPr id="7" name="Bijschrift: lijn 6">
            <a:extLst>
              <a:ext uri="{FF2B5EF4-FFF2-40B4-BE49-F238E27FC236}">
                <a16:creationId xmlns:a16="http://schemas.microsoft.com/office/drawing/2014/main" id="{DAF529D7-F6DF-EC5F-6E4C-11B39DFD876C}"/>
              </a:ext>
            </a:extLst>
          </p:cNvPr>
          <p:cNvSpPr/>
          <p:nvPr/>
        </p:nvSpPr>
        <p:spPr>
          <a:xfrm>
            <a:off x="3086101" y="2966900"/>
            <a:ext cx="1252537" cy="338554"/>
          </a:xfrm>
          <a:prstGeom prst="borderCallout1">
            <a:avLst>
              <a:gd name="adj1" fmla="val 100411"/>
              <a:gd name="adj2" fmla="val 79055"/>
              <a:gd name="adj3" fmla="val 295705"/>
              <a:gd name="adj4" fmla="val 10985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nl-NL" sz="1600" b="1" kern="0" dirty="0" err="1">
                <a:solidFill>
                  <a:srgbClr val="294171"/>
                </a:solidFill>
              </a:rPr>
              <a:t>key</a:t>
            </a:r>
            <a:r>
              <a:rPr lang="nl-NL" sz="1600" b="1" kern="0" dirty="0">
                <a:solidFill>
                  <a:srgbClr val="294171"/>
                </a:solidFill>
              </a:rPr>
              <a:t> "appel"</a:t>
            </a:r>
          </a:p>
        </p:txBody>
      </p:sp>
      <p:sp>
        <p:nvSpPr>
          <p:cNvPr id="8" name="Bijschrift: lijn 7">
            <a:extLst>
              <a:ext uri="{FF2B5EF4-FFF2-40B4-BE49-F238E27FC236}">
                <a16:creationId xmlns:a16="http://schemas.microsoft.com/office/drawing/2014/main" id="{5B735DD6-989D-69B1-2309-DF78209537C8}"/>
              </a:ext>
            </a:extLst>
          </p:cNvPr>
          <p:cNvSpPr/>
          <p:nvPr/>
        </p:nvSpPr>
        <p:spPr>
          <a:xfrm>
            <a:off x="4786312" y="2962957"/>
            <a:ext cx="1133476" cy="338554"/>
          </a:xfrm>
          <a:prstGeom prst="borderCallout1">
            <a:avLst>
              <a:gd name="adj1" fmla="val 100411"/>
              <a:gd name="adj2" fmla="val 39893"/>
              <a:gd name="adj3" fmla="val 309772"/>
              <a:gd name="adj4" fmla="val 3716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nl-NL" sz="1600" b="1" kern="0" dirty="0" err="1">
                <a:solidFill>
                  <a:srgbClr val="294171"/>
                </a:solidFill>
              </a:rPr>
              <a:t>value</a:t>
            </a:r>
            <a:r>
              <a:rPr lang="nl-NL" sz="1600" b="1" kern="0" dirty="0">
                <a:solidFill>
                  <a:srgbClr val="294171"/>
                </a:solidFill>
              </a:rPr>
              <a:t> = 3</a:t>
            </a:r>
          </a:p>
        </p:txBody>
      </p:sp>
      <p:sp>
        <p:nvSpPr>
          <p:cNvPr id="10" name="Bijschrift: lijn 9">
            <a:extLst>
              <a:ext uri="{FF2B5EF4-FFF2-40B4-BE49-F238E27FC236}">
                <a16:creationId xmlns:a16="http://schemas.microsoft.com/office/drawing/2014/main" id="{457D82A0-F2DF-7E68-FBE9-C4C314E09030}"/>
              </a:ext>
            </a:extLst>
          </p:cNvPr>
          <p:cNvSpPr/>
          <p:nvPr/>
        </p:nvSpPr>
        <p:spPr>
          <a:xfrm>
            <a:off x="1795443" y="4793160"/>
            <a:ext cx="2509603" cy="338554"/>
          </a:xfrm>
          <a:prstGeom prst="borderCallout1">
            <a:avLst>
              <a:gd name="adj1" fmla="val 1941"/>
              <a:gd name="adj2" fmla="val 78227"/>
              <a:gd name="adj3" fmla="val -139441"/>
              <a:gd name="adj4" fmla="val 8959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nl-NL" sz="1600" b="1" kern="0" dirty="0">
                <a:solidFill>
                  <a:srgbClr val="294171"/>
                </a:solidFill>
              </a:rPr>
              <a:t>Accolades voor </a:t>
            </a:r>
            <a:r>
              <a:rPr lang="nl-NL" sz="1600" b="1" kern="0" dirty="0" err="1">
                <a:solidFill>
                  <a:srgbClr val="294171"/>
                </a:solidFill>
              </a:rPr>
              <a:t>dictionaries</a:t>
            </a:r>
            <a:endParaRPr lang="nl-NL" sz="1600" b="1" kern="0" dirty="0">
              <a:solidFill>
                <a:srgbClr val="294171"/>
              </a:solidFill>
            </a:endParaRPr>
          </a:p>
        </p:txBody>
      </p:sp>
      <p:sp>
        <p:nvSpPr>
          <p:cNvPr id="11" name="Bijschrift: lijn 10">
            <a:extLst>
              <a:ext uri="{FF2B5EF4-FFF2-40B4-BE49-F238E27FC236}">
                <a16:creationId xmlns:a16="http://schemas.microsoft.com/office/drawing/2014/main" id="{1549A6F2-C8E9-35D6-0B69-FC7F519EDC36}"/>
              </a:ext>
            </a:extLst>
          </p:cNvPr>
          <p:cNvSpPr/>
          <p:nvPr/>
        </p:nvSpPr>
        <p:spPr>
          <a:xfrm>
            <a:off x="5114296" y="5248902"/>
            <a:ext cx="1757992" cy="584775"/>
          </a:xfrm>
          <a:prstGeom prst="borderCallout1">
            <a:avLst>
              <a:gd name="adj1" fmla="val -428"/>
              <a:gd name="adj2" fmla="val 42763"/>
              <a:gd name="adj3" fmla="val -162442"/>
              <a:gd name="adj4" fmla="val -176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nl-NL" sz="1600" b="1" kern="0" dirty="0">
                <a:solidFill>
                  <a:srgbClr val="294171"/>
                </a:solidFill>
              </a:rPr>
              <a:t>‘:’ om </a:t>
            </a:r>
            <a:r>
              <a:rPr lang="nl-NL" sz="1600" b="1" kern="0" dirty="0" err="1">
                <a:solidFill>
                  <a:srgbClr val="294171"/>
                </a:solidFill>
              </a:rPr>
              <a:t>key</a:t>
            </a:r>
            <a:r>
              <a:rPr lang="nl-NL" sz="1600" b="1" kern="0" dirty="0">
                <a:solidFill>
                  <a:srgbClr val="294171"/>
                </a:solidFill>
              </a:rPr>
              <a:t> en </a:t>
            </a:r>
            <a:r>
              <a:rPr lang="nl-NL" sz="1600" b="1" kern="0" dirty="0" err="1">
                <a:solidFill>
                  <a:srgbClr val="294171"/>
                </a:solidFill>
              </a:rPr>
              <a:t>value</a:t>
            </a:r>
            <a:r>
              <a:rPr lang="nl-NL" sz="1600" b="1" kern="0" dirty="0">
                <a:solidFill>
                  <a:srgbClr val="294171"/>
                </a:solidFill>
              </a:rPr>
              <a:t> te scheiden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1C717071-EF5E-7021-6068-28489A8BA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260" y="3946253"/>
            <a:ext cx="6009979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fruitmand = {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"appel"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"banaan"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"kers"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65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0C472-1641-DFD6-ECA9-7146D9F31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396F9B51-DF83-67E2-FB5B-3865CF5838AA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b="1" kern="0" dirty="0">
                <a:solidFill>
                  <a:prstClr val="black"/>
                </a:solidFill>
              </a:rPr>
              <a:t>Values </a:t>
            </a:r>
            <a:r>
              <a:rPr lang="en-US" sz="3600" b="1" kern="0" dirty="0" err="1">
                <a:solidFill>
                  <a:prstClr val="black"/>
                </a:solidFill>
              </a:rPr>
              <a:t>opzoeken</a:t>
            </a:r>
            <a:r>
              <a:rPr lang="en-US" sz="3600" b="1" kern="0" dirty="0">
                <a:solidFill>
                  <a:prstClr val="black"/>
                </a:solidFill>
              </a:rPr>
              <a:t> </a:t>
            </a:r>
            <a:r>
              <a:rPr lang="en-US" sz="2000" b="1" kern="0" dirty="0">
                <a:solidFill>
                  <a:prstClr val="black"/>
                </a:solidFill>
              </a:rPr>
              <a:t>(§13.1)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E1D9AC6C-B565-D743-7764-906B6CF383FA}"/>
              </a:ext>
            </a:extLst>
          </p:cNvPr>
          <p:cNvSpPr txBox="1"/>
          <p:nvPr/>
        </p:nvSpPr>
        <p:spPr bwMode="auto">
          <a:xfrm>
            <a:off x="849981" y="1636575"/>
            <a:ext cx="104920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Een </a:t>
            </a:r>
            <a:r>
              <a:rPr lang="nl-NL" sz="2000" kern="0" dirty="0" err="1">
                <a:solidFill>
                  <a:srgbClr val="294171"/>
                </a:solidFill>
              </a:rPr>
              <a:t>value</a:t>
            </a:r>
            <a:r>
              <a:rPr lang="nl-NL" sz="2000" kern="0" dirty="0">
                <a:solidFill>
                  <a:srgbClr val="294171"/>
                </a:solidFill>
              </a:rPr>
              <a:t> vraag je op met de </a:t>
            </a:r>
            <a:r>
              <a:rPr lang="nl-NL" sz="2000" kern="0" dirty="0" err="1">
                <a:solidFill>
                  <a:srgbClr val="294171"/>
                </a:solidFill>
              </a:rPr>
              <a:t>key</a:t>
            </a:r>
            <a:r>
              <a:rPr lang="nl-NL" sz="2000" kern="0" dirty="0">
                <a:solidFill>
                  <a:srgbClr val="294171"/>
                </a:solidFill>
              </a:rPr>
              <a:t>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BFFAF2-4D0E-5E08-6CB2-9FA595447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267" y="2454916"/>
            <a:ext cx="6009979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fruitmand = {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"appel"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"banaan"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"kers"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(fruitmand[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"banaan"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])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6" name="Groep 5">
            <a:extLst>
              <a:ext uri="{FF2B5EF4-FFF2-40B4-BE49-F238E27FC236}">
                <a16:creationId xmlns:a16="http://schemas.microsoft.com/office/drawing/2014/main" id="{C666D6C4-A92D-A70D-84C5-AAA7FD7E751F}"/>
              </a:ext>
            </a:extLst>
          </p:cNvPr>
          <p:cNvGrpSpPr/>
          <p:nvPr/>
        </p:nvGrpSpPr>
        <p:grpSpPr>
          <a:xfrm>
            <a:off x="9543803" y="2410503"/>
            <a:ext cx="1086095" cy="612298"/>
            <a:chOff x="6222079" y="5499300"/>
            <a:chExt cx="1114716" cy="751783"/>
          </a:xfrm>
        </p:grpSpPr>
        <p:sp>
          <p:nvSpPr>
            <p:cNvPr id="9" name="Tekstvak 8">
              <a:extLst>
                <a:ext uri="{FF2B5EF4-FFF2-40B4-BE49-F238E27FC236}">
                  <a16:creationId xmlns:a16="http://schemas.microsoft.com/office/drawing/2014/main" id="{A3E4EE98-2D7B-1F65-80E1-D3C44775785B}"/>
                </a:ext>
              </a:extLst>
            </p:cNvPr>
            <p:cNvSpPr txBox="1"/>
            <p:nvPr/>
          </p:nvSpPr>
          <p:spPr>
            <a:xfrm>
              <a:off x="6222079" y="5643187"/>
              <a:ext cx="1114716" cy="6078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lIns="108000" tIns="144000" rIns="108000" bIns="72000">
              <a:spAutoFit/>
            </a:bodyPr>
            <a:lstStyle/>
            <a:p>
              <a:r>
                <a:rPr lang="nl-NL" dirty="0"/>
                <a:t>5</a:t>
              </a:r>
            </a:p>
          </p:txBody>
        </p:sp>
        <p:sp>
          <p:nvSpPr>
            <p:cNvPr id="12" name="Tekstvak 11">
              <a:extLst>
                <a:ext uri="{FF2B5EF4-FFF2-40B4-BE49-F238E27FC236}">
                  <a16:creationId xmlns:a16="http://schemas.microsoft.com/office/drawing/2014/main" id="{CC1E8F56-F2A9-E588-7481-902B0BEDB88F}"/>
                </a:ext>
              </a:extLst>
            </p:cNvPr>
            <p:cNvSpPr txBox="1"/>
            <p:nvPr/>
          </p:nvSpPr>
          <p:spPr>
            <a:xfrm>
              <a:off x="6401395" y="5499300"/>
              <a:ext cx="584791" cy="2645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0" rIns="0" bIns="0" rtlCol="0">
              <a:spAutoFit/>
            </a:bodyPr>
            <a:lstStyle/>
            <a:p>
              <a:pPr algn="ctr"/>
              <a:r>
                <a:rPr lang="nl-NL" sz="1400" dirty="0"/>
                <a:t>uitvoer</a:t>
              </a:r>
            </a:p>
          </p:txBody>
        </p:sp>
      </p:grpSp>
      <p:sp>
        <p:nvSpPr>
          <p:cNvPr id="13" name="TextBox 22">
            <a:extLst>
              <a:ext uri="{FF2B5EF4-FFF2-40B4-BE49-F238E27FC236}">
                <a16:creationId xmlns:a16="http://schemas.microsoft.com/office/drawing/2014/main" id="{E8AA2F86-3470-CB98-04B0-0F3D6E3A5C74}"/>
              </a:ext>
            </a:extLst>
          </p:cNvPr>
          <p:cNvSpPr txBox="1"/>
          <p:nvPr/>
        </p:nvSpPr>
        <p:spPr bwMode="auto">
          <a:xfrm>
            <a:off x="849981" y="4087363"/>
            <a:ext cx="104920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Bestaat de </a:t>
            </a:r>
            <a:r>
              <a:rPr lang="nl-NL" sz="2000" kern="0" dirty="0" err="1">
                <a:solidFill>
                  <a:srgbClr val="294171"/>
                </a:solidFill>
              </a:rPr>
              <a:t>key</a:t>
            </a:r>
            <a:r>
              <a:rPr lang="nl-NL" sz="2000" kern="0" dirty="0">
                <a:solidFill>
                  <a:srgbClr val="294171"/>
                </a:solidFill>
              </a:rPr>
              <a:t> niet? Dan krijg je een error! Gebruik de in-operator: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AC54E3E3-1AB0-F872-DD5F-392CBCC15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267" y="4986641"/>
            <a:ext cx="3857146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"mango"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fruitmand: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(fruitmand[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"mango"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])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195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A20B6-6AB9-D499-E848-7F303E938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926A1603-EBA1-0927-E740-B3096E6AA27E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b="1" kern="0" dirty="0">
                <a:solidFill>
                  <a:prstClr val="black"/>
                </a:solidFill>
              </a:rPr>
              <a:t>Dictionary </a:t>
            </a:r>
            <a:r>
              <a:rPr lang="en-US" sz="3600" b="1" kern="0" dirty="0" err="1">
                <a:solidFill>
                  <a:prstClr val="black"/>
                </a:solidFill>
              </a:rPr>
              <a:t>aanpassen</a:t>
            </a:r>
            <a:r>
              <a:rPr lang="en-US" sz="3600" b="1" kern="0" dirty="0">
                <a:solidFill>
                  <a:prstClr val="black"/>
                </a:solidFill>
              </a:rPr>
              <a:t> </a:t>
            </a:r>
            <a:r>
              <a:rPr lang="en-US" sz="3600" b="1" kern="0" dirty="0" err="1">
                <a:solidFill>
                  <a:prstClr val="black"/>
                </a:solidFill>
              </a:rPr>
              <a:t>en</a:t>
            </a:r>
            <a:r>
              <a:rPr lang="en-US" sz="3600" b="1" kern="0" dirty="0">
                <a:solidFill>
                  <a:prstClr val="black"/>
                </a:solidFill>
              </a:rPr>
              <a:t> </a:t>
            </a:r>
            <a:r>
              <a:rPr lang="en-US" sz="3600" b="1" kern="0" dirty="0" err="1">
                <a:solidFill>
                  <a:prstClr val="black"/>
                </a:solidFill>
              </a:rPr>
              <a:t>doorlopen</a:t>
            </a:r>
            <a:r>
              <a:rPr lang="en-US" sz="3600" b="1" kern="0" dirty="0">
                <a:solidFill>
                  <a:prstClr val="black"/>
                </a:solidFill>
              </a:rPr>
              <a:t> </a:t>
            </a:r>
            <a:r>
              <a:rPr lang="en-US" sz="2000" b="1" kern="0" dirty="0">
                <a:solidFill>
                  <a:prstClr val="black"/>
                </a:solidFill>
              </a:rPr>
              <a:t>(§13.1)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0C712D5D-587C-34D8-2F58-71183327CF6E}"/>
              </a:ext>
            </a:extLst>
          </p:cNvPr>
          <p:cNvSpPr txBox="1"/>
          <p:nvPr/>
        </p:nvSpPr>
        <p:spPr bwMode="auto">
          <a:xfrm>
            <a:off x="803607" y="1682419"/>
            <a:ext cx="75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 err="1">
                <a:solidFill>
                  <a:srgbClr val="294171"/>
                </a:solidFill>
              </a:rPr>
              <a:t>Dictionaries</a:t>
            </a:r>
            <a:r>
              <a:rPr lang="nl-NL" sz="2000" kern="0" dirty="0">
                <a:solidFill>
                  <a:srgbClr val="294171"/>
                </a:solidFill>
              </a:rPr>
              <a:t> uitbreiden en wijzigen via de list-syntax: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Met een </a:t>
            </a:r>
            <a:r>
              <a:rPr lang="nl-NL" sz="2000" kern="0" dirty="0" err="1">
                <a:solidFill>
                  <a:srgbClr val="294171"/>
                </a:solidFill>
              </a:rPr>
              <a:t>for</a:t>
            </a:r>
            <a:r>
              <a:rPr lang="nl-NL" sz="2000" kern="0" dirty="0">
                <a:solidFill>
                  <a:srgbClr val="294171"/>
                </a:solidFill>
              </a:rPr>
              <a:t>-loop kan je over de </a:t>
            </a:r>
            <a:r>
              <a:rPr lang="nl-NL" sz="2000" kern="0" dirty="0" err="1">
                <a:solidFill>
                  <a:srgbClr val="294171"/>
                </a:solidFill>
              </a:rPr>
              <a:t>keys</a:t>
            </a:r>
            <a:r>
              <a:rPr lang="nl-NL" sz="2000" kern="0" dirty="0">
                <a:solidFill>
                  <a:srgbClr val="294171"/>
                </a:solidFill>
              </a:rPr>
              <a:t> itereren: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AAE11FA-696D-0E7F-4158-583FDD286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756" y="2806985"/>
            <a:ext cx="4870244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fruitmand = {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"appel"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"banaan"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fruitmand[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"mango"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(fruitmand)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fruitmand[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"mango"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(fruitmand,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\n\n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endParaRPr kumimoji="0" lang="nl-NL" altLang="nl-NL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fruitmand: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"="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fruitmand[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])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B557E387-D54C-B2E3-A81E-7CDC13899A09}"/>
              </a:ext>
            </a:extLst>
          </p:cNvPr>
          <p:cNvSpPr txBox="1"/>
          <p:nvPr/>
        </p:nvSpPr>
        <p:spPr>
          <a:xfrm>
            <a:off x="7763119" y="2806985"/>
            <a:ext cx="3514481" cy="188010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lIns="108000" tIns="144000" rIns="108000" bIns="72000">
            <a:spAutoFit/>
          </a:bodyPr>
          <a:lstStyle/>
          <a:p>
            <a:r>
              <a:rPr lang="nl-NL" dirty="0"/>
              <a:t>{'appel': 3, 'banaan': 5, 'mango': 1}</a:t>
            </a:r>
          </a:p>
          <a:p>
            <a:r>
              <a:rPr lang="nl-NL" dirty="0"/>
              <a:t>{'appel': 3, 'banaan': 5, 'mango': 4}</a:t>
            </a:r>
          </a:p>
          <a:p>
            <a:endParaRPr lang="nl-NL" dirty="0"/>
          </a:p>
          <a:p>
            <a:r>
              <a:rPr lang="nl-NL" dirty="0"/>
              <a:t>appel = 3</a:t>
            </a:r>
          </a:p>
          <a:p>
            <a:r>
              <a:rPr lang="nl-NL" dirty="0"/>
              <a:t>banaan = 5</a:t>
            </a:r>
          </a:p>
          <a:p>
            <a:r>
              <a:rPr lang="nl-NL" dirty="0"/>
              <a:t>mango = 4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6E682FF2-97DD-9EBC-F8D4-5FD018A27A7F}"/>
              </a:ext>
            </a:extLst>
          </p:cNvPr>
          <p:cNvSpPr txBox="1"/>
          <p:nvPr/>
        </p:nvSpPr>
        <p:spPr>
          <a:xfrm>
            <a:off x="7937832" y="2689795"/>
            <a:ext cx="569776" cy="215442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0" rIns="0" bIns="0" rtlCol="0">
            <a:spAutoFit/>
          </a:bodyPr>
          <a:lstStyle/>
          <a:p>
            <a:pPr algn="ctr"/>
            <a:r>
              <a:rPr lang="nl-NL" sz="1400" dirty="0"/>
              <a:t>uitvoer</a:t>
            </a:r>
          </a:p>
        </p:txBody>
      </p:sp>
    </p:spTree>
    <p:extLst>
      <p:ext uri="{BB962C8B-B14F-4D97-AF65-F5344CB8AC3E}">
        <p14:creationId xmlns:p14="http://schemas.microsoft.com/office/powerpoint/2010/main" val="3874141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93D46-FE33-B9E4-6E20-3B3D3E77C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5870E4F7-555D-D9A1-54EA-E9A6F23F4837}"/>
              </a:ext>
            </a:extLst>
          </p:cNvPr>
          <p:cNvSpPr txBox="1">
            <a:spLocks/>
          </p:cNvSpPr>
          <p:nvPr/>
        </p:nvSpPr>
        <p:spPr bwMode="auto">
          <a:xfrm>
            <a:off x="709358" y="4"/>
            <a:ext cx="9206802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Oefenin</a:t>
            </a:r>
            <a:r>
              <a:rPr lang="en-US" sz="3600" b="1" kern="0" dirty="0">
                <a:solidFill>
                  <a:prstClr val="black"/>
                </a:solidFill>
              </a:rPr>
              <a:t>g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" name="TextBox 22">
            <a:extLst>
              <a:ext uri="{FF2B5EF4-FFF2-40B4-BE49-F238E27FC236}">
                <a16:creationId xmlns:a16="http://schemas.microsoft.com/office/drawing/2014/main" id="{368AE0A6-E369-C12D-DD01-6F0EB87C8BC8}"/>
              </a:ext>
            </a:extLst>
          </p:cNvPr>
          <p:cNvSpPr txBox="1"/>
          <p:nvPr/>
        </p:nvSpPr>
        <p:spPr bwMode="auto">
          <a:xfrm>
            <a:off x="709358" y="1724029"/>
            <a:ext cx="10866557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nl-NL" sz="2000" dirty="0"/>
              <a:t>Deel 1:</a:t>
            </a:r>
          </a:p>
          <a:p>
            <a:pPr marR="0" lvl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nl-NL" sz="2000" dirty="0"/>
          </a:p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nl-NL" sz="2000" dirty="0"/>
              <a:t>Definieer een </a:t>
            </a:r>
            <a:r>
              <a:rPr lang="nl-NL" sz="2000" dirty="0" err="1"/>
              <a:t>dictionary</a:t>
            </a:r>
            <a:r>
              <a:rPr lang="nl-NL" sz="2000" dirty="0"/>
              <a:t> ‘telefoonboek’ met jouw naam (</a:t>
            </a:r>
            <a:r>
              <a:rPr lang="nl-NL" sz="2000" dirty="0" err="1"/>
              <a:t>key</a:t>
            </a:r>
            <a:r>
              <a:rPr lang="nl-NL" sz="2000" dirty="0"/>
              <a:t>) en telefoonnummer (</a:t>
            </a:r>
            <a:r>
              <a:rPr lang="nl-NL" sz="2000" dirty="0" err="1"/>
              <a:t>value</a:t>
            </a:r>
            <a:r>
              <a:rPr lang="nl-NL" sz="2000" dirty="0"/>
              <a:t>).</a:t>
            </a:r>
          </a:p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nl-NL" sz="2000" dirty="0"/>
          </a:p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nl-NL" sz="2000" dirty="0"/>
              <a:t>Plaats er nog iemand bij, die jij kent.</a:t>
            </a:r>
          </a:p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nl-NL" sz="2000" dirty="0"/>
          </a:p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nl-NL" sz="2000" dirty="0"/>
              <a:t>Vraag nu de gebruiker om een naam + nummer, en voeg deze ook toe aan de </a:t>
            </a:r>
            <a:r>
              <a:rPr lang="nl-NL" sz="2000" dirty="0" err="1"/>
              <a:t>dictionary</a:t>
            </a:r>
            <a:r>
              <a:rPr lang="nl-NL" sz="2000" dirty="0"/>
              <a:t>.</a:t>
            </a:r>
          </a:p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nl-NL" sz="2000" dirty="0"/>
          </a:p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nl-NL" sz="2000" dirty="0"/>
              <a:t>Print het telefoonboek uit, met een </a:t>
            </a:r>
            <a:r>
              <a:rPr lang="nl-NL" sz="2000" dirty="0" err="1"/>
              <a:t>for</a:t>
            </a:r>
            <a:r>
              <a:rPr lang="nl-NL" sz="2000" dirty="0"/>
              <a:t>-loop. Print elke naam/nummer op een eigen regel!</a:t>
            </a:r>
          </a:p>
        </p:txBody>
      </p:sp>
    </p:spTree>
    <p:extLst>
      <p:ext uri="{BB962C8B-B14F-4D97-AF65-F5344CB8AC3E}">
        <p14:creationId xmlns:p14="http://schemas.microsoft.com/office/powerpoint/2010/main" val="1754167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C7371-12B2-8A12-EC54-8845CF07E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E70AB1C6-4168-0025-1F0A-14825D9B606D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8225092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b="1" kern="0" dirty="0">
                <a:solidFill>
                  <a:prstClr val="black"/>
                </a:solidFill>
              </a:rPr>
              <a:t>Methodes keys(), values() &amp; items() </a:t>
            </a:r>
            <a:r>
              <a:rPr lang="en-US" sz="2000" b="1" kern="0" dirty="0">
                <a:solidFill>
                  <a:prstClr val="black"/>
                </a:solidFill>
              </a:rPr>
              <a:t>(§13.2.2)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23789CBD-09EF-0ABD-333F-7ABA8C313815}"/>
              </a:ext>
            </a:extLst>
          </p:cNvPr>
          <p:cNvSpPr txBox="1"/>
          <p:nvPr/>
        </p:nvSpPr>
        <p:spPr bwMode="auto">
          <a:xfrm>
            <a:off x="803607" y="1468800"/>
            <a:ext cx="10679035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 err="1">
                <a:solidFill>
                  <a:srgbClr val="294171"/>
                </a:solidFill>
              </a:rPr>
              <a:t>Dictionaries</a:t>
            </a:r>
            <a:r>
              <a:rPr lang="nl-NL" sz="2000" kern="0" dirty="0">
                <a:solidFill>
                  <a:srgbClr val="294171"/>
                </a:solidFill>
              </a:rPr>
              <a:t> hebben verschillende handige methodes: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 err="1">
                <a:solidFill>
                  <a:srgbClr val="294171"/>
                </a:solidFill>
              </a:rPr>
              <a:t>keys</a:t>
            </a:r>
            <a:r>
              <a:rPr lang="nl-NL" sz="2000" kern="0" dirty="0">
                <a:solidFill>
                  <a:srgbClr val="294171"/>
                </a:solidFill>
              </a:rPr>
              <a:t>()		- alle </a:t>
            </a:r>
            <a:r>
              <a:rPr lang="nl-NL" sz="2000" kern="0" dirty="0" err="1">
                <a:solidFill>
                  <a:srgbClr val="294171"/>
                </a:solidFill>
              </a:rPr>
              <a:t>keys</a:t>
            </a: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 err="1">
                <a:solidFill>
                  <a:srgbClr val="294171"/>
                </a:solidFill>
              </a:rPr>
              <a:t>values</a:t>
            </a:r>
            <a:r>
              <a:rPr lang="nl-NL" sz="2000" kern="0" dirty="0">
                <a:solidFill>
                  <a:srgbClr val="294171"/>
                </a:solidFill>
              </a:rPr>
              <a:t>()		- alle </a:t>
            </a:r>
            <a:r>
              <a:rPr lang="nl-NL" sz="2000" kern="0" dirty="0" err="1">
                <a:solidFill>
                  <a:srgbClr val="294171"/>
                </a:solidFill>
              </a:rPr>
              <a:t>values</a:t>
            </a: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items()		- alle </a:t>
            </a:r>
            <a:r>
              <a:rPr lang="nl-NL" sz="2000" kern="0" dirty="0" err="1">
                <a:solidFill>
                  <a:srgbClr val="294171"/>
                </a:solidFill>
              </a:rPr>
              <a:t>key-value</a:t>
            </a:r>
            <a:r>
              <a:rPr lang="nl-NL" sz="2000" kern="0" dirty="0">
                <a:solidFill>
                  <a:srgbClr val="294171"/>
                </a:solidFill>
              </a:rPr>
              <a:t> pairs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Te gebruiken in bijv. min(), max(), </a:t>
            </a:r>
            <a:r>
              <a:rPr lang="nl-NL" sz="2000" kern="0" dirty="0" err="1">
                <a:solidFill>
                  <a:srgbClr val="294171"/>
                </a:solidFill>
              </a:rPr>
              <a:t>sum</a:t>
            </a:r>
            <a:r>
              <a:rPr lang="nl-NL" sz="2000" kern="0" dirty="0">
                <a:solidFill>
                  <a:srgbClr val="294171"/>
                </a:solidFill>
              </a:rPr>
              <a:t>(), </a:t>
            </a:r>
            <a:r>
              <a:rPr lang="nl-NL" sz="2000" kern="0" dirty="0" err="1">
                <a:solidFill>
                  <a:srgbClr val="294171"/>
                </a:solidFill>
              </a:rPr>
              <a:t>len</a:t>
            </a:r>
            <a:r>
              <a:rPr lang="nl-NL" sz="2000" kern="0" dirty="0">
                <a:solidFill>
                  <a:srgbClr val="294171"/>
                </a:solidFill>
              </a:rPr>
              <a:t>(), maar ook in </a:t>
            </a:r>
            <a:r>
              <a:rPr lang="nl-NL" sz="2000" kern="0" dirty="0" err="1">
                <a:solidFill>
                  <a:srgbClr val="294171"/>
                </a:solidFill>
              </a:rPr>
              <a:t>for</a:t>
            </a:r>
            <a:r>
              <a:rPr lang="nl-NL" sz="2000" kern="0" dirty="0">
                <a:solidFill>
                  <a:srgbClr val="294171"/>
                </a:solidFill>
              </a:rPr>
              <a:t>-loops: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428A77-C3B2-CB77-C320-CF319D2DA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7087" y="3895139"/>
            <a:ext cx="6131807" cy="2308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fruitmand = {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"appel"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"banaan"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"kers"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"Aantal fruitsoorten: 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fruitmand.keys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()))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"Aantal vruchten: 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fruitmand.values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()))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"Voldoende voorraad van:"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fruitmand.items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":"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Bijschrift: lijn 4">
            <a:extLst>
              <a:ext uri="{FF2B5EF4-FFF2-40B4-BE49-F238E27FC236}">
                <a16:creationId xmlns:a16="http://schemas.microsoft.com/office/drawing/2014/main" id="{81734E26-603D-5767-DC18-8E5284681746}"/>
              </a:ext>
            </a:extLst>
          </p:cNvPr>
          <p:cNvSpPr/>
          <p:nvPr/>
        </p:nvSpPr>
        <p:spPr>
          <a:xfrm>
            <a:off x="6507480" y="6143985"/>
            <a:ext cx="3550920" cy="584775"/>
          </a:xfrm>
          <a:prstGeom prst="borderCallout1">
            <a:avLst>
              <a:gd name="adj1" fmla="val 36980"/>
              <a:gd name="adj2" fmla="val -128"/>
              <a:gd name="adj3" fmla="val -76439"/>
              <a:gd name="adj4" fmla="val -2303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nl-NL" sz="1600" b="1" kern="0" dirty="0">
                <a:solidFill>
                  <a:srgbClr val="294171"/>
                </a:solidFill>
              </a:rPr>
              <a:t>Items levert een verzameling van </a:t>
            </a:r>
            <a:r>
              <a:rPr lang="nl-NL" sz="1600" b="1" kern="0" dirty="0" err="1">
                <a:solidFill>
                  <a:srgbClr val="294171"/>
                </a:solidFill>
              </a:rPr>
              <a:t>tuples</a:t>
            </a:r>
            <a:r>
              <a:rPr lang="nl-NL" sz="1600" b="1" kern="0" dirty="0">
                <a:solidFill>
                  <a:srgbClr val="294171"/>
                </a:solidFill>
              </a:rPr>
              <a:t> op – elke </a:t>
            </a:r>
            <a:r>
              <a:rPr lang="nl-NL" sz="1600" b="1" kern="0" dirty="0" err="1">
                <a:solidFill>
                  <a:srgbClr val="294171"/>
                </a:solidFill>
              </a:rPr>
              <a:t>tuple</a:t>
            </a:r>
            <a:r>
              <a:rPr lang="nl-NL" sz="1600" b="1" kern="0" dirty="0">
                <a:solidFill>
                  <a:srgbClr val="294171"/>
                </a:solidFill>
              </a:rPr>
              <a:t> bevat </a:t>
            </a:r>
            <a:r>
              <a:rPr lang="nl-NL" sz="1600" b="1" kern="0" dirty="0" err="1">
                <a:solidFill>
                  <a:srgbClr val="294171"/>
                </a:solidFill>
              </a:rPr>
              <a:t>key</a:t>
            </a:r>
            <a:r>
              <a:rPr lang="nl-NL" sz="1600" b="1" kern="0" dirty="0">
                <a:solidFill>
                  <a:srgbClr val="294171"/>
                </a:solidFill>
              </a:rPr>
              <a:t> en </a:t>
            </a:r>
            <a:r>
              <a:rPr lang="nl-NL" sz="1600" b="1" kern="0" dirty="0" err="1">
                <a:solidFill>
                  <a:srgbClr val="294171"/>
                </a:solidFill>
              </a:rPr>
              <a:t>value</a:t>
            </a:r>
            <a:endParaRPr lang="nl-NL" sz="1600" b="1" kern="0" dirty="0">
              <a:solidFill>
                <a:srgbClr val="294171"/>
              </a:solidFill>
            </a:endParaRPr>
          </a:p>
        </p:txBody>
      </p:sp>
      <p:sp>
        <p:nvSpPr>
          <p:cNvPr id="6" name="Bijschrift: lijn 5">
            <a:extLst>
              <a:ext uri="{FF2B5EF4-FFF2-40B4-BE49-F238E27FC236}">
                <a16:creationId xmlns:a16="http://schemas.microsoft.com/office/drawing/2014/main" id="{09254F0A-3D4B-E7A3-E300-39F0C8501317}"/>
              </a:ext>
            </a:extLst>
          </p:cNvPr>
          <p:cNvSpPr/>
          <p:nvPr/>
        </p:nvSpPr>
        <p:spPr>
          <a:xfrm>
            <a:off x="74778" y="6203463"/>
            <a:ext cx="2630322" cy="584775"/>
          </a:xfrm>
          <a:prstGeom prst="borderCallout1">
            <a:avLst>
              <a:gd name="adj1" fmla="val -2112"/>
              <a:gd name="adj2" fmla="val 74673"/>
              <a:gd name="adj3" fmla="val -93379"/>
              <a:gd name="adj4" fmla="val 9489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nl-NL" sz="1600" b="1" kern="0" dirty="0" err="1">
                <a:solidFill>
                  <a:srgbClr val="294171"/>
                </a:solidFill>
              </a:rPr>
              <a:t>Tuple</a:t>
            </a:r>
            <a:r>
              <a:rPr lang="nl-NL" sz="1600" b="1" kern="0" dirty="0">
                <a:solidFill>
                  <a:srgbClr val="294171"/>
                </a:solidFill>
              </a:rPr>
              <a:t> wordt ‘uitgepakt’ naar variabelen </a:t>
            </a:r>
            <a:r>
              <a:rPr lang="nl-NL" sz="1600" b="1" kern="0" dirty="0" err="1">
                <a:solidFill>
                  <a:srgbClr val="294171"/>
                </a:solidFill>
              </a:rPr>
              <a:t>key</a:t>
            </a:r>
            <a:r>
              <a:rPr lang="nl-NL" sz="1600" b="1" kern="0" dirty="0">
                <a:solidFill>
                  <a:srgbClr val="294171"/>
                </a:solidFill>
              </a:rPr>
              <a:t> en </a:t>
            </a:r>
            <a:r>
              <a:rPr lang="nl-NL" sz="1600" b="1" kern="0" dirty="0" err="1">
                <a:solidFill>
                  <a:srgbClr val="294171"/>
                </a:solidFill>
              </a:rPr>
              <a:t>value</a:t>
            </a:r>
            <a:endParaRPr lang="nl-NL" sz="1600" b="1" kern="0" dirty="0">
              <a:solidFill>
                <a:srgbClr val="2941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069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FFD81-1AC0-8FC3-B4AD-7EB36DA7A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ADF26C6B-2106-2861-B5DA-F88AFF3C11CD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b="1" kern="0" dirty="0">
                <a:solidFill>
                  <a:prstClr val="black"/>
                </a:solidFill>
              </a:rPr>
              <a:t>Methode get() </a:t>
            </a:r>
            <a:r>
              <a:rPr lang="en-US" sz="2000" b="1" kern="0" dirty="0">
                <a:solidFill>
                  <a:prstClr val="black"/>
                </a:solidFill>
              </a:rPr>
              <a:t>(§13.2.3)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D6EC5726-560E-D4FE-883B-08F7166799B0}"/>
              </a:ext>
            </a:extLst>
          </p:cNvPr>
          <p:cNvSpPr txBox="1"/>
          <p:nvPr/>
        </p:nvSpPr>
        <p:spPr bwMode="auto">
          <a:xfrm>
            <a:off x="823658" y="1633566"/>
            <a:ext cx="799014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Methode get(</a:t>
            </a:r>
            <a:r>
              <a:rPr lang="nl-NL" sz="2000" kern="0" dirty="0" err="1">
                <a:solidFill>
                  <a:srgbClr val="294171"/>
                </a:solidFill>
              </a:rPr>
              <a:t>key</a:t>
            </a:r>
            <a:r>
              <a:rPr lang="nl-NL" sz="2000" kern="0" dirty="0">
                <a:solidFill>
                  <a:srgbClr val="294171"/>
                </a:solidFill>
              </a:rPr>
              <a:t>) geeft None (geen </a:t>
            </a:r>
            <a:r>
              <a:rPr lang="nl-NL" sz="2000" kern="0" dirty="0" err="1">
                <a:solidFill>
                  <a:srgbClr val="294171"/>
                </a:solidFill>
              </a:rPr>
              <a:t>KeyError</a:t>
            </a:r>
            <a:r>
              <a:rPr lang="nl-NL" sz="2000" kern="0" dirty="0">
                <a:solidFill>
                  <a:srgbClr val="294171"/>
                </a:solidFill>
              </a:rPr>
              <a:t>) als de </a:t>
            </a:r>
            <a:r>
              <a:rPr lang="nl-NL" sz="2000" kern="0" dirty="0" err="1">
                <a:solidFill>
                  <a:srgbClr val="294171"/>
                </a:solidFill>
              </a:rPr>
              <a:t>key</a:t>
            </a:r>
            <a:r>
              <a:rPr lang="nl-NL" sz="2000" kern="0" dirty="0">
                <a:solidFill>
                  <a:srgbClr val="294171"/>
                </a:solidFill>
              </a:rPr>
              <a:t> niet bestaat!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3C42C1-E3A9-DCDA-EF39-DD41A6A61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556" y="2198442"/>
            <a:ext cx="4336444" cy="18158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nl-NL" sz="1600" dirty="0">
                <a:solidFill>
                  <a:srgbClr val="080808"/>
                </a:solidFill>
                <a:latin typeface="Consolas" panose="020B0609020204030204" pitchFamily="49" charset="0"/>
              </a:rPr>
              <a:t>fruitmand = {</a:t>
            </a:r>
            <a:r>
              <a:rPr lang="nl-NL" altLang="nl-NL" sz="1600" dirty="0">
                <a:solidFill>
                  <a:srgbClr val="067D17"/>
                </a:solidFill>
                <a:latin typeface="Consolas" panose="020B0609020204030204" pitchFamily="49" charset="0"/>
              </a:rPr>
              <a:t>"appel"</a:t>
            </a:r>
            <a:r>
              <a:rPr lang="nl-NL" altLang="nl-NL" sz="1600" dirty="0">
                <a:solidFill>
                  <a:srgbClr val="080808"/>
                </a:solidFill>
                <a:latin typeface="Consolas" panose="020B0609020204030204" pitchFamily="49" charset="0"/>
              </a:rPr>
              <a:t>: </a:t>
            </a:r>
            <a:r>
              <a:rPr lang="nl-NL" altLang="nl-NL" sz="1600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nl-NL" altLang="nl-NL" sz="1600" dirty="0">
                <a:solidFill>
                  <a:srgbClr val="080808"/>
                </a:solidFill>
                <a:latin typeface="Consolas" panose="020B0609020204030204" pitchFamily="49" charset="0"/>
              </a:rPr>
              <a:t>, </a:t>
            </a:r>
            <a:r>
              <a:rPr lang="nl-NL" altLang="nl-NL" sz="1600" dirty="0">
                <a:solidFill>
                  <a:srgbClr val="067D17"/>
                </a:solidFill>
                <a:latin typeface="Consolas" panose="020B0609020204030204" pitchFamily="49" charset="0"/>
              </a:rPr>
              <a:t>"banaan"</a:t>
            </a:r>
            <a:r>
              <a:rPr lang="nl-NL" altLang="nl-NL" sz="1600" dirty="0">
                <a:solidFill>
                  <a:srgbClr val="080808"/>
                </a:solidFill>
                <a:latin typeface="Consolas" panose="020B0609020204030204" pitchFamily="49" charset="0"/>
              </a:rPr>
              <a:t>: </a:t>
            </a:r>
            <a:r>
              <a:rPr lang="nl-NL" altLang="nl-NL" sz="1600" dirty="0">
                <a:solidFill>
                  <a:srgbClr val="1750EB"/>
                </a:solidFill>
                <a:latin typeface="Consolas" panose="020B0609020204030204" pitchFamily="49" charset="0"/>
              </a:rPr>
              <a:t>5</a:t>
            </a:r>
            <a:r>
              <a:rPr lang="nl-NL" altLang="nl-NL" sz="16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br>
              <a:rPr lang="nl-NL" altLang="nl-NL" sz="16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peren =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fruitmand.get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"peer"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endParaRPr kumimoji="0" lang="nl-NL" altLang="nl-NL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peren: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"peren:"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peren)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"peren:"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7B302B5D-6AE8-5159-5196-DF9F71A12990}"/>
              </a:ext>
            </a:extLst>
          </p:cNvPr>
          <p:cNvSpPr txBox="1"/>
          <p:nvPr/>
        </p:nvSpPr>
        <p:spPr bwMode="auto">
          <a:xfrm>
            <a:off x="823658" y="4419324"/>
            <a:ext cx="7543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Mooi is dat je ook zelf een standaardwaarde kunt opgeven: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CC28FF6-A09A-557F-39D0-0007027E6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4562"/>
            <a:ext cx="184731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11B307C-2ECE-35CC-1341-0BFFAECEA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556" y="4983134"/>
            <a:ext cx="4336444" cy="10772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fruitmand = {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"appel"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"banaan"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peren =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fruitmand.get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"peer"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"peren:"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peren)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Bijschrift: lijn 8">
            <a:extLst>
              <a:ext uri="{FF2B5EF4-FFF2-40B4-BE49-F238E27FC236}">
                <a16:creationId xmlns:a16="http://schemas.microsoft.com/office/drawing/2014/main" id="{E3DE2FF1-77BC-421F-493B-1D9BB7322AA7}"/>
              </a:ext>
            </a:extLst>
          </p:cNvPr>
          <p:cNvSpPr/>
          <p:nvPr/>
        </p:nvSpPr>
        <p:spPr>
          <a:xfrm>
            <a:off x="6730289" y="6060352"/>
            <a:ext cx="4167022" cy="584775"/>
          </a:xfrm>
          <a:prstGeom prst="borderCallout1">
            <a:avLst>
              <a:gd name="adj1" fmla="val 30465"/>
              <a:gd name="adj2" fmla="val 3"/>
              <a:gd name="adj3" fmla="val -62974"/>
              <a:gd name="adj4" fmla="val -3067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nl-NL" sz="1600" b="1" kern="0" dirty="0">
                <a:solidFill>
                  <a:srgbClr val="294171"/>
                </a:solidFill>
              </a:rPr>
              <a:t>Bestaat de </a:t>
            </a:r>
            <a:r>
              <a:rPr lang="nl-NL" sz="1600" b="1" kern="0" dirty="0" err="1">
                <a:solidFill>
                  <a:srgbClr val="294171"/>
                </a:solidFill>
              </a:rPr>
              <a:t>key</a:t>
            </a:r>
            <a:r>
              <a:rPr lang="nl-NL" sz="1600" b="1" kern="0" dirty="0">
                <a:solidFill>
                  <a:srgbClr val="294171"/>
                </a:solidFill>
              </a:rPr>
              <a:t> ‘peer’ niet? Dan is de returnwaarde 0! Mag ook een ander type zijn!</a:t>
            </a:r>
          </a:p>
        </p:txBody>
      </p:sp>
    </p:spTree>
    <p:extLst>
      <p:ext uri="{BB962C8B-B14F-4D97-AF65-F5344CB8AC3E}">
        <p14:creationId xmlns:p14="http://schemas.microsoft.com/office/powerpoint/2010/main" val="420203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D3951-58E6-B125-1002-6DB414BC2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24742931-4D89-0DA5-41B2-CC6A9CE6BC5A}"/>
              </a:ext>
            </a:extLst>
          </p:cNvPr>
          <p:cNvSpPr txBox="1">
            <a:spLocks/>
          </p:cNvSpPr>
          <p:nvPr/>
        </p:nvSpPr>
        <p:spPr bwMode="auto">
          <a:xfrm>
            <a:off x="709358" y="4"/>
            <a:ext cx="9206802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Oefenin</a:t>
            </a:r>
            <a:r>
              <a:rPr lang="en-US" sz="3600" b="1" kern="0" dirty="0">
                <a:solidFill>
                  <a:prstClr val="black"/>
                </a:solidFill>
              </a:rPr>
              <a:t>g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47B5EF33-9705-207A-06AC-ADF7F2350C46}"/>
              </a:ext>
            </a:extLst>
          </p:cNvPr>
          <p:cNvSpPr txBox="1"/>
          <p:nvPr/>
        </p:nvSpPr>
        <p:spPr bwMode="auto">
          <a:xfrm>
            <a:off x="709358" y="1724400"/>
            <a:ext cx="10866557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nl-NL" sz="2000" dirty="0"/>
              <a:t>Deel 2; breid je </a:t>
            </a:r>
            <a:r>
              <a:rPr lang="nl-NL" sz="2000" i="1" dirty="0"/>
              <a:t>telefoonboek-programma</a:t>
            </a:r>
            <a:r>
              <a:rPr lang="nl-NL" sz="2000" dirty="0"/>
              <a:t> uit:</a:t>
            </a:r>
          </a:p>
          <a:p>
            <a:pPr marR="0" lvl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nl-NL" sz="2000" dirty="0"/>
          </a:p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lang="nl-NL" sz="2000" dirty="0"/>
              <a:t>Vraag de gebruiker om een naam in te voeren. Print het telefoonnummer dat erbij hoort. Als de naam niet voorkomt in jouw telefoonboek, geef je een passende melding.</a:t>
            </a:r>
          </a:p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  <a:tabLst/>
              <a:defRPr/>
            </a:pPr>
            <a:endParaRPr lang="nl-NL" sz="2000" dirty="0"/>
          </a:p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lang="nl-NL" sz="2000" dirty="0"/>
              <a:t>Vraag de gebruiker om een nummer in te voeren waar een naam bij gezocht moet worden. Print de naam die bij het nummer hoort. </a:t>
            </a:r>
            <a:r>
              <a:rPr lang="nl-NL" sz="2000" b="1" dirty="0"/>
              <a:t>Extra:</a:t>
            </a:r>
            <a:r>
              <a:rPr lang="nl-NL" sz="2000" dirty="0"/>
              <a:t> print een passende melding als het nummer niet voorkomt!</a:t>
            </a:r>
          </a:p>
        </p:txBody>
      </p:sp>
    </p:spTree>
    <p:extLst>
      <p:ext uri="{BB962C8B-B14F-4D97-AF65-F5344CB8AC3E}">
        <p14:creationId xmlns:p14="http://schemas.microsoft.com/office/powerpoint/2010/main" val="2111006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954B9-ABDA-3F68-FBB2-B9D419F20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20581083-7BDE-56E3-6DE9-F7118A326910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b="1" kern="0" dirty="0" err="1">
                <a:solidFill>
                  <a:prstClr val="black"/>
                </a:solidFill>
              </a:rPr>
              <a:t>Verwijderen</a:t>
            </a:r>
            <a:r>
              <a:rPr lang="en-US" sz="3600" b="1" kern="0" dirty="0">
                <a:solidFill>
                  <a:prstClr val="black"/>
                </a:solidFill>
              </a:rPr>
              <a:t> van values </a:t>
            </a:r>
            <a:r>
              <a:rPr lang="en-US" sz="2000" b="1" kern="0" dirty="0">
                <a:solidFill>
                  <a:prstClr val="black"/>
                </a:solidFill>
              </a:rPr>
              <a:t>(§13.2)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9FDCB98E-0283-8289-B1A6-44163550440C}"/>
              </a:ext>
            </a:extLst>
          </p:cNvPr>
          <p:cNvSpPr txBox="1"/>
          <p:nvPr/>
        </p:nvSpPr>
        <p:spPr bwMode="auto">
          <a:xfrm>
            <a:off x="803607" y="1434361"/>
            <a:ext cx="99120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Waarden verwijderen kan met pop() of del: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9329FB-40DE-4836-78B4-1A6880082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0759" y="2164427"/>
            <a:ext cx="5682966" cy="15696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fruitmand = {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"appel"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"banaan"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"kers"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verwijderd =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fruitmand.pop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"appel"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</a:rPr>
            </a:br>
            <a:endParaRPr kumimoji="0" lang="nl-NL" altLang="nl-NL" sz="1600" b="0" i="1" u="none" strike="noStrike" cap="none" normalizeH="0" baseline="0" dirty="0">
              <a:ln>
                <a:noFill/>
              </a:ln>
              <a:solidFill>
                <a:srgbClr val="8C8C8C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fruitmand.pop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"banaan"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del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fruitmand[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"kers"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</a:t>
            </a:r>
            <a:endParaRPr kumimoji="0" lang="nl-NL" altLang="nl-NL" sz="1600" b="0" i="1" u="none" strike="noStrike" cap="none" normalizeH="0" baseline="0" dirty="0">
              <a:ln>
                <a:noFill/>
              </a:ln>
              <a:solidFill>
                <a:srgbClr val="8C8C8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22">
            <a:extLst>
              <a:ext uri="{FF2B5EF4-FFF2-40B4-BE49-F238E27FC236}">
                <a16:creationId xmlns:a16="http://schemas.microsoft.com/office/drawing/2014/main" id="{DA0048FA-E4A5-FFCE-D4F8-6343F0A17332}"/>
              </a:ext>
            </a:extLst>
          </p:cNvPr>
          <p:cNvSpPr txBox="1"/>
          <p:nvPr/>
        </p:nvSpPr>
        <p:spPr bwMode="auto">
          <a:xfrm>
            <a:off x="803607" y="4417875"/>
            <a:ext cx="99120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Bij beiden een </a:t>
            </a:r>
            <a:r>
              <a:rPr lang="nl-NL" sz="2000" kern="0" dirty="0" err="1">
                <a:solidFill>
                  <a:srgbClr val="294171"/>
                </a:solidFill>
              </a:rPr>
              <a:t>KeyError</a:t>
            </a:r>
            <a:r>
              <a:rPr lang="nl-NL" sz="2000" kern="0" dirty="0">
                <a:solidFill>
                  <a:srgbClr val="294171"/>
                </a:solidFill>
              </a:rPr>
              <a:t> als de </a:t>
            </a:r>
            <a:r>
              <a:rPr lang="nl-NL" sz="2000" kern="0" dirty="0" err="1">
                <a:solidFill>
                  <a:srgbClr val="294171"/>
                </a:solidFill>
              </a:rPr>
              <a:t>key</a:t>
            </a:r>
            <a:r>
              <a:rPr lang="nl-NL" sz="2000" kern="0" dirty="0">
                <a:solidFill>
                  <a:srgbClr val="294171"/>
                </a:solidFill>
              </a:rPr>
              <a:t> niet bestaat: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5AE48D1A-55BA-28DC-B2D6-26EDBAE7B9E6}"/>
              </a:ext>
            </a:extLst>
          </p:cNvPr>
          <p:cNvSpPr txBox="1"/>
          <p:nvPr/>
        </p:nvSpPr>
        <p:spPr>
          <a:xfrm>
            <a:off x="1450759" y="504332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del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fruitmand[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"mango"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5905F8D9-8001-EFE5-0826-0CA0F5E1B8B2}"/>
              </a:ext>
            </a:extLst>
          </p:cNvPr>
          <p:cNvSpPr txBox="1"/>
          <p:nvPr/>
        </p:nvSpPr>
        <p:spPr>
          <a:xfrm>
            <a:off x="4933949" y="5071900"/>
            <a:ext cx="5667375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nl-NL" sz="1600" dirty="0" err="1"/>
              <a:t>Traceback</a:t>
            </a:r>
            <a:r>
              <a:rPr lang="nl-NL" sz="1600" dirty="0"/>
              <a:t> (most recent call last):</a:t>
            </a:r>
          </a:p>
          <a:p>
            <a:r>
              <a:rPr lang="nl-NL" sz="1600" dirty="0"/>
              <a:t>  File "C:\PycharmProjects\Demo\hello.py", line 10, in &lt;module&gt;</a:t>
            </a:r>
          </a:p>
          <a:p>
            <a:r>
              <a:rPr lang="nl-NL" sz="1600" dirty="0"/>
              <a:t>    del fruitmand["mango"]</a:t>
            </a:r>
          </a:p>
          <a:p>
            <a:r>
              <a:rPr lang="nl-NL" sz="1600" dirty="0"/>
              <a:t>        ~~~~~~~~~^^^^^^^^^</a:t>
            </a:r>
          </a:p>
          <a:p>
            <a:r>
              <a:rPr lang="nl-NL" sz="1600" dirty="0" err="1"/>
              <a:t>KeyError</a:t>
            </a:r>
            <a:r>
              <a:rPr lang="nl-NL" sz="1600" dirty="0"/>
              <a:t>: 'mango'</a:t>
            </a:r>
          </a:p>
        </p:txBody>
      </p:sp>
      <p:sp>
        <p:nvSpPr>
          <p:cNvPr id="12" name="Bijschrift: lijn 11">
            <a:extLst>
              <a:ext uri="{FF2B5EF4-FFF2-40B4-BE49-F238E27FC236}">
                <a16:creationId xmlns:a16="http://schemas.microsoft.com/office/drawing/2014/main" id="{D37502C5-F781-AEF3-0AE6-29DED365A7B8}"/>
              </a:ext>
            </a:extLst>
          </p:cNvPr>
          <p:cNvSpPr/>
          <p:nvPr/>
        </p:nvSpPr>
        <p:spPr>
          <a:xfrm>
            <a:off x="7237157" y="3136612"/>
            <a:ext cx="2489201" cy="584775"/>
          </a:xfrm>
          <a:prstGeom prst="borderCallout1">
            <a:avLst>
              <a:gd name="adj1" fmla="val 35850"/>
              <a:gd name="adj2" fmla="val 413"/>
              <a:gd name="adj3" fmla="val -47041"/>
              <a:gd name="adj4" fmla="val -7109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nl-NL" sz="1600" b="1" kern="0" dirty="0">
                <a:solidFill>
                  <a:srgbClr val="294171"/>
                </a:solidFill>
              </a:rPr>
              <a:t>Methode pop(</a:t>
            </a:r>
            <a:r>
              <a:rPr lang="nl-NL" sz="1600" b="1" kern="0" dirty="0" err="1">
                <a:solidFill>
                  <a:srgbClr val="294171"/>
                </a:solidFill>
              </a:rPr>
              <a:t>key</a:t>
            </a:r>
            <a:r>
              <a:rPr lang="nl-NL" sz="1600" b="1" kern="0" dirty="0">
                <a:solidFill>
                  <a:srgbClr val="294171"/>
                </a:solidFill>
              </a:rPr>
              <a:t>) geeft de verwijderde </a:t>
            </a:r>
            <a:r>
              <a:rPr lang="nl-NL" sz="1600" b="1" kern="0" dirty="0" err="1">
                <a:solidFill>
                  <a:srgbClr val="294171"/>
                </a:solidFill>
              </a:rPr>
              <a:t>value</a:t>
            </a:r>
            <a:r>
              <a:rPr lang="nl-NL" sz="1600" b="1" kern="0" dirty="0">
                <a:solidFill>
                  <a:srgbClr val="294171"/>
                </a:solidFill>
              </a:rPr>
              <a:t> terug</a:t>
            </a:r>
          </a:p>
        </p:txBody>
      </p:sp>
    </p:spTree>
    <p:extLst>
      <p:ext uri="{BB962C8B-B14F-4D97-AF65-F5344CB8AC3E}">
        <p14:creationId xmlns:p14="http://schemas.microsoft.com/office/powerpoint/2010/main" val="3225898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07128-8BBC-28DC-036C-FBB04C8C9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13F10ED1-7500-E83B-4727-8442238DDAB1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b="1" kern="0" dirty="0">
                <a:solidFill>
                  <a:prstClr val="black"/>
                </a:solidFill>
              </a:rPr>
              <a:t>Keys &amp; values </a:t>
            </a:r>
            <a:r>
              <a:rPr lang="en-US" sz="2000" b="1" kern="0" dirty="0">
                <a:solidFill>
                  <a:prstClr val="black"/>
                </a:solidFill>
              </a:rPr>
              <a:t>(§13.3 &amp; 13.4)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2515B7D5-630B-811A-9DEC-26A2F993C087}"/>
              </a:ext>
            </a:extLst>
          </p:cNvPr>
          <p:cNvSpPr txBox="1"/>
          <p:nvPr/>
        </p:nvSpPr>
        <p:spPr bwMode="auto">
          <a:xfrm>
            <a:off x="803607" y="1657456"/>
            <a:ext cx="991201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Alle </a:t>
            </a:r>
            <a:r>
              <a:rPr lang="nl-NL" sz="2000" kern="0" dirty="0" err="1">
                <a:solidFill>
                  <a:srgbClr val="294171"/>
                </a:solidFill>
              </a:rPr>
              <a:t>immutable</a:t>
            </a:r>
            <a:r>
              <a:rPr lang="nl-NL" sz="2000" kern="0" dirty="0">
                <a:solidFill>
                  <a:srgbClr val="294171"/>
                </a:solidFill>
              </a:rPr>
              <a:t> types zijn geschikt als </a:t>
            </a:r>
            <a:r>
              <a:rPr lang="nl-NL" sz="2000" kern="0" dirty="0" err="1">
                <a:solidFill>
                  <a:srgbClr val="294171"/>
                </a:solidFill>
              </a:rPr>
              <a:t>key</a:t>
            </a: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Wel: string, int, </a:t>
            </a:r>
            <a:r>
              <a:rPr lang="nl-NL" sz="2000" kern="0" dirty="0" err="1">
                <a:solidFill>
                  <a:srgbClr val="294171"/>
                </a:solidFill>
              </a:rPr>
              <a:t>float</a:t>
            </a:r>
            <a:r>
              <a:rPr lang="nl-NL" sz="2000" kern="0" dirty="0">
                <a:solidFill>
                  <a:srgbClr val="294171"/>
                </a:solidFill>
              </a:rPr>
              <a:t>, </a:t>
            </a:r>
            <a:r>
              <a:rPr lang="nl-NL" sz="2000" kern="0" dirty="0" err="1">
                <a:solidFill>
                  <a:srgbClr val="294171"/>
                </a:solidFill>
              </a:rPr>
              <a:t>tuple</a:t>
            </a: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Niet: </a:t>
            </a:r>
            <a:r>
              <a:rPr lang="nl-NL" sz="2000" kern="0" dirty="0" err="1">
                <a:solidFill>
                  <a:srgbClr val="294171"/>
                </a:solidFill>
              </a:rPr>
              <a:t>dictionary</a:t>
            </a:r>
            <a:r>
              <a:rPr lang="nl-NL" sz="2000" kern="0" dirty="0">
                <a:solidFill>
                  <a:srgbClr val="294171"/>
                </a:solidFill>
              </a:rPr>
              <a:t>, list</a:t>
            </a:r>
          </a:p>
        </p:txBody>
      </p:sp>
      <p:sp>
        <p:nvSpPr>
          <p:cNvPr id="7" name="TextBox 22">
            <a:extLst>
              <a:ext uri="{FF2B5EF4-FFF2-40B4-BE49-F238E27FC236}">
                <a16:creationId xmlns:a16="http://schemas.microsoft.com/office/drawing/2014/main" id="{EC694DC9-0EA4-4CF6-5868-0876E9D46117}"/>
              </a:ext>
            </a:extLst>
          </p:cNvPr>
          <p:cNvSpPr txBox="1"/>
          <p:nvPr/>
        </p:nvSpPr>
        <p:spPr bwMode="auto">
          <a:xfrm>
            <a:off x="803607" y="3784772"/>
            <a:ext cx="99120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Alle types zijn geschikt als </a:t>
            </a:r>
            <a:r>
              <a:rPr lang="nl-NL" sz="2000" kern="0" dirty="0" err="1">
                <a:solidFill>
                  <a:srgbClr val="294171"/>
                </a:solidFill>
              </a:rPr>
              <a:t>value</a:t>
            </a:r>
            <a:r>
              <a:rPr lang="nl-NL" sz="2000" kern="0" dirty="0">
                <a:solidFill>
                  <a:srgbClr val="294171"/>
                </a:solidFill>
              </a:rPr>
              <a:t>, zelfs </a:t>
            </a:r>
            <a:r>
              <a:rPr lang="nl-NL" sz="2000" kern="0" dirty="0" err="1">
                <a:solidFill>
                  <a:srgbClr val="294171"/>
                </a:solidFill>
              </a:rPr>
              <a:t>dictionaries</a:t>
            </a:r>
            <a:r>
              <a:rPr lang="nl-NL" sz="2000" kern="0" dirty="0">
                <a:solidFill>
                  <a:srgbClr val="294171"/>
                </a:solidFill>
              </a:rPr>
              <a:t>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DD95AF2-3678-3B35-0B2C-02930B959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4035" y="4392484"/>
            <a:ext cx="8151590" cy="206210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cursussen = {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'880254'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{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"naam"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Onderzoeksvaardigheden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Data Processing"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ects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"studenten"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{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'u123456'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'u383213'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7.5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'u234178'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}},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'822177'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{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"naam"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"Logica"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ects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"studenten"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{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'u123456'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'u223416'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'u234178'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53EF4B5-117A-29B0-B337-C42E810CA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653" y="1676402"/>
            <a:ext cx="3550972" cy="132343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my_dictionary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= {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'waarde bij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'waarde bij int'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'waarde bij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2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7E82C-AEB7-33A5-C1CE-BEA2937AE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B2E89BB6-7655-BFCE-9990-1C28E23605FD}"/>
              </a:ext>
            </a:extLst>
          </p:cNvPr>
          <p:cNvSpPr txBox="1">
            <a:spLocks/>
          </p:cNvSpPr>
          <p:nvPr/>
        </p:nvSpPr>
        <p:spPr bwMode="auto">
          <a:xfrm>
            <a:off x="709358" y="4"/>
            <a:ext cx="9206802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Oefenin</a:t>
            </a:r>
            <a:r>
              <a:rPr lang="en-US" sz="3600" b="1" kern="0" dirty="0">
                <a:solidFill>
                  <a:prstClr val="black"/>
                </a:solidFill>
              </a:rPr>
              <a:t>g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1B7A8A08-5E26-CD3B-801C-AB9AA3013CE1}"/>
              </a:ext>
            </a:extLst>
          </p:cNvPr>
          <p:cNvSpPr txBox="1"/>
          <p:nvPr/>
        </p:nvSpPr>
        <p:spPr bwMode="auto">
          <a:xfrm>
            <a:off x="709358" y="1724400"/>
            <a:ext cx="10866557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nl-NL" sz="2000" dirty="0"/>
              <a:t>Deel 3; breid je </a:t>
            </a:r>
            <a:r>
              <a:rPr lang="nl-NL" sz="2000" i="1" dirty="0"/>
              <a:t>telefoonboek-programma</a:t>
            </a:r>
            <a:r>
              <a:rPr lang="nl-NL" sz="2000" dirty="0"/>
              <a:t> uit:</a:t>
            </a:r>
          </a:p>
          <a:p>
            <a:pPr marR="0" lvl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nl-NL" sz="2000" dirty="0"/>
          </a:p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  <a:defRPr/>
            </a:pPr>
            <a:r>
              <a:rPr lang="nl-NL" sz="2000" dirty="0"/>
              <a:t>Vraag de gebruiker wie er uit het telefoonboek verwijderd moet worden. Verwijder </a:t>
            </a:r>
            <a:r>
              <a:rPr lang="nl-NL" sz="2000" dirty="0" err="1"/>
              <a:t>key</a:t>
            </a:r>
            <a:r>
              <a:rPr lang="nl-NL" sz="2000" dirty="0"/>
              <a:t> en </a:t>
            </a:r>
            <a:r>
              <a:rPr lang="nl-NL" sz="2000" dirty="0" err="1"/>
              <a:t>value</a:t>
            </a:r>
            <a:r>
              <a:rPr lang="nl-NL" sz="20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72663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EDAA2-2322-AE7C-07F3-5F7B17E9C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B3E9DF0C-FEAE-ECC6-F8D7-0EB706CC2795}"/>
              </a:ext>
            </a:extLst>
          </p:cNvPr>
          <p:cNvSpPr txBox="1">
            <a:spLocks/>
          </p:cNvSpPr>
          <p:nvPr/>
        </p:nvSpPr>
        <p:spPr bwMode="auto">
          <a:xfrm>
            <a:off x="709358" y="4"/>
            <a:ext cx="9206802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Oefenin</a:t>
            </a:r>
            <a:r>
              <a:rPr lang="en-US" sz="3600" b="1" kern="0" dirty="0">
                <a:solidFill>
                  <a:prstClr val="black"/>
                </a:solidFill>
              </a:rPr>
              <a:t>g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6A029AF7-D442-FB30-2EDF-B891B301D344}"/>
              </a:ext>
            </a:extLst>
          </p:cNvPr>
          <p:cNvSpPr txBox="1"/>
          <p:nvPr/>
        </p:nvSpPr>
        <p:spPr bwMode="auto">
          <a:xfrm>
            <a:off x="662721" y="1724400"/>
            <a:ext cx="10866557" cy="246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nl-NL" sz="2000" dirty="0"/>
              <a:t>Hieronder staat een list met woorden. Bouw een </a:t>
            </a:r>
            <a:r>
              <a:rPr lang="nl-NL" sz="2000" dirty="0" err="1"/>
              <a:t>dictionary</a:t>
            </a:r>
            <a:r>
              <a:rPr lang="nl-NL" sz="2000" dirty="0"/>
              <a:t> die al deze woorden als </a:t>
            </a:r>
            <a:r>
              <a:rPr lang="nl-NL" sz="2000" dirty="0" err="1"/>
              <a:t>key</a:t>
            </a:r>
            <a:r>
              <a:rPr lang="nl-NL" sz="2000" dirty="0"/>
              <a:t> heeft, en als waarde hoe vaak het woord voorkomt in de list. Print daarna de woorden met hun hoeveelheden.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endParaRPr lang="nl-NL" sz="2000" dirty="0"/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endParaRPr lang="nl-NL" sz="2000" dirty="0"/>
          </a:p>
          <a:p>
            <a:pPr lvl="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nl-NL" dirty="0">
                <a:latin typeface="Consolas" panose="020B0609020204030204" pitchFamily="49" charset="0"/>
              </a:rPr>
              <a:t>woordlist = ["appel", "doerian", "banaan", "doerian", "appel", "kers", "kers", "mango", "appel", "appel", "kers", "doerian", "banaan", "appel", "appel", "appel", "appel", "banaan", "appel"]</a:t>
            </a:r>
          </a:p>
        </p:txBody>
      </p:sp>
    </p:spTree>
    <p:extLst>
      <p:ext uri="{BB962C8B-B14F-4D97-AF65-F5344CB8AC3E}">
        <p14:creationId xmlns:p14="http://schemas.microsoft.com/office/powerpoint/2010/main" val="1214029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7501122F-D726-4AE2-8557-E25D23179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457200" eaLnBrk="1" hangingPunct="1">
              <a:spcBef>
                <a:spcPct val="0"/>
              </a:spcBef>
              <a:buFontTx/>
              <a:buNone/>
            </a:pPr>
            <a:r>
              <a:rPr lang="nl-NL" altLang="nl-NL" sz="3600" b="1" kern="0" dirty="0">
                <a:solidFill>
                  <a:prstClr val="black"/>
                </a:solidFill>
                <a:latin typeface="Calibri" pitchFamily="34" charset="0"/>
              </a:rPr>
              <a:t>JSON</a:t>
            </a:r>
          </a:p>
        </p:txBody>
      </p:sp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974C6B7A-16B9-4A69-A279-B0AF81A4FAD9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363272" cy="2548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JSON is: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het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acroniem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voor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JavaScript Object Notation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één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van de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vele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</a:t>
            </a:r>
            <a:r>
              <a:rPr lang="en-US" sz="2000" kern="0" dirty="0" err="1">
                <a:solidFill>
                  <a:sysClr val="windowText" lastClr="000000"/>
                </a:solidFill>
                <a:latin typeface="Calibri" pitchFamily="34" charset="0"/>
              </a:rPr>
              <a:t>gestandaardiseerde</a:t>
            </a:r>
            <a:r>
              <a:rPr lang="en-US" sz="2000" kern="0" dirty="0">
                <a:solidFill>
                  <a:sysClr val="windowText" lastClr="000000"/>
                </a:solidFill>
                <a:latin typeface="Calibri" pitchFamily="34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formats om </a:t>
            </a:r>
            <a:r>
              <a:rPr kumimoji="0" lang="en-US" sz="2000" b="1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data </a:t>
            </a:r>
            <a:r>
              <a:rPr kumimoji="0" lang="en-US" sz="2000" b="1" i="0" u="sng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uit</a:t>
            </a:r>
            <a:r>
              <a:rPr kumimoji="0" lang="en-US" sz="2000" b="1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</a:t>
            </a:r>
            <a:r>
              <a:rPr kumimoji="0" lang="en-US" sz="2000" b="1" i="0" u="sng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te</a:t>
            </a:r>
            <a:r>
              <a:rPr kumimoji="0" lang="en-US" sz="2000" b="1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</a:t>
            </a:r>
            <a:r>
              <a:rPr kumimoji="0" lang="en-US" sz="2000" b="1" i="0" u="sng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wisselen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! 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een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alternatief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voor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XML, CSV etc., maar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gemakkelijker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gebruiken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nl-NL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zelf-beschrijvend: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nl-NL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5DCECB49-E4F9-4777-80A7-4B720770B856}"/>
              </a:ext>
            </a:extLst>
          </p:cNvPr>
          <p:cNvSpPr txBox="1"/>
          <p:nvPr/>
        </p:nvSpPr>
        <p:spPr bwMode="auto">
          <a:xfrm>
            <a:off x="1223814" y="3988813"/>
            <a:ext cx="6696371" cy="2031325"/>
          </a:xfrm>
          <a:prstGeom prst="rect">
            <a:avLst/>
          </a:prstGeom>
          <a:solidFill>
            <a:srgbClr val="748CBC">
              <a:lumMod val="20000"/>
              <a:lumOff val="80000"/>
            </a:srgbClr>
          </a:solidFill>
          <a:ln w="9525" cap="flat" cmpd="sng" algn="ctr">
            <a:solidFill>
              <a:srgbClr val="748CBC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"employees":[</a:t>
            </a:r>
            <a:b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   {"name" : "William", "</a:t>
            </a:r>
            <a:r>
              <a:rPr kumimoji="0" lang="nl-NL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lastName</a:t>
            </a: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 : "Jones"},</a:t>
            </a:r>
            <a:b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   {"name" : "Anna", "</a:t>
            </a:r>
            <a:r>
              <a:rPr kumimoji="0" lang="nl-NL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lastName</a:t>
            </a: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 : "Ford"},</a:t>
            </a:r>
            <a:b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   {"name" : "Peter", "</a:t>
            </a:r>
            <a:r>
              <a:rPr kumimoji="0" lang="nl-NL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lastName</a:t>
            </a: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 : "Obama"}</a:t>
            </a:r>
            <a:b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]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2364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282B084-0971-47C6-B014-BB2DD127B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457200" eaLnBrk="1" hangingPunct="1">
              <a:spcBef>
                <a:spcPct val="0"/>
              </a:spcBef>
              <a:buFontTx/>
              <a:buNone/>
            </a:pPr>
            <a:r>
              <a:rPr lang="nl-NL" altLang="nl-NL" sz="3600" b="1" kern="0" dirty="0">
                <a:solidFill>
                  <a:prstClr val="black"/>
                </a:solidFill>
                <a:latin typeface="Calibri" pitchFamily="34" charset="0"/>
              </a:rPr>
              <a:t>JSON – Waarden en notatiewijzen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DE1BF8DB-32CE-4300-9433-8ABA914A98C2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363272" cy="36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nl-NL" sz="24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Number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				1.0					integer / </a:t>
            </a:r>
            <a:r>
              <a:rPr kumimoji="0" lang="nl-NL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float</a:t>
            </a: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nl-NL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String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					"abc"				tussen " en "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nl-NL" sz="24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Boolean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		</a:t>
            </a:r>
            <a:r>
              <a:rPr kumimoji="0" lang="nl-NL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true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	</a:t>
            </a:r>
            <a:r>
              <a:rPr kumimoji="0" lang="nl-NL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true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</a:t>
            </a:r>
            <a:r>
              <a:rPr kumimoji="0" lang="nl-NL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false</a:t>
            </a: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nl-NL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Array (Python list)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[ 1, 2, 3, 4 ]		rechte </a:t>
            </a:r>
            <a:r>
              <a:rPr lang="nl-NL" sz="2400" dirty="0">
                <a:solidFill>
                  <a:sysClr val="windowText" lastClr="000000"/>
                </a:solidFill>
                <a:latin typeface="Calibri"/>
              </a:rPr>
              <a:t>haken</a:t>
            </a: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nl-NL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Object (Python </a:t>
            </a:r>
            <a:r>
              <a:rPr kumimoji="0" lang="nl-NL" sz="24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dict</a:t>
            </a:r>
            <a:r>
              <a:rPr kumimoji="0" lang="nl-NL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{ "</a:t>
            </a:r>
            <a:r>
              <a:rPr kumimoji="0" lang="nl-NL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age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 : 30 }		accolades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nl-NL" sz="24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null</a:t>
            </a:r>
            <a:endParaRPr kumimoji="0" lang="nl-NL" sz="24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777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>
            <a:extLst>
              <a:ext uri="{FF2B5EF4-FFF2-40B4-BE49-F238E27FC236}">
                <a16:creationId xmlns:a16="http://schemas.microsoft.com/office/drawing/2014/main" id="{5F768762-0F12-43A2-A44F-50806775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457200" eaLnBrk="1" hangingPunct="1">
              <a:spcBef>
                <a:spcPct val="0"/>
              </a:spcBef>
              <a:buFontTx/>
              <a:buNone/>
            </a:pPr>
            <a:r>
              <a:rPr lang="nl-NL" altLang="nl-NL" sz="3600" b="1" kern="0" dirty="0">
                <a:solidFill>
                  <a:prstClr val="black"/>
                </a:solidFill>
                <a:latin typeface="Calibri" pitchFamily="34" charset="0"/>
              </a:rPr>
              <a:t>JSON – Objecten</a:t>
            </a:r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B98F0EDD-B5FA-4DD4-8CF9-E3D6902EA35A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9560103" cy="4061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l-NL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Een object bevat data in name/</a:t>
            </a:r>
            <a:r>
              <a:rPr kumimoji="0" lang="nl-NL" sz="24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value</a:t>
            </a:r>
            <a:r>
              <a:rPr kumimoji="0" lang="nl-NL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pairs (zoals een </a:t>
            </a:r>
            <a:r>
              <a:rPr kumimoji="0" lang="nl-NL" sz="24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dictionary</a:t>
            </a:r>
            <a:r>
              <a:rPr kumimoji="0" lang="nl-NL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  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  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</a:t>
            </a:r>
            <a:b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2" name="AutoShape 8">
            <a:extLst>
              <a:ext uri="{FF2B5EF4-FFF2-40B4-BE49-F238E27FC236}">
                <a16:creationId xmlns:a16="http://schemas.microsoft.com/office/drawing/2014/main" id="{BDD5CF05-96F6-4594-A8E9-3C31B28F6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064" y="3150180"/>
            <a:ext cx="792088" cy="323432"/>
          </a:xfrm>
          <a:prstGeom prst="wedgeRoundRectCallout">
            <a:avLst>
              <a:gd name="adj1" fmla="val 17976"/>
              <a:gd name="adj2" fmla="val 100247"/>
              <a:gd name="adj3" fmla="val 16667"/>
            </a:avLst>
          </a:prstGeom>
          <a:solidFill>
            <a:srgbClr val="4F81BD"/>
          </a:solidFill>
          <a:ln w="25400" cap="flat" cmpd="sng" algn="ctr">
            <a:solidFill>
              <a:srgbClr val="748CBC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String</a:t>
            </a:r>
            <a:endParaRPr kumimoji="0" lang="nl-NL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AutoShape 8">
            <a:extLst>
              <a:ext uri="{FF2B5EF4-FFF2-40B4-BE49-F238E27FC236}">
                <a16:creationId xmlns:a16="http://schemas.microsoft.com/office/drawing/2014/main" id="{C6D6E710-DDC7-4FEA-898D-1619398D4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6256" y="3140864"/>
            <a:ext cx="1080120" cy="323432"/>
          </a:xfrm>
          <a:prstGeom prst="wedgeRoundRectCallout">
            <a:avLst>
              <a:gd name="adj1" fmla="val 17976"/>
              <a:gd name="adj2" fmla="val 100247"/>
              <a:gd name="adj3" fmla="val 16667"/>
            </a:avLst>
          </a:prstGeom>
          <a:solidFill>
            <a:srgbClr val="4F81BD"/>
          </a:solidFill>
          <a:ln w="25400" cap="flat" cmpd="sng" algn="ctr">
            <a:solidFill>
              <a:srgbClr val="748CBC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Number</a:t>
            </a:r>
            <a:endParaRPr kumimoji="0" lang="nl-NL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AutoShape 8">
            <a:extLst>
              <a:ext uri="{FF2B5EF4-FFF2-40B4-BE49-F238E27FC236}">
                <a16:creationId xmlns:a16="http://schemas.microsoft.com/office/drawing/2014/main" id="{CC36ACBD-473D-4B6A-8D60-ECA27FF60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099" y="4437112"/>
            <a:ext cx="3333843" cy="323432"/>
          </a:xfrm>
          <a:prstGeom prst="wedgeRoundRectCallout">
            <a:avLst>
              <a:gd name="adj1" fmla="val 17976"/>
              <a:gd name="adj2" fmla="val 100247"/>
              <a:gd name="adj3" fmla="val 16667"/>
            </a:avLst>
          </a:prstGeom>
          <a:solidFill>
            <a:srgbClr val="4F81BD"/>
          </a:solidFill>
          <a:ln w="25400" cap="flat" cmpd="sng" algn="ctr">
            <a:solidFill>
              <a:srgbClr val="748CBC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Array van Numbers in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een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Object!</a:t>
            </a:r>
            <a:endParaRPr kumimoji="0" lang="nl-NL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C3B50CA7-FC32-4AED-8B98-3BFE0A7DE018}"/>
              </a:ext>
            </a:extLst>
          </p:cNvPr>
          <p:cNvSpPr txBox="1"/>
          <p:nvPr/>
        </p:nvSpPr>
        <p:spPr bwMode="auto">
          <a:xfrm>
            <a:off x="1223814" y="2433666"/>
            <a:ext cx="6696371" cy="369332"/>
          </a:xfrm>
          <a:prstGeom prst="rect">
            <a:avLst/>
          </a:prstGeom>
          <a:solidFill>
            <a:srgbClr val="748CBC">
              <a:lumMod val="20000"/>
              <a:lumOff val="80000"/>
            </a:srgbClr>
          </a:solidFill>
          <a:ln w="9525" cap="flat" cmpd="sng" algn="ctr">
            <a:solidFill>
              <a:srgbClr val="748CBC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{"name" : "William", "</a:t>
            </a:r>
            <a:r>
              <a:rPr kumimoji="0" lang="nl-NL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lastName</a:t>
            </a: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 : "Jones"}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FD5BF4CF-E998-4F2B-AB5B-55F946C07622}"/>
              </a:ext>
            </a:extLst>
          </p:cNvPr>
          <p:cNvSpPr txBox="1"/>
          <p:nvPr/>
        </p:nvSpPr>
        <p:spPr bwMode="auto">
          <a:xfrm>
            <a:off x="950125" y="3761380"/>
            <a:ext cx="7243750" cy="369332"/>
          </a:xfrm>
          <a:prstGeom prst="rect">
            <a:avLst/>
          </a:prstGeom>
          <a:solidFill>
            <a:srgbClr val="748CBC">
              <a:lumMod val="20000"/>
              <a:lumOff val="80000"/>
            </a:srgbClr>
          </a:solidFill>
          <a:ln w="9525" cap="flat" cmpd="sng" algn="ctr">
            <a:solidFill>
              <a:srgbClr val="748CBC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{"name" : "Anna", "</a:t>
            </a:r>
            <a:r>
              <a:rPr kumimoji="0" lang="nl-NL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lastName</a:t>
            </a: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 : "Ford", "</a:t>
            </a:r>
            <a:r>
              <a:rPr kumimoji="0" lang="nl-NL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age</a:t>
            </a: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 : 30 }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577F23C2-6EFC-4787-9549-01B29A12CB3D}"/>
              </a:ext>
            </a:extLst>
          </p:cNvPr>
          <p:cNvSpPr txBox="1"/>
          <p:nvPr/>
        </p:nvSpPr>
        <p:spPr bwMode="auto">
          <a:xfrm>
            <a:off x="1016961" y="5172989"/>
            <a:ext cx="7243750" cy="369332"/>
          </a:xfrm>
          <a:prstGeom prst="rect">
            <a:avLst/>
          </a:prstGeom>
          <a:solidFill>
            <a:srgbClr val="748CBC">
              <a:lumMod val="20000"/>
              <a:lumOff val="80000"/>
            </a:srgbClr>
          </a:solidFill>
          <a:ln w="9525" cap="flat" cmpd="sng" algn="ctr">
            <a:solidFill>
              <a:srgbClr val="748CBC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{"name" : "Mark", "</a:t>
            </a:r>
            <a:r>
              <a:rPr kumimoji="0" lang="nl-NL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results</a:t>
            </a: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 : [ 5.4, 5.7, 8.9 ] }</a:t>
            </a:r>
          </a:p>
        </p:txBody>
      </p:sp>
    </p:spTree>
    <p:extLst>
      <p:ext uri="{BB962C8B-B14F-4D97-AF65-F5344CB8AC3E}">
        <p14:creationId xmlns:p14="http://schemas.microsoft.com/office/powerpoint/2010/main" val="4173140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29164FD5-7F24-4498-BF4F-1958A493B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457200" eaLnBrk="1" hangingPunct="1">
              <a:spcBef>
                <a:spcPct val="0"/>
              </a:spcBef>
              <a:buFontTx/>
              <a:buNone/>
            </a:pPr>
            <a:r>
              <a:rPr lang="nl-NL" altLang="nl-NL" sz="3600" b="1" kern="0" dirty="0">
                <a:solidFill>
                  <a:prstClr val="black"/>
                </a:solidFill>
                <a:latin typeface="Calibri" pitchFamily="34" charset="0"/>
              </a:rPr>
              <a:t>JSON – Arrays</a:t>
            </a:r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A2F9C3DB-EDED-441C-B919-E2CDE8411F9C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363272" cy="4709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NL" sz="2400" kern="0" dirty="0">
                <a:solidFill>
                  <a:srgbClr val="294171"/>
                </a:solidFill>
                <a:latin typeface="Calibri"/>
              </a:rPr>
              <a:t>Een</a:t>
            </a:r>
            <a:r>
              <a:rPr kumimoji="0" lang="nl-NL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array kan meerdere </a:t>
            </a:r>
            <a:r>
              <a:rPr lang="nl-NL" sz="2400" kern="0" dirty="0">
                <a:solidFill>
                  <a:srgbClr val="294171"/>
                </a:solidFill>
                <a:latin typeface="Calibri"/>
              </a:rPr>
              <a:t>waarden bevatten…</a:t>
            </a:r>
            <a:endParaRPr kumimoji="0" lang="nl-NL" sz="24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nl-NL" sz="24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nl-NL" sz="24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nl-NL" sz="24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l-NL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… inclusief objecten: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0383DC56-575F-466C-A641-0ACF60296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935" y="2924944"/>
            <a:ext cx="2322671" cy="360040"/>
          </a:xfrm>
          <a:prstGeom prst="wedgeRoundRectCallout">
            <a:avLst>
              <a:gd name="adj1" fmla="val -91836"/>
              <a:gd name="adj2" fmla="val -14878"/>
              <a:gd name="adj3" fmla="val 16667"/>
            </a:avLst>
          </a:prstGeom>
          <a:solidFill>
            <a:srgbClr val="4F81BD"/>
          </a:solidFill>
          <a:ln w="25400" cap="flat" cmpd="sng" algn="ctr">
            <a:solidFill>
              <a:srgbClr val="748CBC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Zoals</a:t>
            </a:r>
            <a:r>
              <a:rPr lang="en-US" sz="16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kern="0" dirty="0" err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US" sz="16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Python list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!</a:t>
            </a:r>
            <a:endParaRPr kumimoji="0" lang="nl-NL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3A56173F-8D0E-40BD-B039-C0E31170463E}"/>
              </a:ext>
            </a:extLst>
          </p:cNvPr>
          <p:cNvSpPr txBox="1"/>
          <p:nvPr/>
        </p:nvSpPr>
        <p:spPr bwMode="auto">
          <a:xfrm>
            <a:off x="928545" y="2135306"/>
            <a:ext cx="1755661" cy="1477328"/>
          </a:xfrm>
          <a:prstGeom prst="rect">
            <a:avLst/>
          </a:prstGeom>
          <a:solidFill>
            <a:srgbClr val="748CBC">
              <a:lumMod val="20000"/>
              <a:lumOff val="80000"/>
            </a:srgbClr>
          </a:solidFill>
          <a:ln w="9525" cap="flat" cmpd="sng" algn="ctr">
            <a:solidFill>
              <a:srgbClr val="748CBC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</a:t>
            </a:r>
            <a:b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   10,</a:t>
            </a:r>
            <a:b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   15,</a:t>
            </a:r>
            <a:b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   </a:t>
            </a:r>
            <a:r>
              <a:rPr kumimoji="0" lang="nl-NL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null</a:t>
            </a:r>
            <a:b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</a:t>
            </a:r>
            <a:endParaRPr kumimoji="0" lang="nl-NL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71EC466E-D771-4525-99E7-D0700202333C}"/>
              </a:ext>
            </a:extLst>
          </p:cNvPr>
          <p:cNvSpPr txBox="1"/>
          <p:nvPr/>
        </p:nvSpPr>
        <p:spPr bwMode="auto">
          <a:xfrm>
            <a:off x="928545" y="4499197"/>
            <a:ext cx="6740616" cy="1477328"/>
          </a:xfrm>
          <a:prstGeom prst="rect">
            <a:avLst/>
          </a:prstGeom>
          <a:solidFill>
            <a:srgbClr val="748CBC">
              <a:lumMod val="20000"/>
              <a:lumOff val="80000"/>
            </a:srgbClr>
          </a:solidFill>
          <a:ln w="9525" cap="flat" cmpd="sng" algn="ctr">
            <a:solidFill>
              <a:srgbClr val="748CBC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</a:t>
            </a:r>
            <a:b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   {"name" : "William", "</a:t>
            </a:r>
            <a:r>
              <a:rPr kumimoji="0" lang="nl-NL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lastName</a:t>
            </a: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 : "Jones"},</a:t>
            </a:r>
            <a:b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   {"name" : "Anna", "</a:t>
            </a:r>
            <a:r>
              <a:rPr kumimoji="0" lang="nl-NL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lastName</a:t>
            </a: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 : "Ford"},</a:t>
            </a:r>
            <a:b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   {"name" : "Peter", "</a:t>
            </a:r>
            <a:r>
              <a:rPr kumimoji="0" lang="nl-NL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lastName</a:t>
            </a: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 : "Obama"}</a:t>
            </a:r>
            <a:b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kumimoji="0" lang="nl-NL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753974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283086B-9C30-4CE3-B928-BC0B6B7F1A4B}"/>
              </a:ext>
            </a:extLst>
          </p:cNvPr>
          <p:cNvSpPr txBox="1">
            <a:spLocks/>
          </p:cNvSpPr>
          <p:nvPr/>
        </p:nvSpPr>
        <p:spPr bwMode="auto">
          <a:xfrm>
            <a:off x="535411" y="0"/>
            <a:ext cx="860859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JSON –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bestanden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lezen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1" name="TextBox 59">
            <a:extLst>
              <a:ext uri="{FF2B5EF4-FFF2-40B4-BE49-F238E27FC236}">
                <a16:creationId xmlns:a16="http://schemas.microsoft.com/office/drawing/2014/main" id="{9CC19152-83C3-4368-8689-91333071D494}"/>
              </a:ext>
            </a:extLst>
          </p:cNvPr>
          <p:cNvSpPr txBox="1"/>
          <p:nvPr/>
        </p:nvSpPr>
        <p:spPr bwMode="auto">
          <a:xfrm>
            <a:off x="366735" y="2895240"/>
            <a:ext cx="4560372" cy="3539430"/>
          </a:xfrm>
          <a:prstGeom prst="rect">
            <a:avLst/>
          </a:prstGeom>
          <a:solidFill>
            <a:srgbClr val="748CBC">
              <a:lumMod val="20000"/>
              <a:lumOff val="80000"/>
            </a:srgbClr>
          </a:solidFill>
          <a:ln w="9525" cap="flat" cmpd="sng" algn="ctr">
            <a:solidFill>
              <a:srgbClr val="748CBC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660E7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"employees"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:[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{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660E7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"name" 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"William"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660E7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nl-NL" altLang="nl-NL" sz="1400" b="1" i="0" u="none" strike="noStrike" kern="0" cap="none" spc="0" normalizeH="0" baseline="0" noProof="0" dirty="0" err="1">
                <a:ln>
                  <a:noFill/>
                </a:ln>
                <a:solidFill>
                  <a:srgbClr val="660E7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lastName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660E7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 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"Jones"</a:t>
            </a:r>
            <a:b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},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{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660E7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"name" 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"Anna"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660E7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nl-NL" altLang="nl-NL" sz="1400" b="1" i="0" u="none" strike="noStrike" kern="0" cap="none" spc="0" normalizeH="0" baseline="0" noProof="0" dirty="0" err="1">
                <a:ln>
                  <a:noFill/>
                </a:ln>
                <a:solidFill>
                  <a:srgbClr val="660E7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lastName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660E7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 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"Ford"</a:t>
            </a:r>
            <a:b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},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{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660E7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"name" 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"Peter"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660E7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nl-NL" altLang="nl-NL" sz="1400" b="1" i="0" u="none" strike="noStrike" kern="0" cap="none" spc="0" normalizeH="0" baseline="0" noProof="0" dirty="0" err="1">
                <a:ln>
                  <a:noFill/>
                </a:ln>
                <a:solidFill>
                  <a:srgbClr val="660E7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lastName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660E7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 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"Obama"</a:t>
            </a:r>
            <a:b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]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nl-NL" altLang="nl-NL" sz="3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21DDA220-C72E-4207-9EAB-9DCCD0D6C40D}"/>
              </a:ext>
            </a:extLst>
          </p:cNvPr>
          <p:cNvSpPr txBox="1"/>
          <p:nvPr/>
        </p:nvSpPr>
        <p:spPr bwMode="auto">
          <a:xfrm>
            <a:off x="3071081" y="2164758"/>
            <a:ext cx="5717814" cy="1815882"/>
          </a:xfrm>
          <a:prstGeom prst="rect">
            <a:avLst/>
          </a:prstGeom>
          <a:solidFill>
            <a:srgbClr val="748CBC">
              <a:lumMod val="20000"/>
              <a:lumOff val="80000"/>
            </a:srgbClr>
          </a:solidFill>
          <a:ln w="9525" cap="flat" cmpd="sng" algn="ctr">
            <a:solidFill>
              <a:srgbClr val="748CBC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import </a:t>
            </a:r>
            <a:r>
              <a:rPr kumimoji="0" lang="nl-NL" altLang="nl-NL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with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open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nl-NL" altLang="nl-NL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employees.json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'r'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 </a:t>
            </a:r>
            <a:r>
              <a:rPr kumimoji="0" lang="nl-NL" altLang="nl-NL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json_file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data = </a:t>
            </a:r>
            <a:r>
              <a:rPr kumimoji="0" lang="nl-NL" altLang="nl-NL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json.load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nl-NL" altLang="nl-NL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json_file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employees = data[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"employees"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 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employee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 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employees: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(employee[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'name'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])</a:t>
            </a:r>
            <a:endParaRPr kumimoji="0" lang="nl-NL" altLang="nl-NL" sz="3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175C354E-7DC2-460F-B4BE-F29C46DCEB1F}"/>
              </a:ext>
            </a:extLst>
          </p:cNvPr>
          <p:cNvSpPr txBox="1"/>
          <p:nvPr/>
        </p:nvSpPr>
        <p:spPr bwMode="auto">
          <a:xfrm>
            <a:off x="6471824" y="5724299"/>
            <a:ext cx="2317071" cy="738664"/>
          </a:xfrm>
          <a:prstGeom prst="rect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William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Anna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Peter</a:t>
            </a:r>
          </a:p>
        </p:txBody>
      </p:sp>
      <p:cxnSp>
        <p:nvCxnSpPr>
          <p:cNvPr id="14" name="Straight Arrow Connector 20">
            <a:extLst>
              <a:ext uri="{FF2B5EF4-FFF2-40B4-BE49-F238E27FC236}">
                <a16:creationId xmlns:a16="http://schemas.microsoft.com/office/drawing/2014/main" id="{948733E9-AFC6-4A16-9D7A-11509A42A4ED}"/>
              </a:ext>
            </a:extLst>
          </p:cNvPr>
          <p:cNvCxnSpPr/>
          <p:nvPr/>
        </p:nvCxnSpPr>
        <p:spPr>
          <a:xfrm flipH="1">
            <a:off x="3441290" y="1624135"/>
            <a:ext cx="2187152" cy="1027369"/>
          </a:xfrm>
          <a:prstGeom prst="straightConnector1">
            <a:avLst/>
          </a:prstGeom>
          <a:noFill/>
          <a:ln w="25400" cap="flat" cmpd="sng" algn="ctr">
            <a:solidFill>
              <a:srgbClr val="FF0000">
                <a:alpha val="25000"/>
              </a:srgbClr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5" name="TextBox 15">
            <a:extLst>
              <a:ext uri="{FF2B5EF4-FFF2-40B4-BE49-F238E27FC236}">
                <a16:creationId xmlns:a16="http://schemas.microsoft.com/office/drawing/2014/main" id="{89928596-339B-4CD6-9656-8555BD4E1F42}"/>
              </a:ext>
            </a:extLst>
          </p:cNvPr>
          <p:cNvSpPr txBox="1"/>
          <p:nvPr/>
        </p:nvSpPr>
        <p:spPr bwMode="auto">
          <a:xfrm>
            <a:off x="4383912" y="1224025"/>
            <a:ext cx="571781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Na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dit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with-statement,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wordt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het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bestand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gesloten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!</a:t>
            </a:r>
          </a:p>
        </p:txBody>
      </p:sp>
      <p:cxnSp>
        <p:nvCxnSpPr>
          <p:cNvPr id="16" name="Straight Arrow Connector 20">
            <a:extLst>
              <a:ext uri="{FF2B5EF4-FFF2-40B4-BE49-F238E27FC236}">
                <a16:creationId xmlns:a16="http://schemas.microsoft.com/office/drawing/2014/main" id="{D66CB41C-6450-4E68-A093-6FCF6F1ED4AB}"/>
              </a:ext>
            </a:extLst>
          </p:cNvPr>
          <p:cNvCxnSpPr/>
          <p:nvPr/>
        </p:nvCxnSpPr>
        <p:spPr>
          <a:xfrm flipH="1" flipV="1">
            <a:off x="6471362" y="3264697"/>
            <a:ext cx="1305837" cy="1400258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7" name="TextBox 15">
            <a:extLst>
              <a:ext uri="{FF2B5EF4-FFF2-40B4-BE49-F238E27FC236}">
                <a16:creationId xmlns:a16="http://schemas.microsoft.com/office/drawing/2014/main" id="{7ED11CE7-C9EC-4790-AC1A-629CE433757F}"/>
              </a:ext>
            </a:extLst>
          </p:cNvPr>
          <p:cNvSpPr txBox="1"/>
          <p:nvPr/>
        </p:nvSpPr>
        <p:spPr bwMode="auto">
          <a:xfrm>
            <a:off x="5507101" y="4675373"/>
            <a:ext cx="424651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Bestandsinhoud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wordt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geconverteerd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(</a:t>
            </a:r>
            <a:r>
              <a:rPr kumimoji="0" lang="en-US" sz="2000" b="0" i="0" u="none" strike="noStrike" kern="0" cap="none" spc="0" normalizeH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omgezet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) </a:t>
            </a:r>
            <a:r>
              <a:rPr kumimoji="0" lang="en-US" sz="2000" b="0" i="0" u="none" strike="noStrike" kern="0" cap="none" spc="0" normalizeH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naar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een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dictionary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9561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CEEE96C-07E3-4CA3-91F3-50E0388A662E}"/>
              </a:ext>
            </a:extLst>
          </p:cNvPr>
          <p:cNvSpPr txBox="1">
            <a:spLocks/>
          </p:cNvSpPr>
          <p:nvPr/>
        </p:nvSpPr>
        <p:spPr bwMode="auto">
          <a:xfrm>
            <a:off x="535411" y="0"/>
            <a:ext cx="860859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JSON –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bestanden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schrijven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5" name="TextBox 59">
            <a:extLst>
              <a:ext uri="{FF2B5EF4-FFF2-40B4-BE49-F238E27FC236}">
                <a16:creationId xmlns:a16="http://schemas.microsoft.com/office/drawing/2014/main" id="{254DE67C-EAE4-40E1-A1F6-AFECCCBF5690}"/>
              </a:ext>
            </a:extLst>
          </p:cNvPr>
          <p:cNvSpPr txBox="1"/>
          <p:nvPr/>
        </p:nvSpPr>
        <p:spPr bwMode="auto">
          <a:xfrm>
            <a:off x="279771" y="1325091"/>
            <a:ext cx="6571835" cy="5078313"/>
          </a:xfrm>
          <a:prstGeom prst="rect">
            <a:avLst/>
          </a:prstGeom>
          <a:solidFill>
            <a:srgbClr val="748CBC">
              <a:lumMod val="20000"/>
              <a:lumOff val="80000"/>
            </a:srgbClr>
          </a:solidFill>
          <a:ln w="9525" cap="flat" cmpd="sng" algn="ctr">
            <a:solidFill>
              <a:srgbClr val="748CBC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import </a:t>
            </a:r>
            <a:r>
              <a:rPr kumimoji="0" lang="nl-NL" altLang="nl-NL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result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9.0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names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[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'John'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'Frank' 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results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[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{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'name' 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'John'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nl-NL" altLang="nl-NL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result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 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4.0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},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{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'name' 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'Frank'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nl-NL" altLang="nl-NL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result</a:t>
            </a:r>
            <a:r>
              <a:rPr kumimoji="0" lang="nl-NL" alt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 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7.0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b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b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b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nl-NL" altLang="nl-NL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altLang="nl-NL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altLang="nl-NL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altLang="nl-NL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altLang="nl-NL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altLang="nl-NL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altLang="nl-NL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16" name="TextBox 59">
            <a:extLst>
              <a:ext uri="{FF2B5EF4-FFF2-40B4-BE49-F238E27FC236}">
                <a16:creationId xmlns:a16="http://schemas.microsoft.com/office/drawing/2014/main" id="{85E628BA-40D2-4299-BEF4-28109E26B2F5}"/>
              </a:ext>
            </a:extLst>
          </p:cNvPr>
          <p:cNvSpPr txBox="1"/>
          <p:nvPr/>
        </p:nvSpPr>
        <p:spPr bwMode="auto">
          <a:xfrm>
            <a:off x="6597669" y="1744500"/>
            <a:ext cx="676776" cy="276999"/>
          </a:xfrm>
          <a:prstGeom prst="rect">
            <a:avLst/>
          </a:prstGeom>
          <a:solidFill>
            <a:srgbClr val="748CBC">
              <a:lumMod val="20000"/>
              <a:lumOff val="80000"/>
            </a:srgbClr>
          </a:solidFill>
          <a:ln w="9525" cap="flat" cmpd="sng" algn="ctr">
            <a:solidFill>
              <a:srgbClr val="748CBC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9.0</a:t>
            </a:r>
            <a:endParaRPr kumimoji="0" lang="nl-NL" altLang="nl-NL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TextBox 59">
            <a:extLst>
              <a:ext uri="{FF2B5EF4-FFF2-40B4-BE49-F238E27FC236}">
                <a16:creationId xmlns:a16="http://schemas.microsoft.com/office/drawing/2014/main" id="{64B1EB4A-8C81-4653-95A6-78FCB0DBA343}"/>
              </a:ext>
            </a:extLst>
          </p:cNvPr>
          <p:cNvSpPr txBox="1"/>
          <p:nvPr/>
        </p:nvSpPr>
        <p:spPr bwMode="auto">
          <a:xfrm>
            <a:off x="6598402" y="2629582"/>
            <a:ext cx="1728829" cy="276999"/>
          </a:xfrm>
          <a:prstGeom prst="rect">
            <a:avLst/>
          </a:prstGeom>
          <a:solidFill>
            <a:srgbClr val="748CBC">
              <a:lumMod val="20000"/>
              <a:lumOff val="80000"/>
            </a:srgbClr>
          </a:solidFill>
          <a:ln w="9525" cap="flat" cmpd="sng" algn="ctr">
            <a:solidFill>
              <a:srgbClr val="748CBC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nl-NL" altLang="nl-NL" sz="12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"John"</a:t>
            </a: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nl-NL" altLang="nl-NL" sz="12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"Frank"</a:t>
            </a: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endParaRPr kumimoji="0" lang="nl-NL" altLang="nl-NL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TextBox 59">
            <a:extLst>
              <a:ext uri="{FF2B5EF4-FFF2-40B4-BE49-F238E27FC236}">
                <a16:creationId xmlns:a16="http://schemas.microsoft.com/office/drawing/2014/main" id="{1EC63E84-20A3-412E-9C50-EB8276373481}"/>
              </a:ext>
            </a:extLst>
          </p:cNvPr>
          <p:cNvSpPr txBox="1"/>
          <p:nvPr/>
        </p:nvSpPr>
        <p:spPr bwMode="auto">
          <a:xfrm>
            <a:off x="6602245" y="3670735"/>
            <a:ext cx="2262722" cy="1938992"/>
          </a:xfrm>
          <a:prstGeom prst="rect">
            <a:avLst/>
          </a:prstGeom>
          <a:solidFill>
            <a:srgbClr val="748CBC">
              <a:lumMod val="20000"/>
              <a:lumOff val="80000"/>
            </a:srgbClr>
          </a:solidFill>
          <a:ln w="9525" cap="flat" cmpd="sng" algn="ctr">
            <a:solidFill>
              <a:srgbClr val="748CBC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b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{</a:t>
            </a:r>
            <a:b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nl-NL" altLang="nl-NL" sz="1200" b="1" i="0" u="none" strike="noStrike" kern="0" cap="none" spc="0" normalizeH="0" baseline="0" noProof="0" dirty="0">
                <a:ln>
                  <a:noFill/>
                </a:ln>
                <a:solidFill>
                  <a:srgbClr val="660E7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"name"</a:t>
            </a: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nl-NL" altLang="nl-NL" sz="12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"John"</a:t>
            </a: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b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nl-NL" altLang="nl-NL" sz="1200" b="1" i="0" u="none" strike="noStrike" kern="0" cap="none" spc="0" normalizeH="0" baseline="0" noProof="0" dirty="0">
                <a:ln>
                  <a:noFill/>
                </a:ln>
                <a:solidFill>
                  <a:srgbClr val="660E7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nl-NL" altLang="nl-NL" sz="1200" b="1" i="0" u="none" strike="noStrike" kern="0" cap="none" spc="0" normalizeH="0" baseline="0" noProof="0" dirty="0" err="1">
                <a:ln>
                  <a:noFill/>
                </a:ln>
                <a:solidFill>
                  <a:srgbClr val="660E7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result</a:t>
            </a:r>
            <a:r>
              <a:rPr kumimoji="0" lang="nl-NL" altLang="nl-NL" sz="1200" b="1" i="0" u="none" strike="noStrike" kern="0" cap="none" spc="0" normalizeH="0" baseline="0" noProof="0" dirty="0">
                <a:ln>
                  <a:noFill/>
                </a:ln>
                <a:solidFill>
                  <a:srgbClr val="660E7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4.0</a:t>
            </a:r>
            <a:b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},</a:t>
            </a:r>
            <a:b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{</a:t>
            </a:r>
            <a:b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nl-NL" altLang="nl-NL" sz="1200" b="1" i="0" u="none" strike="noStrike" kern="0" cap="none" spc="0" normalizeH="0" baseline="0" noProof="0" dirty="0">
                <a:ln>
                  <a:noFill/>
                </a:ln>
                <a:solidFill>
                  <a:srgbClr val="660E7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"name"</a:t>
            </a: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nl-NL" altLang="nl-NL" sz="12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"Frank"</a:t>
            </a: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b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nl-NL" altLang="nl-NL" sz="1200" b="1" i="0" u="none" strike="noStrike" kern="0" cap="none" spc="0" normalizeH="0" baseline="0" noProof="0" dirty="0">
                <a:ln>
                  <a:noFill/>
                </a:ln>
                <a:solidFill>
                  <a:srgbClr val="660E7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nl-NL" altLang="nl-NL" sz="1200" b="1" i="0" u="none" strike="noStrike" kern="0" cap="none" spc="0" normalizeH="0" baseline="0" noProof="0" dirty="0" err="1">
                <a:ln>
                  <a:noFill/>
                </a:ln>
                <a:solidFill>
                  <a:srgbClr val="660E7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result</a:t>
            </a:r>
            <a:r>
              <a:rPr kumimoji="0" lang="nl-NL" altLang="nl-NL" sz="1200" b="1" i="0" u="none" strike="noStrike" kern="0" cap="none" spc="0" normalizeH="0" baseline="0" noProof="0" dirty="0">
                <a:ln>
                  <a:noFill/>
                </a:ln>
                <a:solidFill>
                  <a:srgbClr val="660E7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7.0</a:t>
            </a:r>
            <a:b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b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l-NL" alt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endParaRPr kumimoji="0" lang="nl-NL" altLang="nl-NL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" name="AutoShape 8">
            <a:extLst>
              <a:ext uri="{FF2B5EF4-FFF2-40B4-BE49-F238E27FC236}">
                <a16:creationId xmlns:a16="http://schemas.microsoft.com/office/drawing/2014/main" id="{118C7752-4D3C-44BF-B05E-9B32F236B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806" y="6317260"/>
            <a:ext cx="2096449" cy="355870"/>
          </a:xfrm>
          <a:prstGeom prst="wedgeRoundRectCallout">
            <a:avLst>
              <a:gd name="adj1" fmla="val -51690"/>
              <a:gd name="adj2" fmla="val -91695"/>
              <a:gd name="adj3" fmla="val 16667"/>
            </a:avLst>
          </a:prstGeom>
          <a:solidFill>
            <a:srgbClr val="4F81BD"/>
          </a:solidFill>
          <a:ln w="25400" cap="flat" cmpd="sng" algn="ctr">
            <a:solidFill>
              <a:srgbClr val="748CBC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Indent = Pretty print!</a:t>
            </a:r>
            <a:endParaRPr kumimoji="0" lang="nl-NL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20">
            <a:extLst>
              <a:ext uri="{FF2B5EF4-FFF2-40B4-BE49-F238E27FC236}">
                <a16:creationId xmlns:a16="http://schemas.microsoft.com/office/drawing/2014/main" id="{18E7FBB4-AFF2-4090-9D41-E36A78D16807}"/>
              </a:ext>
            </a:extLst>
          </p:cNvPr>
          <p:cNvSpPr/>
          <p:nvPr/>
        </p:nvSpPr>
        <p:spPr>
          <a:xfrm>
            <a:off x="279772" y="4516384"/>
            <a:ext cx="6934200" cy="83099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altLang="nl-NL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</a:rPr>
              <a:t>with</a:t>
            </a:r>
            <a:r>
              <a:rPr kumimoji="0" lang="nl-NL" altLang="nl-NL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</a:rPr>
              <a:t> </a:t>
            </a:r>
            <a: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</a:rPr>
              <a:t>open</a:t>
            </a:r>
            <a: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(</a:t>
            </a:r>
            <a:r>
              <a:rPr kumimoji="0" lang="nl-NL" altLang="nl-NL" sz="1600" b="1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/>
              </a:rPr>
              <a:t>'</a:t>
            </a:r>
            <a:r>
              <a:rPr kumimoji="0" lang="nl-NL" altLang="nl-NL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/>
              </a:rPr>
              <a:t>result.json</a:t>
            </a:r>
            <a:r>
              <a:rPr kumimoji="0" lang="nl-NL" altLang="nl-NL" sz="1600" b="1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/>
              </a:rPr>
              <a:t>'</a:t>
            </a:r>
            <a: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, </a:t>
            </a:r>
            <a:r>
              <a:rPr kumimoji="0" lang="nl-NL" altLang="nl-NL" sz="1600" b="1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/>
              </a:rPr>
              <a:t>'w'</a:t>
            </a:r>
            <a: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) </a:t>
            </a:r>
            <a:r>
              <a:rPr kumimoji="0" lang="nl-NL" altLang="nl-NL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</a:rPr>
              <a:t>as </a:t>
            </a:r>
            <a:r>
              <a:rPr kumimoji="0" lang="nl-NL" altLang="nl-NL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json_file</a:t>
            </a:r>
            <a: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:</a:t>
            </a:r>
            <a:b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    </a:t>
            </a:r>
            <a:r>
              <a:rPr kumimoji="0" lang="nl-NL" altLang="nl-NL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json.dump</a:t>
            </a:r>
            <a: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(</a:t>
            </a:r>
            <a:r>
              <a:rPr kumimoji="0" lang="nl-NL" altLang="nl-NL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result</a:t>
            </a:r>
            <a: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, </a:t>
            </a:r>
            <a:r>
              <a:rPr kumimoji="0" lang="nl-NL" altLang="nl-NL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json_file</a:t>
            </a:r>
            <a: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)</a:t>
            </a:r>
            <a:b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</a:br>
            <a:endParaRPr kumimoji="0" lang="nl-NL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" name="Rectangle 21">
            <a:extLst>
              <a:ext uri="{FF2B5EF4-FFF2-40B4-BE49-F238E27FC236}">
                <a16:creationId xmlns:a16="http://schemas.microsoft.com/office/drawing/2014/main" id="{2F5F5E0C-C8CA-4A73-8027-7DB0C7A333B4}"/>
              </a:ext>
            </a:extLst>
          </p:cNvPr>
          <p:cNvSpPr/>
          <p:nvPr/>
        </p:nvSpPr>
        <p:spPr>
          <a:xfrm>
            <a:off x="279772" y="5134439"/>
            <a:ext cx="6655034" cy="83099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altLang="nl-NL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</a:rPr>
              <a:t>with</a:t>
            </a:r>
            <a:r>
              <a:rPr kumimoji="0" lang="nl-NL" altLang="nl-NL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</a:rPr>
              <a:t> </a:t>
            </a:r>
            <a: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</a:rPr>
              <a:t>open</a:t>
            </a:r>
            <a: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(</a:t>
            </a:r>
            <a:r>
              <a:rPr kumimoji="0" lang="nl-NL" altLang="nl-NL" sz="1600" b="1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/>
              </a:rPr>
              <a:t>'</a:t>
            </a:r>
            <a:r>
              <a:rPr kumimoji="0" lang="nl-NL" altLang="nl-NL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/>
              </a:rPr>
              <a:t>names.json</a:t>
            </a:r>
            <a:r>
              <a:rPr kumimoji="0" lang="nl-NL" altLang="nl-NL" sz="1600" b="1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/>
              </a:rPr>
              <a:t>'</a:t>
            </a:r>
            <a: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, </a:t>
            </a:r>
            <a:r>
              <a:rPr kumimoji="0" lang="nl-NL" altLang="nl-NL" sz="1600" b="1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nsolas"/>
              </a:rPr>
              <a:t>'w'</a:t>
            </a:r>
            <a: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) </a:t>
            </a:r>
            <a:r>
              <a:rPr kumimoji="0" lang="nl-NL" altLang="nl-NL" sz="1600" b="1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nsolas"/>
              </a:rPr>
              <a:t>as </a:t>
            </a:r>
            <a:r>
              <a:rPr kumimoji="0" lang="nl-NL" altLang="nl-NL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json_file</a:t>
            </a:r>
            <a: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:</a:t>
            </a:r>
            <a:b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    </a:t>
            </a:r>
            <a:r>
              <a:rPr kumimoji="0" lang="nl-NL" altLang="nl-NL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json.dump</a:t>
            </a:r>
            <a: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(</a:t>
            </a:r>
            <a:r>
              <a:rPr kumimoji="0" lang="nl-NL" altLang="nl-NL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names</a:t>
            </a:r>
            <a: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, </a:t>
            </a:r>
            <a:r>
              <a:rPr kumimoji="0" lang="nl-NL" altLang="nl-NL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json_file</a:t>
            </a:r>
            <a: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</a:rPr>
              <a:t>)</a:t>
            </a:r>
            <a:br>
              <a:rPr kumimoji="0" lang="nl-NL" altLang="nl-NL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</a:br>
            <a:endParaRPr kumimoji="0" lang="nl-NL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8B4BA651-C190-42F0-BE09-0D87762D7961}"/>
              </a:ext>
            </a:extLst>
          </p:cNvPr>
          <p:cNvSpPr/>
          <p:nvPr/>
        </p:nvSpPr>
        <p:spPr>
          <a:xfrm>
            <a:off x="279772" y="5736136"/>
            <a:ext cx="7717972" cy="58477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nl-NL" altLang="nl-NL" sz="1600" b="1" dirty="0" err="1">
                <a:solidFill>
                  <a:srgbClr val="000080"/>
                </a:solidFill>
                <a:latin typeface="Consolas"/>
              </a:rPr>
              <a:t>with</a:t>
            </a:r>
            <a:r>
              <a:rPr lang="nl-NL" altLang="nl-NL" sz="1600" b="1" dirty="0">
                <a:solidFill>
                  <a:srgbClr val="000080"/>
                </a:solidFill>
                <a:latin typeface="Consolas"/>
              </a:rPr>
              <a:t> </a:t>
            </a:r>
            <a:r>
              <a:rPr lang="nl-NL" altLang="nl-NL" sz="1600" dirty="0">
                <a:solidFill>
                  <a:srgbClr val="000080"/>
                </a:solidFill>
                <a:latin typeface="Consolas"/>
              </a:rPr>
              <a:t>open</a:t>
            </a:r>
            <a:r>
              <a:rPr lang="nl-NL" altLang="nl-NL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nl-NL" altLang="nl-NL" sz="1600" b="1" dirty="0">
                <a:solidFill>
                  <a:srgbClr val="008080"/>
                </a:solidFill>
                <a:latin typeface="Consolas"/>
              </a:rPr>
              <a:t>'</a:t>
            </a:r>
            <a:r>
              <a:rPr lang="nl-NL" altLang="nl-NL" sz="1600" b="1" dirty="0" err="1">
                <a:solidFill>
                  <a:srgbClr val="008080"/>
                </a:solidFill>
                <a:latin typeface="Consolas"/>
              </a:rPr>
              <a:t>results.json</a:t>
            </a:r>
            <a:r>
              <a:rPr lang="nl-NL" altLang="nl-NL" sz="1600" b="1" dirty="0">
                <a:solidFill>
                  <a:srgbClr val="008080"/>
                </a:solidFill>
                <a:latin typeface="Consolas"/>
              </a:rPr>
              <a:t>'</a:t>
            </a:r>
            <a:r>
              <a:rPr lang="nl-NL" altLang="nl-NL" sz="16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nl-NL" altLang="nl-NL" sz="1600" b="1" dirty="0">
                <a:solidFill>
                  <a:srgbClr val="008080"/>
                </a:solidFill>
                <a:latin typeface="Consolas"/>
              </a:rPr>
              <a:t>'w'</a:t>
            </a:r>
            <a:r>
              <a:rPr lang="nl-NL" altLang="nl-NL" sz="1600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nl-NL" altLang="nl-NL" sz="1600" b="1" dirty="0">
                <a:solidFill>
                  <a:srgbClr val="000080"/>
                </a:solidFill>
                <a:latin typeface="Consolas"/>
              </a:rPr>
              <a:t>as </a:t>
            </a:r>
            <a:r>
              <a:rPr lang="nl-NL" altLang="nl-NL" sz="1600" dirty="0" err="1">
                <a:solidFill>
                  <a:srgbClr val="000000"/>
                </a:solidFill>
                <a:latin typeface="Consolas"/>
              </a:rPr>
              <a:t>json_file</a:t>
            </a:r>
            <a:r>
              <a:rPr lang="nl-NL" altLang="nl-NL" sz="1600" dirty="0">
                <a:solidFill>
                  <a:srgbClr val="000000"/>
                </a:solidFill>
                <a:latin typeface="Consolas"/>
              </a:rPr>
              <a:t>:</a:t>
            </a:r>
            <a:br>
              <a:rPr lang="nl-NL" altLang="nl-NL" sz="1600" dirty="0">
                <a:solidFill>
                  <a:prstClr val="black"/>
                </a:solidFill>
                <a:latin typeface="Consolas" panose="020B0609020204030204" pitchFamily="49" charset="0"/>
              </a:rPr>
            </a:br>
            <a:r>
              <a:rPr lang="nl-NL" altLang="nl-NL" sz="1600" dirty="0">
                <a:solidFill>
                  <a:srgbClr val="000000"/>
                </a:solidFill>
                <a:latin typeface="Consolas"/>
              </a:rPr>
              <a:t>    </a:t>
            </a:r>
            <a:r>
              <a:rPr lang="nl-NL" altLang="nl-NL" sz="1600" dirty="0" err="1">
                <a:solidFill>
                  <a:srgbClr val="000000"/>
                </a:solidFill>
                <a:latin typeface="Consolas"/>
              </a:rPr>
              <a:t>json.dump</a:t>
            </a:r>
            <a:r>
              <a:rPr lang="nl-NL" altLang="nl-NL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nl-NL" altLang="nl-NL" sz="1600" dirty="0" err="1">
                <a:solidFill>
                  <a:srgbClr val="000000"/>
                </a:solidFill>
                <a:latin typeface="Consolas"/>
              </a:rPr>
              <a:t>results</a:t>
            </a:r>
            <a:r>
              <a:rPr lang="nl-NL" altLang="nl-NL" sz="16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nl-NL" altLang="nl-NL" sz="1600" dirty="0" err="1">
                <a:solidFill>
                  <a:srgbClr val="000000"/>
                </a:solidFill>
                <a:latin typeface="Consolas"/>
              </a:rPr>
              <a:t>json_file</a:t>
            </a:r>
            <a:r>
              <a:rPr lang="nl-NL" altLang="nl-NL" sz="16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nl-NL" altLang="nl-NL" sz="1600" dirty="0" err="1">
                <a:solidFill>
                  <a:srgbClr val="660099"/>
                </a:solidFill>
                <a:latin typeface="Consolas"/>
              </a:rPr>
              <a:t>indent</a:t>
            </a:r>
            <a:r>
              <a:rPr lang="nl-NL" altLang="nl-NL" sz="16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nl-NL" altLang="nl-NL" sz="1600" dirty="0">
                <a:solidFill>
                  <a:srgbClr val="0000FF"/>
                </a:solidFill>
                <a:latin typeface="Consolas"/>
              </a:rPr>
              <a:t>4</a:t>
            </a:r>
            <a:r>
              <a:rPr lang="nl-NL" altLang="nl-NL" sz="1600" dirty="0">
                <a:solidFill>
                  <a:srgbClr val="000000"/>
                </a:solidFill>
                <a:latin typeface="Consolas"/>
              </a:rPr>
              <a:t>)</a:t>
            </a:r>
            <a:endParaRPr lang="nl-NL" altLang="nl-NL" sz="3600" dirty="0">
              <a:solidFill>
                <a:prstClr val="black"/>
              </a:solidFill>
              <a:latin typeface="Consolas"/>
            </a:endParaRP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50340281-4DAA-44E3-8AEA-D93CAF249BB7}"/>
              </a:ext>
            </a:extLst>
          </p:cNvPr>
          <p:cNvSpPr txBox="1"/>
          <p:nvPr/>
        </p:nvSpPr>
        <p:spPr bwMode="auto">
          <a:xfrm>
            <a:off x="6446862" y="1470329"/>
            <a:ext cx="130091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result.json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BC30FB91-1FDB-4546-B86F-75928C250E4F}"/>
              </a:ext>
            </a:extLst>
          </p:cNvPr>
          <p:cNvSpPr txBox="1"/>
          <p:nvPr/>
        </p:nvSpPr>
        <p:spPr bwMode="auto">
          <a:xfrm>
            <a:off x="6447595" y="2344955"/>
            <a:ext cx="157789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names.json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1D3C3F66-A08A-4556-9714-8CF5F1EEC2B1}"/>
              </a:ext>
            </a:extLst>
          </p:cNvPr>
          <p:cNvSpPr txBox="1"/>
          <p:nvPr/>
        </p:nvSpPr>
        <p:spPr bwMode="auto">
          <a:xfrm>
            <a:off x="6447595" y="3374234"/>
            <a:ext cx="157789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results.json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2486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68FDF1D8-1179-105F-58EC-716356BBA14A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1"/>
            <a:ext cx="8229600" cy="36957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Deze les: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Maak </a:t>
            </a:r>
            <a:r>
              <a:rPr lang="nl-NL" sz="2400" dirty="0">
                <a:solidFill>
                  <a:sysClr val="windowText" lastClr="000000"/>
                </a:solidFill>
                <a:latin typeface="Calibri"/>
              </a:rPr>
              <a:t>de 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/>
              </a:rPr>
              <a:t>quiz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(optioneel)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Maak openstaande </a:t>
            </a:r>
            <a:r>
              <a:rPr lang="nl-NL" sz="2400" dirty="0">
                <a:solidFill>
                  <a:sysClr val="windowText" lastClr="000000"/>
                </a:solidFill>
                <a:latin typeface="Calibri"/>
              </a:rPr>
              <a:t>opdrachten af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Voor volgende les: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Maak de voorbereidingsopdrachten </a:t>
            </a:r>
          </a:p>
          <a:p>
            <a:pPr>
              <a:defRPr/>
            </a:pPr>
            <a:r>
              <a:rPr lang="nl-NL" sz="2400" b="1" u="sng" dirty="0">
                <a:solidFill>
                  <a:sysClr val="windowText" lastClr="000000"/>
                </a:solidFill>
                <a:latin typeface="Calibri"/>
              </a:rPr>
              <a:t>L</a:t>
            </a:r>
            <a:r>
              <a:rPr kumimoji="0" lang="nl-NL" sz="2400" b="1" i="0" u="sng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ees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op Canvas genoemde literatuur!!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Start met de oefeningen op Canvas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715BE0-29B3-42F0-8162-0085D925D800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Opdracht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(</a:t>
            </a: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en)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71876541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1896</Words>
  <Application>Microsoft Office PowerPoint</Application>
  <PresentationFormat>Breedbeeld</PresentationFormat>
  <Paragraphs>175</Paragraphs>
  <Slides>20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2</vt:i4>
      </vt:variant>
      <vt:variant>
        <vt:lpstr>Diatitels</vt:lpstr>
      </vt:variant>
      <vt:variant>
        <vt:i4>20</vt:i4>
      </vt:variant>
    </vt:vector>
  </HeadingPairs>
  <TitlesOfParts>
    <vt:vector size="28" baseType="lpstr">
      <vt:lpstr>Calibri</vt:lpstr>
      <vt:lpstr>Courier New</vt:lpstr>
      <vt:lpstr>Wingdings</vt:lpstr>
      <vt:lpstr>Calibri Light</vt:lpstr>
      <vt:lpstr>Arial</vt:lpstr>
      <vt:lpstr>Consolas</vt:lpstr>
      <vt:lpstr>Kantoorthema</vt:lpstr>
      <vt:lpstr>1_Kantoorthema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Bart van Eijkelenburg</dc:creator>
  <cp:lastModifiedBy>Bart van Eijkelenburg</cp:lastModifiedBy>
  <cp:revision>7</cp:revision>
  <dcterms:created xsi:type="dcterms:W3CDTF">2020-09-28T18:45:00Z</dcterms:created>
  <dcterms:modified xsi:type="dcterms:W3CDTF">2025-07-15T13:06:30Z</dcterms:modified>
</cp:coreProperties>
</file>