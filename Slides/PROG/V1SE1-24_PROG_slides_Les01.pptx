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sldIdLst>
    <p:sldId id="256" r:id="rId3"/>
    <p:sldId id="257" r:id="rId4"/>
    <p:sldId id="258" r:id="rId5"/>
    <p:sldId id="262" r:id="rId6"/>
    <p:sldId id="263" r:id="rId7"/>
    <p:sldId id="265" r:id="rId8"/>
    <p:sldId id="266" r:id="rId9"/>
    <p:sldId id="267" r:id="rId10"/>
    <p:sldId id="294" r:id="rId11"/>
    <p:sldId id="270" r:id="rId12"/>
    <p:sldId id="297" r:id="rId13"/>
    <p:sldId id="298" r:id="rId14"/>
    <p:sldId id="302" r:id="rId15"/>
    <p:sldId id="301" r:id="rId16"/>
    <p:sldId id="303" r:id="rId17"/>
    <p:sldId id="309" r:id="rId18"/>
    <p:sldId id="310" r:id="rId19"/>
    <p:sldId id="308" r:id="rId20"/>
    <p:sldId id="311" r:id="rId21"/>
    <p:sldId id="320" r:id="rId22"/>
    <p:sldId id="313" r:id="rId23"/>
    <p:sldId id="299" r:id="rId24"/>
    <p:sldId id="304" r:id="rId25"/>
    <p:sldId id="305" r:id="rId26"/>
    <p:sldId id="307" r:id="rId27"/>
    <p:sldId id="306" r:id="rId28"/>
    <p:sldId id="259" r:id="rId29"/>
    <p:sldId id="278" r:id="rId30"/>
    <p:sldId id="321" r:id="rId31"/>
    <p:sldId id="314" r:id="rId32"/>
    <p:sldId id="315" r:id="rId33"/>
    <p:sldId id="316" r:id="rId34"/>
    <p:sldId id="317" r:id="rId35"/>
    <p:sldId id="318" r:id="rId36"/>
    <p:sldId id="319" r:id="rId37"/>
    <p:sldId id="293" r:id="rId38"/>
  </p:sldIdLst>
  <p:sldSz cx="12192000" cy="6858000"/>
  <p:notesSz cx="6858000" cy="9144000"/>
  <p:embeddedFontLst>
    <p:embeddedFont>
      <p:font typeface="Consolas" panose="020B0609020204030204" pitchFamily="49" charset="0"/>
      <p:regular r:id="rId39"/>
      <p:bold r:id="rId40"/>
      <p:italic r:id="rId41"/>
      <p:boldItalic r:id="rId42"/>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FD5"/>
    <a:srgbClr val="E8E8EB"/>
    <a:srgbClr val="CFCD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33" autoAdjust="0"/>
    <p:restoredTop sz="94641" autoAdjust="0"/>
  </p:normalViewPr>
  <p:slideViewPr>
    <p:cSldViewPr snapToGrid="0">
      <p:cViewPr varScale="1">
        <p:scale>
          <a:sx n="75" d="100"/>
          <a:sy n="75" d="100"/>
        </p:scale>
        <p:origin x="94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2.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t van Eijkelenburg" userId="32564be6-3772-4f77-8099-aa7e4c72ca61" providerId="ADAL" clId="{1B344756-42FD-42D6-B3A7-6A1E5CBC710B}"/>
    <pc:docChg chg="undo redo custSel addSld delSld modSld sldOrd">
      <pc:chgData name="Bart van Eijkelenburg" userId="32564be6-3772-4f77-8099-aa7e4c72ca61" providerId="ADAL" clId="{1B344756-42FD-42D6-B3A7-6A1E5CBC710B}" dt="2025-06-04T21:54:08.007" v="4597" actId="20577"/>
      <pc:docMkLst>
        <pc:docMk/>
      </pc:docMkLst>
      <pc:sldChg chg="add del">
        <pc:chgData name="Bart van Eijkelenburg" userId="32564be6-3772-4f77-8099-aa7e4c72ca61" providerId="ADAL" clId="{1B344756-42FD-42D6-B3A7-6A1E5CBC710B}" dt="2025-06-04T21:49:34.555" v="4511"/>
        <pc:sldMkLst>
          <pc:docMk/>
          <pc:sldMk cId="510086092" sldId="259"/>
        </pc:sldMkLst>
      </pc:sldChg>
      <pc:sldChg chg="addSp delSp modSp add del mod ord delAnim modAnim">
        <pc:chgData name="Bart van Eijkelenburg" userId="32564be6-3772-4f77-8099-aa7e4c72ca61" providerId="ADAL" clId="{1B344756-42FD-42D6-B3A7-6A1E5CBC710B}" dt="2025-06-04T21:54:08.007" v="4597" actId="20577"/>
        <pc:sldMkLst>
          <pc:docMk/>
          <pc:sldMk cId="3788761929" sldId="259"/>
        </pc:sldMkLst>
        <pc:spChg chg="add mod">
          <ac:chgData name="Bart van Eijkelenburg" userId="32564be6-3772-4f77-8099-aa7e4c72ca61" providerId="ADAL" clId="{1B344756-42FD-42D6-B3A7-6A1E5CBC710B}" dt="2025-06-04T21:09:31.828" v="3664" actId="1035"/>
          <ac:spMkLst>
            <pc:docMk/>
            <pc:sldMk cId="3788761929" sldId="259"/>
            <ac:spMk id="3" creationId="{4A72E3F8-66D5-B840-C54E-80895AE1A8B7}"/>
          </ac:spMkLst>
        </pc:spChg>
        <pc:spChg chg="add del mod">
          <ac:chgData name="Bart van Eijkelenburg" userId="32564be6-3772-4f77-8099-aa7e4c72ca61" providerId="ADAL" clId="{1B344756-42FD-42D6-B3A7-6A1E5CBC710B}" dt="2025-06-04T21:08:05.863" v="3657" actId="1036"/>
          <ac:spMkLst>
            <pc:docMk/>
            <pc:sldMk cId="3788761929" sldId="259"/>
            <ac:spMk id="4" creationId="{FE731E11-6C5F-DB18-7F19-2C8DC459B599}"/>
          </ac:spMkLst>
        </pc:spChg>
        <pc:spChg chg="add mod">
          <ac:chgData name="Bart van Eijkelenburg" userId="32564be6-3772-4f77-8099-aa7e4c72ca61" providerId="ADAL" clId="{1B344756-42FD-42D6-B3A7-6A1E5CBC710B}" dt="2025-06-04T21:08:05.863" v="3657" actId="1036"/>
          <ac:spMkLst>
            <pc:docMk/>
            <pc:sldMk cId="3788761929" sldId="259"/>
            <ac:spMk id="6" creationId="{F21922AB-C74B-6AC8-D7E8-2FACD712A41C}"/>
          </ac:spMkLst>
        </pc:spChg>
        <pc:spChg chg="add mod">
          <ac:chgData name="Bart van Eijkelenburg" userId="32564be6-3772-4f77-8099-aa7e4c72ca61" providerId="ADAL" clId="{1B344756-42FD-42D6-B3A7-6A1E5CBC710B}" dt="2025-06-04T21:08:05.863" v="3657" actId="1036"/>
          <ac:spMkLst>
            <pc:docMk/>
            <pc:sldMk cId="3788761929" sldId="259"/>
            <ac:spMk id="7" creationId="{721A676F-090B-2B2E-A249-42FC05834716}"/>
          </ac:spMkLst>
        </pc:spChg>
        <pc:spChg chg="add mod">
          <ac:chgData name="Bart van Eijkelenburg" userId="32564be6-3772-4f77-8099-aa7e4c72ca61" providerId="ADAL" clId="{1B344756-42FD-42D6-B3A7-6A1E5CBC710B}" dt="2025-06-04T21:08:05.863" v="3657" actId="1036"/>
          <ac:spMkLst>
            <pc:docMk/>
            <pc:sldMk cId="3788761929" sldId="259"/>
            <ac:spMk id="8" creationId="{82760970-2469-17BA-6FAA-E8736F15A83F}"/>
          </ac:spMkLst>
        </pc:spChg>
        <pc:spChg chg="add mod">
          <ac:chgData name="Bart van Eijkelenburg" userId="32564be6-3772-4f77-8099-aa7e4c72ca61" providerId="ADAL" clId="{1B344756-42FD-42D6-B3A7-6A1E5CBC710B}" dt="2025-06-04T21:08:05.863" v="3657" actId="1036"/>
          <ac:spMkLst>
            <pc:docMk/>
            <pc:sldMk cId="3788761929" sldId="259"/>
            <ac:spMk id="9" creationId="{F566CF28-612D-BCAD-A4F1-B95BABDA710F}"/>
          </ac:spMkLst>
        </pc:spChg>
        <pc:spChg chg="add mod">
          <ac:chgData name="Bart van Eijkelenburg" userId="32564be6-3772-4f77-8099-aa7e4c72ca61" providerId="ADAL" clId="{1B344756-42FD-42D6-B3A7-6A1E5CBC710B}" dt="2025-06-04T21:08:05.863" v="3657" actId="1036"/>
          <ac:spMkLst>
            <pc:docMk/>
            <pc:sldMk cId="3788761929" sldId="259"/>
            <ac:spMk id="10" creationId="{C8075D32-1F36-5165-6F9E-BDCCA745B547}"/>
          </ac:spMkLst>
        </pc:spChg>
        <pc:spChg chg="mod">
          <ac:chgData name="Bart van Eijkelenburg" userId="32564be6-3772-4f77-8099-aa7e4c72ca61" providerId="ADAL" clId="{1B344756-42FD-42D6-B3A7-6A1E5CBC710B}" dt="2025-06-04T21:54:08.007" v="4597" actId="20577"/>
          <ac:spMkLst>
            <pc:docMk/>
            <pc:sldMk cId="3788761929" sldId="259"/>
            <ac:spMk id="11" creationId="{62A7AAC5-772E-41CE-B954-D2E04DFF1D44}"/>
          </ac:spMkLst>
        </pc:spChg>
        <pc:spChg chg="add mod">
          <ac:chgData name="Bart van Eijkelenburg" userId="32564be6-3772-4f77-8099-aa7e4c72ca61" providerId="ADAL" clId="{1B344756-42FD-42D6-B3A7-6A1E5CBC710B}" dt="2025-06-04T21:08:05.863" v="3657" actId="1036"/>
          <ac:spMkLst>
            <pc:docMk/>
            <pc:sldMk cId="3788761929" sldId="259"/>
            <ac:spMk id="20" creationId="{43263A18-1869-A860-FFCA-E824A7C647F1}"/>
          </ac:spMkLst>
        </pc:spChg>
        <pc:spChg chg="add mod">
          <ac:chgData name="Bart van Eijkelenburg" userId="32564be6-3772-4f77-8099-aa7e4c72ca61" providerId="ADAL" clId="{1B344756-42FD-42D6-B3A7-6A1E5CBC710B}" dt="2025-06-04T20:56:16.953" v="3079" actId="1076"/>
          <ac:spMkLst>
            <pc:docMk/>
            <pc:sldMk cId="3788761929" sldId="259"/>
            <ac:spMk id="32" creationId="{8E747318-A30E-D85A-CDCC-D831A74C5130}"/>
          </ac:spMkLst>
        </pc:spChg>
        <pc:spChg chg="add mod">
          <ac:chgData name="Bart van Eijkelenburg" userId="32564be6-3772-4f77-8099-aa7e4c72ca61" providerId="ADAL" clId="{1B344756-42FD-42D6-B3A7-6A1E5CBC710B}" dt="2025-06-04T21:08:05.863" v="3657" actId="1036"/>
          <ac:spMkLst>
            <pc:docMk/>
            <pc:sldMk cId="3788761929" sldId="259"/>
            <ac:spMk id="33" creationId="{02B010C4-91E7-84EA-76F9-D8DDE16C9EFF}"/>
          </ac:spMkLst>
        </pc:spChg>
        <pc:spChg chg="add mod">
          <ac:chgData name="Bart van Eijkelenburg" userId="32564be6-3772-4f77-8099-aa7e4c72ca61" providerId="ADAL" clId="{1B344756-42FD-42D6-B3A7-6A1E5CBC710B}" dt="2025-06-04T21:08:05.863" v="3657" actId="1036"/>
          <ac:spMkLst>
            <pc:docMk/>
            <pc:sldMk cId="3788761929" sldId="259"/>
            <ac:spMk id="34" creationId="{BEE5AA3D-3282-4873-36EA-B9E0BE15F2D9}"/>
          </ac:spMkLst>
        </pc:spChg>
        <pc:spChg chg="add mod">
          <ac:chgData name="Bart van Eijkelenburg" userId="32564be6-3772-4f77-8099-aa7e4c72ca61" providerId="ADAL" clId="{1B344756-42FD-42D6-B3A7-6A1E5CBC710B}" dt="2025-06-04T20:57:17.865" v="3098" actId="1037"/>
          <ac:spMkLst>
            <pc:docMk/>
            <pc:sldMk cId="3788761929" sldId="259"/>
            <ac:spMk id="35" creationId="{59F14021-F094-5F1F-0110-8E9B5A78835F}"/>
          </ac:spMkLst>
        </pc:spChg>
        <pc:spChg chg="add mod">
          <ac:chgData name="Bart van Eijkelenburg" userId="32564be6-3772-4f77-8099-aa7e4c72ca61" providerId="ADAL" clId="{1B344756-42FD-42D6-B3A7-6A1E5CBC710B}" dt="2025-06-04T20:57:25.113" v="3099" actId="1038"/>
          <ac:spMkLst>
            <pc:docMk/>
            <pc:sldMk cId="3788761929" sldId="259"/>
            <ac:spMk id="36" creationId="{D6BD6E9F-11DC-3580-7A99-5912946E407E}"/>
          </ac:spMkLst>
        </pc:spChg>
        <pc:spChg chg="add mod">
          <ac:chgData name="Bart van Eijkelenburg" userId="32564be6-3772-4f77-8099-aa7e4c72ca61" providerId="ADAL" clId="{1B344756-42FD-42D6-B3A7-6A1E5CBC710B}" dt="2025-06-04T21:08:05.863" v="3657" actId="1036"/>
          <ac:spMkLst>
            <pc:docMk/>
            <pc:sldMk cId="3788761929" sldId="259"/>
            <ac:spMk id="37" creationId="{678EB853-F3C3-4557-D463-4A8AF80256E4}"/>
          </ac:spMkLst>
        </pc:spChg>
        <pc:spChg chg="add mod">
          <ac:chgData name="Bart van Eijkelenburg" userId="32564be6-3772-4f77-8099-aa7e4c72ca61" providerId="ADAL" clId="{1B344756-42FD-42D6-B3A7-6A1E5CBC710B}" dt="2025-06-04T21:07:54.985" v="3654" actId="1036"/>
          <ac:spMkLst>
            <pc:docMk/>
            <pc:sldMk cId="3788761929" sldId="259"/>
            <ac:spMk id="38" creationId="{823CDBB5-E84B-CE61-19B2-825851ECA9C2}"/>
          </ac:spMkLst>
        </pc:spChg>
        <pc:spChg chg="mod">
          <ac:chgData name="Bart van Eijkelenburg" userId="32564be6-3772-4f77-8099-aa7e4c72ca61" providerId="ADAL" clId="{1B344756-42FD-42D6-B3A7-6A1E5CBC710B}" dt="2025-06-04T21:00:28.137" v="3240" actId="20577"/>
          <ac:spMkLst>
            <pc:docMk/>
            <pc:sldMk cId="3788761929" sldId="259"/>
            <ac:spMk id="40" creationId="{1386A57D-DFD8-37BF-F73B-077695F689A2}"/>
          </ac:spMkLst>
        </pc:spChg>
        <pc:spChg chg="mod">
          <ac:chgData name="Bart van Eijkelenburg" userId="32564be6-3772-4f77-8099-aa7e4c72ca61" providerId="ADAL" clId="{1B344756-42FD-42D6-B3A7-6A1E5CBC710B}" dt="2025-06-04T20:58:36.786" v="3116"/>
          <ac:spMkLst>
            <pc:docMk/>
            <pc:sldMk cId="3788761929" sldId="259"/>
            <ac:spMk id="41" creationId="{A8CB9138-DCBF-CB76-906C-AA53776E14CB}"/>
          </ac:spMkLst>
        </pc:spChg>
        <pc:spChg chg="add mod">
          <ac:chgData name="Bart van Eijkelenburg" userId="32564be6-3772-4f77-8099-aa7e4c72ca61" providerId="ADAL" clId="{1B344756-42FD-42D6-B3A7-6A1E5CBC710B}" dt="2025-06-04T21:16:59.861" v="3727" actId="20577"/>
          <ac:spMkLst>
            <pc:docMk/>
            <pc:sldMk cId="3788761929" sldId="259"/>
            <ac:spMk id="42" creationId="{336CC01A-9715-DF30-4688-36499FD2BF79}"/>
          </ac:spMkLst>
        </pc:spChg>
        <pc:grpChg chg="add mod">
          <ac:chgData name="Bart van Eijkelenburg" userId="32564be6-3772-4f77-8099-aa7e4c72ca61" providerId="ADAL" clId="{1B344756-42FD-42D6-B3A7-6A1E5CBC710B}" dt="2025-06-04T21:07:54.985" v="3654" actId="1036"/>
          <ac:grpSpMkLst>
            <pc:docMk/>
            <pc:sldMk cId="3788761929" sldId="259"/>
            <ac:grpSpMk id="39" creationId="{E30C63BB-18E0-B547-8A95-6A9F0EBB012E}"/>
          </ac:grpSpMkLst>
        </pc:grpChg>
      </pc:sldChg>
      <pc:sldChg chg="addSp modSp mod modAnim">
        <pc:chgData name="Bart van Eijkelenburg" userId="32564be6-3772-4f77-8099-aa7e4c72ca61" providerId="ADAL" clId="{1B344756-42FD-42D6-B3A7-6A1E5CBC710B}" dt="2025-06-04T15:01:34.308" v="481"/>
        <pc:sldMkLst>
          <pc:docMk/>
          <pc:sldMk cId="3783870498" sldId="262"/>
        </pc:sldMkLst>
        <pc:spChg chg="mod ord">
          <ac:chgData name="Bart van Eijkelenburg" userId="32564be6-3772-4f77-8099-aa7e4c72ca61" providerId="ADAL" clId="{1B344756-42FD-42D6-B3A7-6A1E5CBC710B}" dt="2025-06-04T14:58:49.464" v="351" actId="167"/>
          <ac:spMkLst>
            <pc:docMk/>
            <pc:sldMk cId="3783870498" sldId="262"/>
            <ac:spMk id="2" creationId="{EBE3D986-AAE1-AD5F-049B-5156A7943D20}"/>
          </ac:spMkLst>
        </pc:spChg>
        <pc:spChg chg="mod ord">
          <ac:chgData name="Bart van Eijkelenburg" userId="32564be6-3772-4f77-8099-aa7e4c72ca61" providerId="ADAL" clId="{1B344756-42FD-42D6-B3A7-6A1E5CBC710B}" dt="2025-06-04T14:58:49.464" v="351" actId="167"/>
          <ac:spMkLst>
            <pc:docMk/>
            <pc:sldMk cId="3783870498" sldId="262"/>
            <ac:spMk id="6" creationId="{F011F0C2-E56B-6C62-9FF3-D18D302B1AE5}"/>
          </ac:spMkLst>
        </pc:spChg>
        <pc:spChg chg="mod ord">
          <ac:chgData name="Bart van Eijkelenburg" userId="32564be6-3772-4f77-8099-aa7e4c72ca61" providerId="ADAL" clId="{1B344756-42FD-42D6-B3A7-6A1E5CBC710B}" dt="2025-06-04T14:58:49.464" v="351" actId="167"/>
          <ac:spMkLst>
            <pc:docMk/>
            <pc:sldMk cId="3783870498" sldId="262"/>
            <ac:spMk id="8" creationId="{12152F51-026D-3701-D3B8-8AA2ABFE0500}"/>
          </ac:spMkLst>
        </pc:spChg>
        <pc:spChg chg="mod">
          <ac:chgData name="Bart van Eijkelenburg" userId="32564be6-3772-4f77-8099-aa7e4c72ca61" providerId="ADAL" clId="{1B344756-42FD-42D6-B3A7-6A1E5CBC710B}" dt="2025-06-04T15:01:27.598" v="479" actId="20577"/>
          <ac:spMkLst>
            <pc:docMk/>
            <pc:sldMk cId="3783870498" sldId="262"/>
            <ac:spMk id="10" creationId="{0254CF89-CFE2-9EC9-65A9-EE55A324C6AE}"/>
          </ac:spMkLst>
        </pc:spChg>
        <pc:picChg chg="mod ord">
          <ac:chgData name="Bart van Eijkelenburg" userId="32564be6-3772-4f77-8099-aa7e4c72ca61" providerId="ADAL" clId="{1B344756-42FD-42D6-B3A7-6A1E5CBC710B}" dt="2025-06-04T14:58:49.464" v="351" actId="167"/>
          <ac:picMkLst>
            <pc:docMk/>
            <pc:sldMk cId="3783870498" sldId="262"/>
            <ac:picMk id="3" creationId="{4CE7AAB6-6B82-64B7-542D-C1F87BF6D392}"/>
          </ac:picMkLst>
        </pc:picChg>
        <pc:picChg chg="mod ord">
          <ac:chgData name="Bart van Eijkelenburg" userId="32564be6-3772-4f77-8099-aa7e4c72ca61" providerId="ADAL" clId="{1B344756-42FD-42D6-B3A7-6A1E5CBC710B}" dt="2025-06-04T14:58:49.464" v="351" actId="167"/>
          <ac:picMkLst>
            <pc:docMk/>
            <pc:sldMk cId="3783870498" sldId="262"/>
            <ac:picMk id="7" creationId="{238732C6-4992-FC33-7D60-1622CE6BFA5E}"/>
          </ac:picMkLst>
        </pc:picChg>
        <pc:picChg chg="mod ord">
          <ac:chgData name="Bart van Eijkelenburg" userId="32564be6-3772-4f77-8099-aa7e4c72ca61" providerId="ADAL" clId="{1B344756-42FD-42D6-B3A7-6A1E5CBC710B}" dt="2025-06-04T14:58:49.464" v="351" actId="167"/>
          <ac:picMkLst>
            <pc:docMk/>
            <pc:sldMk cId="3783870498" sldId="262"/>
            <ac:picMk id="9" creationId="{11D3A366-CC9E-5C79-BB0C-1AA1EC862308}"/>
          </ac:picMkLst>
        </pc:picChg>
        <pc:picChg chg="mod ord">
          <ac:chgData name="Bart van Eijkelenburg" userId="32564be6-3772-4f77-8099-aa7e4c72ca61" providerId="ADAL" clId="{1B344756-42FD-42D6-B3A7-6A1E5CBC710B}" dt="2025-06-04T15:01:25.807" v="478" actId="1076"/>
          <ac:picMkLst>
            <pc:docMk/>
            <pc:sldMk cId="3783870498" sldId="262"/>
            <ac:picMk id="11" creationId="{9CB69047-647A-CF6A-34D2-715D2FE9C13A}"/>
          </ac:picMkLst>
        </pc:picChg>
      </pc:sldChg>
      <pc:sldChg chg="modSp mod">
        <pc:chgData name="Bart van Eijkelenburg" userId="32564be6-3772-4f77-8099-aa7e4c72ca61" providerId="ADAL" clId="{1B344756-42FD-42D6-B3A7-6A1E5CBC710B}" dt="2025-06-04T15:02:53.288" v="509" actId="20577"/>
        <pc:sldMkLst>
          <pc:docMk/>
          <pc:sldMk cId="2792322323" sldId="263"/>
        </pc:sldMkLst>
        <pc:spChg chg="mod">
          <ac:chgData name="Bart van Eijkelenburg" userId="32564be6-3772-4f77-8099-aa7e4c72ca61" providerId="ADAL" clId="{1B344756-42FD-42D6-B3A7-6A1E5CBC710B}" dt="2025-06-04T15:02:53.288" v="509" actId="20577"/>
          <ac:spMkLst>
            <pc:docMk/>
            <pc:sldMk cId="2792322323" sldId="263"/>
            <ac:spMk id="8" creationId="{1A604981-BBE3-404F-A5DB-4F0D468E9C04}"/>
          </ac:spMkLst>
        </pc:spChg>
      </pc:sldChg>
      <pc:sldChg chg="addSp delSp modSp mod">
        <pc:chgData name="Bart van Eijkelenburg" userId="32564be6-3772-4f77-8099-aa7e4c72ca61" providerId="ADAL" clId="{1B344756-42FD-42D6-B3A7-6A1E5CBC710B}" dt="2025-06-04T15:10:51.028" v="837" actId="20577"/>
        <pc:sldMkLst>
          <pc:docMk/>
          <pc:sldMk cId="3942352523" sldId="266"/>
        </pc:sldMkLst>
        <pc:spChg chg="mod">
          <ac:chgData name="Bart van Eijkelenburg" userId="32564be6-3772-4f77-8099-aa7e4c72ca61" providerId="ADAL" clId="{1B344756-42FD-42D6-B3A7-6A1E5CBC710B}" dt="2025-06-04T15:10:51.028" v="837" actId="20577"/>
          <ac:spMkLst>
            <pc:docMk/>
            <pc:sldMk cId="3942352523" sldId="266"/>
            <ac:spMk id="4" creationId="{B05C555D-77D8-491B-BDBE-BBBA11DB07F8}"/>
          </ac:spMkLst>
        </pc:spChg>
        <pc:picChg chg="add mod modCrop">
          <ac:chgData name="Bart van Eijkelenburg" userId="32564be6-3772-4f77-8099-aa7e4c72ca61" providerId="ADAL" clId="{1B344756-42FD-42D6-B3A7-6A1E5CBC710B}" dt="2025-06-04T15:09:56.421" v="755" actId="1076"/>
          <ac:picMkLst>
            <pc:docMk/>
            <pc:sldMk cId="3942352523" sldId="266"/>
            <ac:picMk id="3" creationId="{0C36999D-CEB7-B420-3319-F8CB5EFE33B8}"/>
          </ac:picMkLst>
        </pc:picChg>
      </pc:sldChg>
      <pc:sldChg chg="del">
        <pc:chgData name="Bart van Eijkelenburg" userId="32564be6-3772-4f77-8099-aa7e4c72ca61" providerId="ADAL" clId="{1B344756-42FD-42D6-B3A7-6A1E5CBC710B}" dt="2025-06-04T20:43:02.891" v="2734" actId="2696"/>
        <pc:sldMkLst>
          <pc:docMk/>
          <pc:sldMk cId="2554031425" sldId="271"/>
        </pc:sldMkLst>
      </pc:sldChg>
      <pc:sldChg chg="del">
        <pc:chgData name="Bart van Eijkelenburg" userId="32564be6-3772-4f77-8099-aa7e4c72ca61" providerId="ADAL" clId="{1B344756-42FD-42D6-B3A7-6A1E5CBC710B}" dt="2025-06-04T20:43:21.476" v="2735" actId="2696"/>
        <pc:sldMkLst>
          <pc:docMk/>
          <pc:sldMk cId="2583836537" sldId="272"/>
        </pc:sldMkLst>
      </pc:sldChg>
      <pc:sldChg chg="del">
        <pc:chgData name="Bart van Eijkelenburg" userId="32564be6-3772-4f77-8099-aa7e4c72ca61" providerId="ADAL" clId="{1B344756-42FD-42D6-B3A7-6A1E5CBC710B}" dt="2025-06-04T20:43:25.279" v="2736" actId="2696"/>
        <pc:sldMkLst>
          <pc:docMk/>
          <pc:sldMk cId="4002567013" sldId="273"/>
        </pc:sldMkLst>
      </pc:sldChg>
      <pc:sldChg chg="del">
        <pc:chgData name="Bart van Eijkelenburg" userId="32564be6-3772-4f77-8099-aa7e4c72ca61" providerId="ADAL" clId="{1B344756-42FD-42D6-B3A7-6A1E5CBC710B}" dt="2025-06-04T20:43:32.458" v="2737" actId="2696"/>
        <pc:sldMkLst>
          <pc:docMk/>
          <pc:sldMk cId="1706713529" sldId="274"/>
        </pc:sldMkLst>
      </pc:sldChg>
      <pc:sldChg chg="del">
        <pc:chgData name="Bart van Eijkelenburg" userId="32564be6-3772-4f77-8099-aa7e4c72ca61" providerId="ADAL" clId="{1B344756-42FD-42D6-B3A7-6A1E5CBC710B}" dt="2025-06-04T20:43:37.418" v="2738" actId="2696"/>
        <pc:sldMkLst>
          <pc:docMk/>
          <pc:sldMk cId="1214143607" sldId="275"/>
        </pc:sldMkLst>
      </pc:sldChg>
      <pc:sldChg chg="del">
        <pc:chgData name="Bart van Eijkelenburg" userId="32564be6-3772-4f77-8099-aa7e4c72ca61" providerId="ADAL" clId="{1B344756-42FD-42D6-B3A7-6A1E5CBC710B}" dt="2025-06-04T21:18:19.879" v="3732" actId="2696"/>
        <pc:sldMkLst>
          <pc:docMk/>
          <pc:sldMk cId="911812516" sldId="276"/>
        </pc:sldMkLst>
      </pc:sldChg>
      <pc:sldChg chg="del">
        <pc:chgData name="Bart van Eijkelenburg" userId="32564be6-3772-4f77-8099-aa7e4c72ca61" providerId="ADAL" clId="{1B344756-42FD-42D6-B3A7-6A1E5CBC710B}" dt="2025-06-04T21:18:11.401" v="3731" actId="2696"/>
        <pc:sldMkLst>
          <pc:docMk/>
          <pc:sldMk cId="2134175344" sldId="277"/>
        </pc:sldMkLst>
      </pc:sldChg>
      <pc:sldChg chg="modSp mod ord">
        <pc:chgData name="Bart van Eijkelenburg" userId="32564be6-3772-4f77-8099-aa7e4c72ca61" providerId="ADAL" clId="{1B344756-42FD-42D6-B3A7-6A1E5CBC710B}" dt="2025-06-04T21:40:15.493" v="4508"/>
        <pc:sldMkLst>
          <pc:docMk/>
          <pc:sldMk cId="1233826870" sldId="278"/>
        </pc:sldMkLst>
        <pc:spChg chg="mod">
          <ac:chgData name="Bart van Eijkelenburg" userId="32564be6-3772-4f77-8099-aa7e4c72ca61" providerId="ADAL" clId="{1B344756-42FD-42D6-B3A7-6A1E5CBC710B}" dt="2025-06-04T21:19:19.337" v="3750" actId="20577"/>
          <ac:spMkLst>
            <pc:docMk/>
            <pc:sldMk cId="1233826870" sldId="278"/>
            <ac:spMk id="6" creationId="{F5DF0740-4342-42AE-8AB1-C51106EF7091}"/>
          </ac:spMkLst>
        </pc:spChg>
        <pc:spChg chg="mod">
          <ac:chgData name="Bart van Eijkelenburg" userId="32564be6-3772-4f77-8099-aa7e4c72ca61" providerId="ADAL" clId="{1B344756-42FD-42D6-B3A7-6A1E5CBC710B}" dt="2025-06-04T21:30:47.243" v="4390" actId="1076"/>
          <ac:spMkLst>
            <pc:docMk/>
            <pc:sldMk cId="1233826870" sldId="278"/>
            <ac:spMk id="7" creationId="{D21C5E54-56E4-4592-BD87-BCC953D9E789}"/>
          </ac:spMkLst>
        </pc:spChg>
        <pc:spChg chg="mod">
          <ac:chgData name="Bart van Eijkelenburg" userId="32564be6-3772-4f77-8099-aa7e4c72ca61" providerId="ADAL" clId="{1B344756-42FD-42D6-B3A7-6A1E5CBC710B}" dt="2025-06-04T21:39:13.788" v="4506" actId="20577"/>
          <ac:spMkLst>
            <pc:docMk/>
            <pc:sldMk cId="1233826870" sldId="278"/>
            <ac:spMk id="8" creationId="{DE7DBE17-5F34-4A24-B2AB-2F6585B0BDC6}"/>
          </ac:spMkLst>
        </pc:spChg>
        <pc:spChg chg="mod">
          <ac:chgData name="Bart van Eijkelenburg" userId="32564be6-3772-4f77-8099-aa7e4c72ca61" providerId="ADAL" clId="{1B344756-42FD-42D6-B3A7-6A1E5CBC710B}" dt="2025-06-04T21:30:47.243" v="4390" actId="1076"/>
          <ac:spMkLst>
            <pc:docMk/>
            <pc:sldMk cId="1233826870" sldId="278"/>
            <ac:spMk id="9" creationId="{FB9AD015-575A-4F81-ADEE-21A1142B92D8}"/>
          </ac:spMkLst>
        </pc:spChg>
      </pc:sldChg>
      <pc:sldChg chg="del">
        <pc:chgData name="Bart van Eijkelenburg" userId="32564be6-3772-4f77-8099-aa7e4c72ca61" providerId="ADAL" clId="{1B344756-42FD-42D6-B3A7-6A1E5CBC710B}" dt="2025-06-04T21:17:54.121" v="3730" actId="2696"/>
        <pc:sldMkLst>
          <pc:docMk/>
          <pc:sldMk cId="1238213427" sldId="279"/>
        </pc:sldMkLst>
      </pc:sldChg>
      <pc:sldChg chg="del">
        <pc:chgData name="Bart van Eijkelenburg" userId="32564be6-3772-4f77-8099-aa7e4c72ca61" providerId="ADAL" clId="{1B344756-42FD-42D6-B3A7-6A1E5CBC710B}" dt="2025-06-04T21:17:45.661" v="3729" actId="2696"/>
        <pc:sldMkLst>
          <pc:docMk/>
          <pc:sldMk cId="2157020999" sldId="280"/>
        </pc:sldMkLst>
      </pc:sldChg>
      <pc:sldChg chg="modSp del mod ord">
        <pc:chgData name="Bart van Eijkelenburg" userId="32564be6-3772-4f77-8099-aa7e4c72ca61" providerId="ADAL" clId="{1B344756-42FD-42D6-B3A7-6A1E5CBC710B}" dt="2025-06-04T21:32:07.103" v="4470" actId="2696"/>
        <pc:sldMkLst>
          <pc:docMk/>
          <pc:sldMk cId="1132714078" sldId="281"/>
        </pc:sldMkLst>
      </pc:sldChg>
      <pc:sldChg chg="del">
        <pc:chgData name="Bart van Eijkelenburg" userId="32564be6-3772-4f77-8099-aa7e4c72ca61" providerId="ADAL" clId="{1B344756-42FD-42D6-B3A7-6A1E5CBC710B}" dt="2025-06-04T20:39:49.374" v="2732" actId="2696"/>
        <pc:sldMkLst>
          <pc:docMk/>
          <pc:sldMk cId="298334430" sldId="285"/>
        </pc:sldMkLst>
      </pc:sldChg>
      <pc:sldChg chg="del">
        <pc:chgData name="Bart van Eijkelenburg" userId="32564be6-3772-4f77-8099-aa7e4c72ca61" providerId="ADAL" clId="{1B344756-42FD-42D6-B3A7-6A1E5CBC710B}" dt="2025-06-04T20:38:38.599" v="2731" actId="2696"/>
        <pc:sldMkLst>
          <pc:docMk/>
          <pc:sldMk cId="1197353073" sldId="286"/>
        </pc:sldMkLst>
      </pc:sldChg>
      <pc:sldChg chg="del">
        <pc:chgData name="Bart van Eijkelenburg" userId="32564be6-3772-4f77-8099-aa7e4c72ca61" providerId="ADAL" clId="{1B344756-42FD-42D6-B3A7-6A1E5CBC710B}" dt="2025-06-04T20:38:25.656" v="2730" actId="2696"/>
        <pc:sldMkLst>
          <pc:docMk/>
          <pc:sldMk cId="1946331427" sldId="287"/>
        </pc:sldMkLst>
      </pc:sldChg>
      <pc:sldChg chg="del">
        <pc:chgData name="Bart van Eijkelenburg" userId="32564be6-3772-4f77-8099-aa7e4c72ca61" providerId="ADAL" clId="{1B344756-42FD-42D6-B3A7-6A1E5CBC710B}" dt="2025-06-04T20:37:38.608" v="2729" actId="2696"/>
        <pc:sldMkLst>
          <pc:docMk/>
          <pc:sldMk cId="4004536875" sldId="288"/>
        </pc:sldMkLst>
      </pc:sldChg>
      <pc:sldChg chg="del">
        <pc:chgData name="Bart van Eijkelenburg" userId="32564be6-3772-4f77-8099-aa7e4c72ca61" providerId="ADAL" clId="{1B344756-42FD-42D6-B3A7-6A1E5CBC710B}" dt="2025-06-04T20:37:33.251" v="2728" actId="2696"/>
        <pc:sldMkLst>
          <pc:docMk/>
          <pc:sldMk cId="2366087477" sldId="289"/>
        </pc:sldMkLst>
      </pc:sldChg>
      <pc:sldChg chg="del">
        <pc:chgData name="Bart van Eijkelenburg" userId="32564be6-3772-4f77-8099-aa7e4c72ca61" providerId="ADAL" clId="{1B344756-42FD-42D6-B3A7-6A1E5CBC710B}" dt="2025-06-04T20:37:24.369" v="2727" actId="2696"/>
        <pc:sldMkLst>
          <pc:docMk/>
          <pc:sldMk cId="1549131463" sldId="291"/>
        </pc:sldMkLst>
      </pc:sldChg>
      <pc:sldChg chg="del">
        <pc:chgData name="Bart van Eijkelenburg" userId="32564be6-3772-4f77-8099-aa7e4c72ca61" providerId="ADAL" clId="{1B344756-42FD-42D6-B3A7-6A1E5CBC710B}" dt="2025-06-04T20:37:19.475" v="2726" actId="2696"/>
        <pc:sldMkLst>
          <pc:docMk/>
          <pc:sldMk cId="424469273" sldId="292"/>
        </pc:sldMkLst>
      </pc:sldChg>
      <pc:sldChg chg="addSp modSp mod">
        <pc:chgData name="Bart van Eijkelenburg" userId="32564be6-3772-4f77-8099-aa7e4c72ca61" providerId="ADAL" clId="{1B344756-42FD-42D6-B3A7-6A1E5CBC710B}" dt="2025-06-04T14:49:04.459" v="267" actId="14100"/>
        <pc:sldMkLst>
          <pc:docMk/>
          <pc:sldMk cId="1324152304" sldId="293"/>
        </pc:sldMkLst>
        <pc:spChg chg="mod">
          <ac:chgData name="Bart van Eijkelenburg" userId="32564be6-3772-4f77-8099-aa7e4c72ca61" providerId="ADAL" clId="{1B344756-42FD-42D6-B3A7-6A1E5CBC710B}" dt="2025-06-04T14:49:04.459" v="267" actId="14100"/>
          <ac:spMkLst>
            <pc:docMk/>
            <pc:sldMk cId="1324152304" sldId="293"/>
            <ac:spMk id="4" creationId="{F894AEEB-266C-4D74-BBEE-1BF49F1596FF}"/>
          </ac:spMkLst>
        </pc:spChg>
        <pc:spChg chg="mod">
          <ac:chgData name="Bart van Eijkelenburg" userId="32564be6-3772-4f77-8099-aa7e4c72ca61" providerId="ADAL" clId="{1B344756-42FD-42D6-B3A7-6A1E5CBC710B}" dt="2025-06-04T14:48:12.689" v="256"/>
          <ac:spMkLst>
            <pc:docMk/>
            <pc:sldMk cId="1324152304" sldId="293"/>
            <ac:spMk id="5" creationId="{B2B9EAFB-4588-4AEE-920A-6D9E8F393F07}"/>
          </ac:spMkLst>
        </pc:spChg>
      </pc:sldChg>
      <pc:sldChg chg="modSp mod">
        <pc:chgData name="Bart van Eijkelenburg" userId="32564be6-3772-4f77-8099-aa7e4c72ca61" providerId="ADAL" clId="{1B344756-42FD-42D6-B3A7-6A1E5CBC710B}" dt="2025-05-26T08:40:12.085" v="17" actId="20577"/>
        <pc:sldMkLst>
          <pc:docMk/>
          <pc:sldMk cId="2773672127" sldId="294"/>
        </pc:sldMkLst>
        <pc:spChg chg="mod">
          <ac:chgData name="Bart van Eijkelenburg" userId="32564be6-3772-4f77-8099-aa7e4c72ca61" providerId="ADAL" clId="{1B344756-42FD-42D6-B3A7-6A1E5CBC710B}" dt="2025-05-26T08:40:12.085" v="17" actId="20577"/>
          <ac:spMkLst>
            <pc:docMk/>
            <pc:sldMk cId="2773672127" sldId="294"/>
            <ac:spMk id="8" creationId="{6D488BBA-0918-4446-BFC1-931ED48E0441}"/>
          </ac:spMkLst>
        </pc:spChg>
      </pc:sldChg>
      <pc:sldChg chg="del">
        <pc:chgData name="Bart van Eijkelenburg" userId="32564be6-3772-4f77-8099-aa7e4c72ca61" providerId="ADAL" clId="{1B344756-42FD-42D6-B3A7-6A1E5CBC710B}" dt="2025-06-04T20:42:23.670" v="2733" actId="2696"/>
        <pc:sldMkLst>
          <pc:docMk/>
          <pc:sldMk cId="145472402" sldId="295"/>
        </pc:sldMkLst>
      </pc:sldChg>
      <pc:sldChg chg="modSp mod modAnim">
        <pc:chgData name="Bart van Eijkelenburg" userId="32564be6-3772-4f77-8099-aa7e4c72ca61" providerId="ADAL" clId="{1B344756-42FD-42D6-B3A7-6A1E5CBC710B}" dt="2025-06-04T21:21:36.604" v="3787" actId="20577"/>
        <pc:sldMkLst>
          <pc:docMk/>
          <pc:sldMk cId="2501505670" sldId="297"/>
        </pc:sldMkLst>
        <pc:spChg chg="mod">
          <ac:chgData name="Bart van Eijkelenburg" userId="32564be6-3772-4f77-8099-aa7e4c72ca61" providerId="ADAL" clId="{1B344756-42FD-42D6-B3A7-6A1E5CBC710B}" dt="2025-06-04T21:21:36.604" v="3787" actId="20577"/>
          <ac:spMkLst>
            <pc:docMk/>
            <pc:sldMk cId="2501505670" sldId="297"/>
            <ac:spMk id="27" creationId="{13CAAB02-CF6C-6084-E565-643B230E582F}"/>
          </ac:spMkLst>
        </pc:spChg>
      </pc:sldChg>
      <pc:sldChg chg="ord">
        <pc:chgData name="Bart van Eijkelenburg" userId="32564be6-3772-4f77-8099-aa7e4c72ca61" providerId="ADAL" clId="{1B344756-42FD-42D6-B3A7-6A1E5CBC710B}" dt="2025-06-04T21:14:44.315" v="3670" actId="20578"/>
        <pc:sldMkLst>
          <pc:docMk/>
          <pc:sldMk cId="1007335709" sldId="302"/>
        </pc:sldMkLst>
      </pc:sldChg>
      <pc:sldChg chg="add del ord">
        <pc:chgData name="Bart van Eijkelenburg" userId="32564be6-3772-4f77-8099-aa7e4c72ca61" providerId="ADAL" clId="{1B344756-42FD-42D6-B3A7-6A1E5CBC710B}" dt="2025-06-04T21:52:33.775" v="4553"/>
        <pc:sldMkLst>
          <pc:docMk/>
          <pc:sldMk cId="1006500259" sldId="303"/>
        </pc:sldMkLst>
      </pc:sldChg>
      <pc:sldChg chg="add del">
        <pc:chgData name="Bart van Eijkelenburg" userId="32564be6-3772-4f77-8099-aa7e4c72ca61" providerId="ADAL" clId="{1B344756-42FD-42D6-B3A7-6A1E5CBC710B}" dt="2025-06-04T21:49:34.555" v="4511"/>
        <pc:sldMkLst>
          <pc:docMk/>
          <pc:sldMk cId="3915672790" sldId="303"/>
        </pc:sldMkLst>
      </pc:sldChg>
      <pc:sldChg chg="modSp mod">
        <pc:chgData name="Bart van Eijkelenburg" userId="32564be6-3772-4f77-8099-aa7e4c72ca61" providerId="ADAL" clId="{1B344756-42FD-42D6-B3A7-6A1E5CBC710B}" dt="2025-06-04T20:09:19.460" v="1939" actId="1037"/>
        <pc:sldMkLst>
          <pc:docMk/>
          <pc:sldMk cId="3858060467" sldId="306"/>
        </pc:sldMkLst>
        <pc:spChg chg="mod">
          <ac:chgData name="Bart van Eijkelenburg" userId="32564be6-3772-4f77-8099-aa7e4c72ca61" providerId="ADAL" clId="{1B344756-42FD-42D6-B3A7-6A1E5CBC710B}" dt="2025-06-04T20:09:19.460" v="1939" actId="1037"/>
          <ac:spMkLst>
            <pc:docMk/>
            <pc:sldMk cId="3858060467" sldId="306"/>
            <ac:spMk id="2" creationId="{EF8A3534-71B1-B11A-7E13-B3F9EBC42025}"/>
          </ac:spMkLst>
        </pc:spChg>
      </pc:sldChg>
      <pc:sldChg chg="addSp modSp mod ord modAnim">
        <pc:chgData name="Bart van Eijkelenburg" userId="32564be6-3772-4f77-8099-aa7e4c72ca61" providerId="ADAL" clId="{1B344756-42FD-42D6-B3A7-6A1E5CBC710B}" dt="2025-06-04T21:15:27.452" v="3672"/>
        <pc:sldMkLst>
          <pc:docMk/>
          <pc:sldMk cId="2360995372" sldId="309"/>
        </pc:sldMkLst>
        <pc:spChg chg="add mod">
          <ac:chgData name="Bart van Eijkelenburg" userId="32564be6-3772-4f77-8099-aa7e4c72ca61" providerId="ADAL" clId="{1B344756-42FD-42D6-B3A7-6A1E5CBC710B}" dt="2025-05-27T08:57:17.843" v="252" actId="1076"/>
          <ac:spMkLst>
            <pc:docMk/>
            <pc:sldMk cId="2360995372" sldId="309"/>
            <ac:spMk id="2" creationId="{FF1D25F7-17FA-EC15-EED5-E687A90C041E}"/>
          </ac:spMkLst>
        </pc:spChg>
        <pc:spChg chg="mod">
          <ac:chgData name="Bart van Eijkelenburg" userId="32564be6-3772-4f77-8099-aa7e4c72ca61" providerId="ADAL" clId="{1B344756-42FD-42D6-B3A7-6A1E5CBC710B}" dt="2025-06-04T20:49:14.513" v="2833" actId="20577"/>
          <ac:spMkLst>
            <pc:docMk/>
            <pc:sldMk cId="2360995372" sldId="309"/>
            <ac:spMk id="7" creationId="{074498A8-349D-8D43-FB97-1D7819432BD1}"/>
          </ac:spMkLst>
        </pc:spChg>
      </pc:sldChg>
      <pc:sldChg chg="delSp modSp del mod">
        <pc:chgData name="Bart van Eijkelenburg" userId="32564be6-3772-4f77-8099-aa7e4c72ca61" providerId="ADAL" clId="{1B344756-42FD-42D6-B3A7-6A1E5CBC710B}" dt="2025-05-27T08:56:05.815" v="118" actId="2696"/>
        <pc:sldMkLst>
          <pc:docMk/>
          <pc:sldMk cId="2572214734" sldId="312"/>
        </pc:sldMkLst>
      </pc:sldChg>
      <pc:sldChg chg="addSp delSp modSp mod modAnim">
        <pc:chgData name="Bart van Eijkelenburg" userId="32564be6-3772-4f77-8099-aa7e4c72ca61" providerId="ADAL" clId="{1B344756-42FD-42D6-B3A7-6A1E5CBC710B}" dt="2025-06-04T20:04:27.196" v="1838"/>
        <pc:sldMkLst>
          <pc:docMk/>
          <pc:sldMk cId="2821780629" sldId="319"/>
        </pc:sldMkLst>
        <pc:spChg chg="add mod ord">
          <ac:chgData name="Bart van Eijkelenburg" userId="32564be6-3772-4f77-8099-aa7e4c72ca61" providerId="ADAL" clId="{1B344756-42FD-42D6-B3A7-6A1E5CBC710B}" dt="2025-06-04T20:04:05.542" v="1836" actId="13926"/>
          <ac:spMkLst>
            <pc:docMk/>
            <pc:sldMk cId="2821780629" sldId="319"/>
            <ac:spMk id="3" creationId="{28298FCF-0A90-02ED-A416-F27B750FE0DE}"/>
          </ac:spMkLst>
        </pc:spChg>
        <pc:spChg chg="mod">
          <ac:chgData name="Bart van Eijkelenburg" userId="32564be6-3772-4f77-8099-aa7e4c72ca61" providerId="ADAL" clId="{1B344756-42FD-42D6-B3A7-6A1E5CBC710B}" dt="2025-06-04T19:48:16.069" v="1507" actId="20577"/>
          <ac:spMkLst>
            <pc:docMk/>
            <pc:sldMk cId="2821780629" sldId="319"/>
            <ac:spMk id="7" creationId="{482B3E6B-5D4F-FEEA-ED80-81D2C2D9E228}"/>
          </ac:spMkLst>
        </pc:spChg>
        <pc:spChg chg="mod">
          <ac:chgData name="Bart van Eijkelenburg" userId="32564be6-3772-4f77-8099-aa7e4c72ca61" providerId="ADAL" clId="{1B344756-42FD-42D6-B3A7-6A1E5CBC710B}" dt="2025-06-04T19:47:25.701" v="1425"/>
          <ac:spMkLst>
            <pc:docMk/>
            <pc:sldMk cId="2821780629" sldId="319"/>
            <ac:spMk id="8" creationId="{F4C3B3C1-CB66-867E-4BA1-BF8BA2C0DA9D}"/>
          </ac:spMkLst>
        </pc:spChg>
        <pc:spChg chg="add mod">
          <ac:chgData name="Bart van Eijkelenburg" userId="32564be6-3772-4f77-8099-aa7e4c72ca61" providerId="ADAL" clId="{1B344756-42FD-42D6-B3A7-6A1E5CBC710B}" dt="2025-06-04T20:01:01.541" v="1794" actId="1076"/>
          <ac:spMkLst>
            <pc:docMk/>
            <pc:sldMk cId="2821780629" sldId="319"/>
            <ac:spMk id="9" creationId="{BEB68FF2-7A8D-4C8F-FE5E-6D14F29EC005}"/>
          </ac:spMkLst>
        </pc:spChg>
        <pc:spChg chg="add mod">
          <ac:chgData name="Bart van Eijkelenburg" userId="32564be6-3772-4f77-8099-aa7e4c72ca61" providerId="ADAL" clId="{1B344756-42FD-42D6-B3A7-6A1E5CBC710B}" dt="2025-06-04T20:03:30.141" v="1834" actId="947"/>
          <ac:spMkLst>
            <pc:docMk/>
            <pc:sldMk cId="2821780629" sldId="319"/>
            <ac:spMk id="10" creationId="{F39552CD-077F-E4A1-5C9D-11D02A63C3D6}"/>
          </ac:spMkLst>
        </pc:spChg>
        <pc:spChg chg="mod">
          <ac:chgData name="Bart van Eijkelenburg" userId="32564be6-3772-4f77-8099-aa7e4c72ca61" providerId="ADAL" clId="{1B344756-42FD-42D6-B3A7-6A1E5CBC710B}" dt="2025-06-04T20:02:45.070" v="1832" actId="20577"/>
          <ac:spMkLst>
            <pc:docMk/>
            <pc:sldMk cId="2821780629" sldId="319"/>
            <ac:spMk id="17" creationId="{AC4AE08C-199B-18DE-A244-68F0E404E3BE}"/>
          </ac:spMkLst>
        </pc:spChg>
        <pc:spChg chg="mod">
          <ac:chgData name="Bart van Eijkelenburg" userId="32564be6-3772-4f77-8099-aa7e4c72ca61" providerId="ADAL" clId="{1B344756-42FD-42D6-B3A7-6A1E5CBC710B}" dt="2025-06-04T20:01:32.481" v="1827" actId="20577"/>
          <ac:spMkLst>
            <pc:docMk/>
            <pc:sldMk cId="2821780629" sldId="319"/>
            <ac:spMk id="27" creationId="{C51A6E1F-09A6-E36F-C01D-32617EC57A79}"/>
          </ac:spMkLst>
        </pc:spChg>
        <pc:grpChg chg="add mod">
          <ac:chgData name="Bart van Eijkelenburg" userId="32564be6-3772-4f77-8099-aa7e4c72ca61" providerId="ADAL" clId="{1B344756-42FD-42D6-B3A7-6A1E5CBC710B}" dt="2025-06-04T19:59:05.174" v="1753" actId="1076"/>
          <ac:grpSpMkLst>
            <pc:docMk/>
            <pc:sldMk cId="2821780629" sldId="319"/>
            <ac:grpSpMk id="6" creationId="{880D7C29-8F33-6E14-9768-C93334C64B62}"/>
          </ac:grpSpMkLst>
        </pc:grpChg>
      </pc:sldChg>
      <pc:sldChg chg="add">
        <pc:chgData name="Bart van Eijkelenburg" userId="32564be6-3772-4f77-8099-aa7e4c72ca61" providerId="ADAL" clId="{1B344756-42FD-42D6-B3A7-6A1E5CBC710B}" dt="2025-05-27T08:53:09.663" v="33" actId="2890"/>
        <pc:sldMkLst>
          <pc:docMk/>
          <pc:sldMk cId="1770842946" sldId="320"/>
        </pc:sldMkLst>
      </pc:sldChg>
      <pc:sldChg chg="modSp add mod ord">
        <pc:chgData name="Bart van Eijkelenburg" userId="32564be6-3772-4f77-8099-aa7e4c72ca61" providerId="ADAL" clId="{1B344756-42FD-42D6-B3A7-6A1E5CBC710B}" dt="2025-06-04T21:05:23.264" v="3567"/>
        <pc:sldMkLst>
          <pc:docMk/>
          <pc:sldMk cId="406986748" sldId="321"/>
        </pc:sldMkLst>
        <pc:spChg chg="mod">
          <ac:chgData name="Bart van Eijkelenburg" userId="32564be6-3772-4f77-8099-aa7e4c72ca61" providerId="ADAL" clId="{1B344756-42FD-42D6-B3A7-6A1E5CBC710B}" dt="2025-06-04T21:04:01.334" v="3545"/>
          <ac:spMkLst>
            <pc:docMk/>
            <pc:sldMk cId="406986748" sldId="321"/>
            <ac:spMk id="11" creationId="{3B5BF263-54B0-99CE-0B87-404C42FF35CD}"/>
          </ac:spMkLst>
        </pc:spChg>
      </pc:sldChg>
      <pc:sldChg chg="add del ord">
        <pc:chgData name="Bart van Eijkelenburg" userId="32564be6-3772-4f77-8099-aa7e4c72ca61" providerId="ADAL" clId="{1B344756-42FD-42D6-B3A7-6A1E5CBC710B}" dt="2025-06-04T21:23:08.025" v="3788" actId="2696"/>
        <pc:sldMkLst>
          <pc:docMk/>
          <pc:sldMk cId="2859906267" sldId="322"/>
        </pc:sldMkLst>
      </pc:sldChg>
    </pc:docChg>
  </pc:docChgLst>
  <pc:docChgLst>
    <pc:chgData name="Bart van Eijkelenburg" userId="32564be6-3772-4f77-8099-aa7e4c72ca61" providerId="ADAL" clId="{E49E3E05-FF32-4F76-9602-3D3446236073}"/>
    <pc:docChg chg="undo custSel addSld delSld modSld">
      <pc:chgData name="Bart van Eijkelenburg" userId="32564be6-3772-4f77-8099-aa7e4c72ca61" providerId="ADAL" clId="{E49E3E05-FF32-4F76-9602-3D3446236073}" dt="2025-06-30T13:29:01.378" v="123" actId="2890"/>
      <pc:docMkLst>
        <pc:docMk/>
      </pc:docMkLst>
      <pc:sldChg chg="modSp mod">
        <pc:chgData name="Bart van Eijkelenburg" userId="32564be6-3772-4f77-8099-aa7e4c72ca61" providerId="ADAL" clId="{E49E3E05-FF32-4F76-9602-3D3446236073}" dt="2025-06-21T08:29:49.217" v="97" actId="6549"/>
        <pc:sldMkLst>
          <pc:docMk/>
          <pc:sldMk cId="3585901003" sldId="265"/>
        </pc:sldMkLst>
        <pc:graphicFrameChg chg="modGraphic">
          <ac:chgData name="Bart van Eijkelenburg" userId="32564be6-3772-4f77-8099-aa7e4c72ca61" providerId="ADAL" clId="{E49E3E05-FF32-4F76-9602-3D3446236073}" dt="2025-06-21T08:29:49.217" v="97" actId="6549"/>
          <ac:graphicFrameMkLst>
            <pc:docMk/>
            <pc:sldMk cId="3585901003" sldId="265"/>
            <ac:graphicFrameMk id="5" creationId="{81D12A23-03D2-4A45-A828-282A3CB04626}"/>
          </ac:graphicFrameMkLst>
        </pc:graphicFrameChg>
      </pc:sldChg>
      <pc:sldChg chg="modSp mod">
        <pc:chgData name="Bart van Eijkelenburg" userId="32564be6-3772-4f77-8099-aa7e4c72ca61" providerId="ADAL" clId="{E49E3E05-FF32-4F76-9602-3D3446236073}" dt="2025-06-23T23:33:56.604" v="119" actId="6549"/>
        <pc:sldMkLst>
          <pc:docMk/>
          <pc:sldMk cId="1324152304" sldId="293"/>
        </pc:sldMkLst>
        <pc:spChg chg="mod">
          <ac:chgData name="Bart van Eijkelenburg" userId="32564be6-3772-4f77-8099-aa7e4c72ca61" providerId="ADAL" clId="{E49E3E05-FF32-4F76-9602-3D3446236073}" dt="2025-06-23T23:33:56.604" v="119" actId="6549"/>
          <ac:spMkLst>
            <pc:docMk/>
            <pc:sldMk cId="1324152304" sldId="293"/>
            <ac:spMk id="4" creationId="{F894AEEB-266C-4D74-BBEE-1BF49F1596FF}"/>
          </ac:spMkLst>
        </pc:spChg>
      </pc:sldChg>
      <pc:sldChg chg="modSp mod">
        <pc:chgData name="Bart van Eijkelenburg" userId="32564be6-3772-4f77-8099-aa7e4c72ca61" providerId="ADAL" clId="{E49E3E05-FF32-4F76-9602-3D3446236073}" dt="2025-06-21T09:42:36.850" v="104" actId="20577"/>
        <pc:sldMkLst>
          <pc:docMk/>
          <pc:sldMk cId="2773672127" sldId="294"/>
        </pc:sldMkLst>
        <pc:spChg chg="mod">
          <ac:chgData name="Bart van Eijkelenburg" userId="32564be6-3772-4f77-8099-aa7e4c72ca61" providerId="ADAL" clId="{E49E3E05-FF32-4F76-9602-3D3446236073}" dt="2025-06-21T09:42:36.850" v="104" actId="20577"/>
          <ac:spMkLst>
            <pc:docMk/>
            <pc:sldMk cId="2773672127" sldId="294"/>
            <ac:spMk id="9" creationId="{AD664880-F4F7-4BB3-912D-B9B5F2F6574B}"/>
          </ac:spMkLst>
        </pc:spChg>
      </pc:sldChg>
      <pc:sldChg chg="add del">
        <pc:chgData name="Bart van Eijkelenburg" userId="32564be6-3772-4f77-8099-aa7e4c72ca61" providerId="ADAL" clId="{E49E3E05-FF32-4F76-9602-3D3446236073}" dt="2025-06-30T13:29:01.378" v="123" actId="2890"/>
        <pc:sldMkLst>
          <pc:docMk/>
          <pc:sldMk cId="3359796922" sldId="32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7F450-AC81-4C84-B9E6-A884E863654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6C4F5FF4-D570-4CD7-A833-B94317B09B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EF77E3B7-CABE-4816-AECF-A2D63E6A215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CD19DA43-874A-443F-87E7-D4A9FF9D1EC1}"/>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C0094BA-D30B-4339-A237-082CC7006D54}"/>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565859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908CE3-DC75-48D8-B3E3-13AFF52B411E}"/>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9672060F-275B-42E6-A43A-3FF41BC0C0F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3B4C8A4-3CAA-4D63-B2DE-AA8F85B32C41}"/>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03C40D97-305F-46F3-9E4A-674E5722785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9F27B445-53AF-4A9B-A246-947A6534FF7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985647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69DC4F-DB9A-48DA-92AA-F61EB43D1BC7}"/>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61CF184D-33FD-4F0E-B7C1-0451778664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E95445AD-FFC9-4FD2-9578-0B0000F5466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EFC2C741-2D3E-4329-96DD-164DDBC8EBA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1BA0355-48F6-475F-8D6E-436E6C22E2C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331426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BA0394-0C7D-45AC-A32A-136FFDAA55C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38B5BD9F-F723-44AE-919F-C22831DE7574}"/>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4D2CE737-A6E2-47CF-A44A-8699CC6C2B86}"/>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F24E094B-7D43-46A7-8EC7-1F6B2A25D9B6}"/>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A129B9E-DFDA-4098-ACB8-F8593E66219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34BD0950-04FB-438A-9792-CBEF6F56843D}"/>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60898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B13853-D9B4-4DFD-9DD7-F781B3A542C0}"/>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8F451003-1D78-4688-A78A-921D6AF73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7D43E80A-FF7F-4F79-B4DE-2D38B52F7289}"/>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8295B345-D795-401B-AB16-6F559AAB3E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779907FB-C42B-4F6A-835D-B7549D929130}"/>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FA266C68-C591-4C3B-88E3-39706C89BD6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8" name="Tijdelijke aanduiding voor voettekst 7">
            <a:extLst>
              <a:ext uri="{FF2B5EF4-FFF2-40B4-BE49-F238E27FC236}">
                <a16:creationId xmlns:a16="http://schemas.microsoft.com/office/drawing/2014/main" id="{DDB80758-0951-45C2-A1FB-40F674A141C2}"/>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354916D6-10C6-4FD9-8C27-E33C0F693B1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404618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964229-D8C9-4C81-AB2F-3F822788E13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5FD2A007-AB97-4F07-8FF2-41C6DAB56944}"/>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4" name="Tijdelijke aanduiding voor voettekst 3">
            <a:extLst>
              <a:ext uri="{FF2B5EF4-FFF2-40B4-BE49-F238E27FC236}">
                <a16:creationId xmlns:a16="http://schemas.microsoft.com/office/drawing/2014/main" id="{A00E051F-E5F2-4581-8261-19CFE18D207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D70414FF-DB76-41AE-9AA6-6D24E9FB7342}"/>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260852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A7F4A352-3D2E-4EDE-991D-0A14757A1C9E}"/>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3" name="Tijdelijke aanduiding voor voettekst 2">
            <a:extLst>
              <a:ext uri="{FF2B5EF4-FFF2-40B4-BE49-F238E27FC236}">
                <a16:creationId xmlns:a16="http://schemas.microsoft.com/office/drawing/2014/main" id="{743A9CE6-E0AB-4EC6-BFD7-461420F7E963}"/>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90F631D1-FE5F-4539-A4E8-717E6F4799A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092286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310B23-0349-4B68-9FEB-856B92E1A56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B8A87FA2-D884-41E3-8390-739C87EEF7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95EB6E41-848B-453C-BBB5-37030D728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53B05947-B640-4E8D-A2A0-066CE94BB3A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C6944E21-6924-445B-ADDB-38E43F2B7626}"/>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AA5ECC6-273E-4C02-962A-47F6A655945B}"/>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701162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1008AC-CC9F-40CC-903E-37DF25FD1031}"/>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4F88E401-3DC6-4C20-B44C-D75A1FEEE8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5E6EEC04-54B0-4735-A1DB-B70A75720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CF9CB47-6C2B-4BD6-9D32-02F0D3E33CF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4209EFD-6CA1-4E4F-B889-353D2F5E748E}"/>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811322B-5BEF-47D5-831F-E179CD17DB27}"/>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938416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5FF61C-72EF-47B4-AD71-04363B927456}"/>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C108B11A-5548-470F-816F-E73F0D8AABBF}"/>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2E6088D-72DE-4016-B62B-26CC6B0F6B2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7C01E2C1-4C7C-4697-A111-630FB650B56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14E62E3-F742-469F-B272-A0AFADF477C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452042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8E57E111-3879-4C12-A971-A737BC1BB609}"/>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6858A825-B558-4BFA-8F0C-B3783B587C8D}"/>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D2E1C34-E517-486C-BFE0-848AE6554AAA}"/>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9198F0A6-EC5D-4534-8C59-1300FB316BF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DF30F668-AA13-4136-B775-25569F80E4FA}"/>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123426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7F450-AC81-4C84-B9E6-A884E863654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6C4F5FF4-D570-4CD7-A833-B94317B09B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EF77E3B7-CABE-4816-AECF-A2D63E6A215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CD19DA43-874A-443F-87E7-D4A9FF9D1EC1}"/>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C0094BA-D30B-4339-A237-082CC7006D54}"/>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698911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908CE3-DC75-48D8-B3E3-13AFF52B411E}"/>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9672060F-275B-42E6-A43A-3FF41BC0C0F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3B4C8A4-3CAA-4D63-B2DE-AA8F85B32C41}"/>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03C40D97-305F-46F3-9E4A-674E5722785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9F27B445-53AF-4A9B-A246-947A6534FF7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920365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69DC4F-DB9A-48DA-92AA-F61EB43D1BC7}"/>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61CF184D-33FD-4F0E-B7C1-0451778664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E95445AD-FFC9-4FD2-9578-0B0000F5466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EFC2C741-2D3E-4329-96DD-164DDBC8EBA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1BA0355-48F6-475F-8D6E-436E6C22E2C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609659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BA0394-0C7D-45AC-A32A-136FFDAA55C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38B5BD9F-F723-44AE-919F-C22831DE7574}"/>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4D2CE737-A6E2-47CF-A44A-8699CC6C2B86}"/>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F24E094B-7D43-46A7-8EC7-1F6B2A25D9B6}"/>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A129B9E-DFDA-4098-ACB8-F8593E66219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34BD0950-04FB-438A-9792-CBEF6F56843D}"/>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446180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B13853-D9B4-4DFD-9DD7-F781B3A542C0}"/>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8F451003-1D78-4688-A78A-921D6AF73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7D43E80A-FF7F-4F79-B4DE-2D38B52F7289}"/>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8295B345-D795-401B-AB16-6F559AAB3E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779907FB-C42B-4F6A-835D-B7549D929130}"/>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FA266C68-C591-4C3B-88E3-39706C89BD6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8" name="Tijdelijke aanduiding voor voettekst 7">
            <a:extLst>
              <a:ext uri="{FF2B5EF4-FFF2-40B4-BE49-F238E27FC236}">
                <a16:creationId xmlns:a16="http://schemas.microsoft.com/office/drawing/2014/main" id="{DDB80758-0951-45C2-A1FB-40F674A141C2}"/>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354916D6-10C6-4FD9-8C27-E33C0F693B1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42753283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964229-D8C9-4C81-AB2F-3F822788E13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5FD2A007-AB97-4F07-8FF2-41C6DAB56944}"/>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4" name="Tijdelijke aanduiding voor voettekst 3">
            <a:extLst>
              <a:ext uri="{FF2B5EF4-FFF2-40B4-BE49-F238E27FC236}">
                <a16:creationId xmlns:a16="http://schemas.microsoft.com/office/drawing/2014/main" id="{A00E051F-E5F2-4581-8261-19CFE18D207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D70414FF-DB76-41AE-9AA6-6D24E9FB7342}"/>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1123920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A7F4A352-3D2E-4EDE-991D-0A14757A1C9E}"/>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3" name="Tijdelijke aanduiding voor voettekst 2">
            <a:extLst>
              <a:ext uri="{FF2B5EF4-FFF2-40B4-BE49-F238E27FC236}">
                <a16:creationId xmlns:a16="http://schemas.microsoft.com/office/drawing/2014/main" id="{743A9CE6-E0AB-4EC6-BFD7-461420F7E963}"/>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90F631D1-FE5F-4539-A4E8-717E6F4799A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610971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310B23-0349-4B68-9FEB-856B92E1A56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B8A87FA2-D884-41E3-8390-739C87EEF7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95EB6E41-848B-453C-BBB5-37030D728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53B05947-B640-4E8D-A2A0-066CE94BB3A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C6944E21-6924-445B-ADDB-38E43F2B7626}"/>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AA5ECC6-273E-4C02-962A-47F6A655945B}"/>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2182773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1008AC-CC9F-40CC-903E-37DF25FD1031}"/>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4F88E401-3DC6-4C20-B44C-D75A1FEEE8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5E6EEC04-54B0-4735-A1DB-B70A75720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CF9CB47-6C2B-4BD6-9D32-02F0D3E33CF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4209EFD-6CA1-4E4F-B889-353D2F5E748E}"/>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811322B-5BEF-47D5-831F-E179CD17DB27}"/>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8061332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5FF61C-72EF-47B4-AD71-04363B927456}"/>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C108B11A-5548-470F-816F-E73F0D8AABBF}"/>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2E6088D-72DE-4016-B62B-26CC6B0F6B2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7C01E2C1-4C7C-4697-A111-630FB650B56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14E62E3-F742-469F-B272-A0AFADF477C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53353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8E57E111-3879-4C12-A971-A737BC1BB609}"/>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6858A825-B558-4BFA-8F0C-B3783B587C8D}"/>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D2E1C34-E517-486C-BFE0-848AE6554AAA}"/>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9198F0A6-EC5D-4534-8C59-1300FB316BF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DF30F668-AA13-4136-B775-25569F80E4FA}"/>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317787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5000" t="-3000" r="-2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9E1E8895-B03C-430E-86B7-32C68E003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11416EFC-54EB-4F9B-BFD3-EC960BA3C8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0EF286D-2615-4174-A0EB-5685AF0D0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B31C6DD8-898E-47EC-A896-D5F204AFA2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1171EFB7-BE71-4405-A358-7BFDD61F7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C08EC-A057-471D-BCD0-05D47594F033}" type="slidenum">
              <a:rPr lang="nl-NL" smtClean="0"/>
              <a:t>‹nr.›</a:t>
            </a:fld>
            <a:endParaRPr lang="nl-NL"/>
          </a:p>
        </p:txBody>
      </p:sp>
    </p:spTree>
    <p:extLst>
      <p:ext uri="{BB962C8B-B14F-4D97-AF65-F5344CB8AC3E}">
        <p14:creationId xmlns:p14="http://schemas.microsoft.com/office/powerpoint/2010/main" val="35881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4000" r="24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9E1E8895-B03C-430E-86B7-32C68E003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11416EFC-54EB-4F9B-BFD3-EC960BA3C8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0EF286D-2615-4174-A0EB-5685AF0D0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B31C6DD8-898E-47EC-A896-D5F204AFA2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1171EFB7-BE71-4405-A358-7BFDD61F7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C08EC-A057-471D-BCD0-05D47594F033}" type="slidenum">
              <a:rPr lang="nl-NL" smtClean="0"/>
              <a:t>‹nr.›</a:t>
            </a:fld>
            <a:endParaRPr lang="nl-NL"/>
          </a:p>
        </p:txBody>
      </p:sp>
    </p:spTree>
    <p:extLst>
      <p:ext uri="{BB962C8B-B14F-4D97-AF65-F5344CB8AC3E}">
        <p14:creationId xmlns:p14="http://schemas.microsoft.com/office/powerpoint/2010/main" val="3404877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reativecommons.org/licenses/by-nd/2.0/" TargetMode="Externa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hyperlink" Target="https://www.flickr.com/photos/hikingartist/" TargetMode="External"/><Relationship Id="rId5" Type="http://schemas.openxmlformats.org/officeDocument/2006/relationships/hyperlink" Target="https://www.flickr.com/photos/hikingartist/5727278512/in/photolist-9J6Nnf-6v4Xhz-9rESs-87NA7G-8GJvbJ-qBne5u-8SRJFm-87KfnD-paxfD8-9h2Dio-nxbANX-paxh9n-87KoSM-8w3jZT-651mrd-8GFm3n-4yj7N1-nZZvut-pMSq4Q-ab1Z5h-8BY6Ub-7v2CGM-8KVkvz-bV1L4r-n35vqE-bV1L5v-98HAv9-a"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spronck.net/pythonbook/dutchindex.x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w3schools.com/python/python_ref_keywords.asp"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tamasoft.co.jp/en/general-info/unicode-decimal.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forms.gle/UByyqQD3HF6b8Dxv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20000"/>
          </a:stretch>
        </a:blipFill>
        <a:effectLst/>
      </p:bgPr>
    </p:bg>
    <p:spTree>
      <p:nvGrpSpPr>
        <p:cNvPr id="1" name=""/>
        <p:cNvGrpSpPr/>
        <p:nvPr/>
      </p:nvGrpSpPr>
      <p:grpSpPr>
        <a:xfrm>
          <a:off x="0" y="0"/>
          <a:ext cx="0" cy="0"/>
          <a:chOff x="0" y="0"/>
          <a:chExt cx="0" cy="0"/>
        </a:xfrm>
      </p:grpSpPr>
      <p:grpSp>
        <p:nvGrpSpPr>
          <p:cNvPr id="31" name="Shape 171">
            <a:extLst>
              <a:ext uri="{FF2B5EF4-FFF2-40B4-BE49-F238E27FC236}">
                <a16:creationId xmlns:a16="http://schemas.microsoft.com/office/drawing/2014/main" id="{241AB350-70F0-495B-93B0-B5A5BD07D4BA}"/>
              </a:ext>
            </a:extLst>
          </p:cNvPr>
          <p:cNvGrpSpPr/>
          <p:nvPr/>
        </p:nvGrpSpPr>
        <p:grpSpPr>
          <a:xfrm>
            <a:off x="71593" y="4244662"/>
            <a:ext cx="8964612" cy="2189518"/>
            <a:chOff x="179388" y="4668482"/>
            <a:chExt cx="8713786" cy="2029179"/>
          </a:xfrm>
        </p:grpSpPr>
        <p:sp>
          <p:nvSpPr>
            <p:cNvPr id="32" name="Shape 172">
              <a:extLst>
                <a:ext uri="{FF2B5EF4-FFF2-40B4-BE49-F238E27FC236}">
                  <a16:creationId xmlns:a16="http://schemas.microsoft.com/office/drawing/2014/main" id="{F8E8B79E-E997-4749-BAC6-E2A70D98D5B7}"/>
                </a:ext>
              </a:extLst>
            </p:cNvPr>
            <p:cNvSpPr/>
            <p:nvPr/>
          </p:nvSpPr>
          <p:spPr>
            <a:xfrm>
              <a:off x="179388" y="4668482"/>
              <a:ext cx="8713786" cy="2029179"/>
            </a:xfrm>
            <a:prstGeom prst="rect">
              <a:avLst/>
            </a:prstGeom>
            <a:solidFill>
              <a:sysClr val="window" lastClr="FFFFFF"/>
            </a:solidFill>
            <a:ln w="9525" cap="flat">
              <a:solidFill>
                <a:srgbClr val="3399FF"/>
              </a:solidFill>
              <a:prstDash val="solid"/>
              <a:miter/>
              <a:headEnd type="none" w="med" len="med"/>
              <a:tailEnd type="none" w="med" len="med"/>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latin typeface="Arial"/>
                <a:cs typeface="Arial"/>
                <a:sym typeface="Arial"/>
                <a:rtl val="0"/>
              </a:endParaRPr>
            </a:p>
          </p:txBody>
        </p:sp>
        <p:sp>
          <p:nvSpPr>
            <p:cNvPr id="33" name="Shape 173">
              <a:extLst>
                <a:ext uri="{FF2B5EF4-FFF2-40B4-BE49-F238E27FC236}">
                  <a16:creationId xmlns:a16="http://schemas.microsoft.com/office/drawing/2014/main" id="{3FC1DA87-66B1-4AE5-BB42-C07DB23BF3D5}"/>
                </a:ext>
              </a:extLst>
            </p:cNvPr>
            <p:cNvSpPr/>
            <p:nvPr/>
          </p:nvSpPr>
          <p:spPr>
            <a:xfrm>
              <a:off x="323850" y="4780525"/>
              <a:ext cx="8424862" cy="869011"/>
            </a:xfrm>
            <a:prstGeom prst="rect">
              <a:avLst/>
            </a:prstGeom>
            <a:solidFill>
              <a:srgbClr val="FF3300"/>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latin typeface="Arial"/>
                <a:cs typeface="Arial"/>
                <a:sym typeface="Arial"/>
                <a:rtl val="0"/>
              </a:endParaRPr>
            </a:p>
          </p:txBody>
        </p:sp>
        <p:sp>
          <p:nvSpPr>
            <p:cNvPr id="34" name="Shape 174">
              <a:extLst>
                <a:ext uri="{FF2B5EF4-FFF2-40B4-BE49-F238E27FC236}">
                  <a16:creationId xmlns:a16="http://schemas.microsoft.com/office/drawing/2014/main" id="{9BB55EC6-A072-40A0-9333-899B55B8B8B5}"/>
                </a:ext>
              </a:extLst>
            </p:cNvPr>
            <p:cNvSpPr txBox="1"/>
            <p:nvPr/>
          </p:nvSpPr>
          <p:spPr>
            <a:xfrm>
              <a:off x="509587" y="4889500"/>
              <a:ext cx="8043745" cy="584776"/>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nl-NL" sz="3200" b="1" i="0" u="none" strike="noStrike" kern="0" cap="none" spc="0" normalizeH="0" baseline="0" noProof="0" dirty="0">
                  <a:ln>
                    <a:noFill/>
                  </a:ln>
                  <a:solidFill>
                    <a:prstClr val="white"/>
                  </a:solidFill>
                  <a:effectLst/>
                  <a:uLnTx/>
                  <a:uFillTx/>
                  <a:latin typeface="Arial"/>
                  <a:cs typeface="Arial"/>
                  <a:sym typeface="Arial"/>
                  <a:rtl val="0"/>
                </a:rPr>
                <a:t>Les 1: Starten met Python</a:t>
              </a:r>
            </a:p>
          </p:txBody>
        </p:sp>
        <p:pic>
          <p:nvPicPr>
            <p:cNvPr id="35" name="Shape 175">
              <a:extLst>
                <a:ext uri="{FF2B5EF4-FFF2-40B4-BE49-F238E27FC236}">
                  <a16:creationId xmlns:a16="http://schemas.microsoft.com/office/drawing/2014/main" id="{FDD9E18E-C569-4CBC-B7A0-BFF8EF21F45F}"/>
                </a:ext>
              </a:extLst>
            </p:cNvPr>
            <p:cNvPicPr preferRelativeResize="0"/>
            <p:nvPr/>
          </p:nvPicPr>
          <p:blipFill rotWithShape="1">
            <a:blip r:embed="rId3">
              <a:alphaModFix/>
            </a:blip>
            <a:srcRect b="14706"/>
            <a:stretch/>
          </p:blipFill>
          <p:spPr>
            <a:xfrm>
              <a:off x="5867398" y="5667342"/>
              <a:ext cx="2881312" cy="905882"/>
            </a:xfrm>
            <a:prstGeom prst="rect">
              <a:avLst/>
            </a:prstGeom>
            <a:noFill/>
            <a:ln>
              <a:noFill/>
            </a:ln>
          </p:spPr>
        </p:pic>
        <p:sp>
          <p:nvSpPr>
            <p:cNvPr id="36" name="Shape 176">
              <a:extLst>
                <a:ext uri="{FF2B5EF4-FFF2-40B4-BE49-F238E27FC236}">
                  <a16:creationId xmlns:a16="http://schemas.microsoft.com/office/drawing/2014/main" id="{9EAE36E1-082B-46F8-BEB9-0284B8CB22EB}"/>
                </a:ext>
              </a:extLst>
            </p:cNvPr>
            <p:cNvSpPr/>
            <p:nvPr/>
          </p:nvSpPr>
          <p:spPr>
            <a:xfrm>
              <a:off x="323850" y="5733673"/>
              <a:ext cx="5441949" cy="839788"/>
            </a:xfrm>
            <a:prstGeom prst="rect">
              <a:avLst/>
            </a:prstGeom>
            <a:solidFill>
              <a:srgbClr val="3399FF"/>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latin typeface="Arial"/>
                <a:cs typeface="Arial"/>
                <a:sym typeface="Arial"/>
                <a:rtl val="0"/>
              </a:endParaRPr>
            </a:p>
          </p:txBody>
        </p:sp>
        <p:sp>
          <p:nvSpPr>
            <p:cNvPr id="37" name="Shape 177">
              <a:extLst>
                <a:ext uri="{FF2B5EF4-FFF2-40B4-BE49-F238E27FC236}">
                  <a16:creationId xmlns:a16="http://schemas.microsoft.com/office/drawing/2014/main" id="{668E02A3-0F3C-4AB3-863D-A5279D836655}"/>
                </a:ext>
              </a:extLst>
            </p:cNvPr>
            <p:cNvSpPr txBox="1"/>
            <p:nvPr/>
          </p:nvSpPr>
          <p:spPr>
            <a:xfrm>
              <a:off x="323850" y="5797173"/>
              <a:ext cx="5213349" cy="646331"/>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schemeClr val="bg1"/>
                  </a:solidFill>
                  <a:effectLst/>
                  <a:uLnTx/>
                  <a:uFillTx/>
                  <a:latin typeface="Arial"/>
                  <a:cs typeface="Arial"/>
                  <a:sym typeface="Arial"/>
                </a:rPr>
                <a:t>Programming (onderdeel van </a:t>
              </a:r>
              <a:r>
                <a:rPr lang="nl-NL" sz="1800" b="1" kern="0" dirty="0">
                  <a:solidFill>
                    <a:schemeClr val="bg1"/>
                  </a:solidFill>
                </a:rPr>
                <a:t>TICT-V1SE1-24</a:t>
              </a:r>
              <a:r>
                <a:rPr kumimoji="0" lang="nl-NL" sz="1800" b="1" i="0" u="none" strike="noStrike" kern="0" cap="none" spc="0" normalizeH="0" baseline="0" noProof="0" dirty="0">
                  <a:ln>
                    <a:noFill/>
                  </a:ln>
                  <a:solidFill>
                    <a:schemeClr val="bg1"/>
                  </a:solidFill>
                  <a:effectLst/>
                  <a:uLnTx/>
                  <a:uFillTx/>
                  <a:latin typeface="Arial"/>
                  <a:cs typeface="Arial"/>
                  <a:sym typeface="Arial"/>
                </a:rPr>
                <a:t>)</a:t>
              </a:r>
            </a:p>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prstClr val="white"/>
                  </a:solidFill>
                  <a:effectLst/>
                  <a:uLnTx/>
                  <a:uFillTx/>
                  <a:latin typeface="Arial"/>
                  <a:cs typeface="Arial"/>
                  <a:sym typeface="Arial"/>
                  <a:rtl val="0"/>
                </a:rPr>
                <a:t>HBO-ICT propedeuse</a:t>
              </a:r>
            </a:p>
          </p:txBody>
        </p:sp>
      </p:grpSp>
      <p:pic>
        <p:nvPicPr>
          <p:cNvPr id="38" name="Afbeelding 37" descr="evolution_man_pc.jpg">
            <a:extLst>
              <a:ext uri="{FF2B5EF4-FFF2-40B4-BE49-F238E27FC236}">
                <a16:creationId xmlns:a16="http://schemas.microsoft.com/office/drawing/2014/main" id="{06FEFDD3-52AB-414C-A8EC-4FBB50E416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261" y="1632778"/>
            <a:ext cx="5855624" cy="2213426"/>
          </a:xfrm>
          <a:prstGeom prst="rect">
            <a:avLst/>
          </a:prstGeom>
        </p:spPr>
      </p:pic>
      <p:sp>
        <p:nvSpPr>
          <p:cNvPr id="39" name="Rechthoek 38">
            <a:extLst>
              <a:ext uri="{FF2B5EF4-FFF2-40B4-BE49-F238E27FC236}">
                <a16:creationId xmlns:a16="http://schemas.microsoft.com/office/drawing/2014/main" id="{EDD89FAB-5A6A-4B1B-87F9-3E613169558B}"/>
              </a:ext>
            </a:extLst>
          </p:cNvPr>
          <p:cNvSpPr/>
          <p:nvPr/>
        </p:nvSpPr>
        <p:spPr>
          <a:xfrm>
            <a:off x="4001717" y="3809133"/>
            <a:ext cx="3596182" cy="246221"/>
          </a:xfrm>
          <a:prstGeom prst="rect">
            <a:avLst/>
          </a:prstGeom>
        </p:spPr>
        <p:txBody>
          <a:bodyPr wrap="none">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5"/>
                <a:rtl val="0"/>
              </a:rPr>
              <a:t>Man Chain </a:t>
            </a:r>
            <a:r>
              <a:rPr kumimoji="0" lang="nl-NL" sz="1000" b="0" i="0" u="none" strike="noStrike" kern="0" cap="none" spc="0" normalizeH="0" baseline="0" noProof="0" dirty="0" err="1">
                <a:ln>
                  <a:noFill/>
                </a:ln>
                <a:solidFill>
                  <a:srgbClr val="000000"/>
                </a:solidFill>
                <a:effectLst/>
                <a:uLnTx/>
                <a:uFillTx/>
                <a:latin typeface="Arial"/>
                <a:cs typeface="Arial"/>
                <a:sym typeface="Arial"/>
                <a:hlinkClick r:id="rId5"/>
                <a:rtl val="0"/>
              </a:rPr>
              <a:t>illustration</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0" cap="none" spc="0" normalizeH="0" baseline="0" noProof="0" dirty="0" err="1">
                <a:ln>
                  <a:noFill/>
                </a:ln>
                <a:solidFill>
                  <a:srgbClr val="000000"/>
                </a:solidFill>
                <a:effectLst/>
                <a:uLnTx/>
                <a:uFillTx/>
                <a:latin typeface="Arial"/>
                <a:cs typeface="Arial"/>
                <a:sym typeface="Arial"/>
                <a:rtl val="0"/>
              </a:rPr>
              <a:t>by</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6"/>
                <a:rtl val="0"/>
              </a:rPr>
              <a:t>Frits </a:t>
            </a:r>
            <a:r>
              <a:rPr kumimoji="0" lang="nl-NL" sz="1000" b="0" i="0" u="none" strike="noStrike" kern="0" cap="none" spc="0" normalizeH="0" baseline="0" noProof="0" dirty="0" err="1">
                <a:ln>
                  <a:noFill/>
                </a:ln>
                <a:solidFill>
                  <a:srgbClr val="000000"/>
                </a:solidFill>
                <a:effectLst/>
                <a:uLnTx/>
                <a:uFillTx/>
                <a:latin typeface="Arial"/>
                <a:cs typeface="Arial"/>
                <a:sym typeface="Arial"/>
                <a:hlinkClick r:id="rId6"/>
                <a:rtl val="0"/>
              </a:rPr>
              <a:t>Ahlefeldt-Laurvig</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 </a:t>
            </a: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7"/>
                <a:rtl val="0"/>
              </a:rPr>
              <a:t>CC BY-ND</a:t>
            </a:r>
            <a:endParaRPr kumimoji="0" lang="nl-NL" sz="1000" b="0" i="0" u="none" strike="noStrike" kern="0" cap="none" spc="0" normalizeH="0" baseline="0" noProof="0" dirty="0">
              <a:ln>
                <a:noFill/>
              </a:ln>
              <a:solidFill>
                <a:srgbClr val="000000"/>
              </a:solidFill>
              <a:effectLst/>
              <a:uLnTx/>
              <a:uFillTx/>
              <a:latin typeface="Arial"/>
              <a:cs typeface="Arial"/>
              <a:sym typeface="Arial"/>
              <a:rtl val="0"/>
            </a:endParaRPr>
          </a:p>
        </p:txBody>
      </p:sp>
    </p:spTree>
    <p:extLst>
      <p:ext uri="{BB962C8B-B14F-4D97-AF65-F5344CB8AC3E}">
        <p14:creationId xmlns:p14="http://schemas.microsoft.com/office/powerpoint/2010/main" val="2200148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8B2C3189-6386-4602-B442-1D222A35F89E}"/>
              </a:ext>
            </a:extLst>
          </p:cNvPr>
          <p:cNvSpPr txBox="1">
            <a:spLocks/>
          </p:cNvSpPr>
          <p:nvPr/>
        </p:nvSpPr>
        <p:spPr>
          <a:xfrm>
            <a:off x="457200" y="1600204"/>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800" b="0" i="0" u="none" strike="noStrike" kern="1200" cap="none" spc="0" normalizeH="0" baseline="0" noProof="0" dirty="0">
                <a:ln>
                  <a:noFill/>
                </a:ln>
                <a:solidFill>
                  <a:sysClr val="windowText" lastClr="000000"/>
                </a:solidFill>
                <a:effectLst/>
                <a:uLnTx/>
                <a:uFillTx/>
                <a:latin typeface="Calibri"/>
                <a:ea typeface="+mn-ea"/>
                <a:cs typeface="+mn-cs"/>
              </a:rPr>
              <a:t>Cursusverantwoording</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800" b="0" i="0" u="none" strike="noStrike" kern="1200" cap="none" spc="0" normalizeH="0" baseline="0" noProof="0" dirty="0">
                <a:ln>
                  <a:noFill/>
                </a:ln>
                <a:solidFill>
                  <a:sysClr val="windowText" lastClr="000000"/>
                </a:solidFill>
                <a:effectLst/>
                <a:uLnTx/>
                <a:uFillTx/>
                <a:latin typeface="Calibri"/>
                <a:ea typeface="+mn-ea"/>
                <a:cs typeface="+mn-cs"/>
              </a:rPr>
              <a:t>Cursusopbouw, materialen en toetsing</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800" b="0" i="0" u="none" strike="noStrike" kern="1200" cap="none" spc="0" normalizeH="0" baseline="0" noProof="0" dirty="0">
                <a:ln>
                  <a:noFill/>
                </a:ln>
                <a:solidFill>
                  <a:sysClr val="windowText" lastClr="000000"/>
                </a:solidFill>
                <a:effectLst/>
                <a:uLnTx/>
                <a:uFillTx/>
                <a:latin typeface="Calibri"/>
                <a:ea typeface="+mn-ea"/>
                <a:cs typeface="+mn-cs"/>
              </a:rPr>
              <a:t>Python Data Types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800" b="0" i="0" u="none" strike="noStrike" kern="1200" cap="none" spc="0" normalizeH="0" baseline="0" noProof="0" dirty="0">
                <a:ln>
                  <a:noFill/>
                </a:ln>
                <a:solidFill>
                  <a:sysClr val="windowText" lastClr="000000"/>
                </a:solidFill>
                <a:effectLst/>
                <a:uLnTx/>
                <a:uFillTx/>
                <a:latin typeface="Calibri"/>
                <a:ea typeface="+mn-ea"/>
                <a:cs typeface="+mn-cs"/>
              </a:rPr>
              <a:t>Opdrachten</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nl-NL"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 name="Title 1">
            <a:extLst>
              <a:ext uri="{FF2B5EF4-FFF2-40B4-BE49-F238E27FC236}">
                <a16:creationId xmlns:a16="http://schemas.microsoft.com/office/drawing/2014/main" id="{00C2D76B-46B2-4FBB-84D7-AF45777EF585}"/>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3600" b="1" i="0" u="none" strike="noStrike" kern="0" cap="none" spc="0" normalizeH="0" baseline="0" noProof="0">
              <a:ln>
                <a:noFill/>
              </a:ln>
              <a:solidFill>
                <a:prstClr val="black"/>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a:ln>
                  <a:noFill/>
                </a:ln>
                <a:solidFill>
                  <a:prstClr val="black"/>
                </a:solidFill>
                <a:effectLst/>
                <a:uLnTx/>
                <a:uFillTx/>
              </a:rPr>
              <a:t>Agenda</a:t>
            </a:r>
            <a:endParaRPr kumimoji="0" lang="en-US" sz="20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97852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1B71B078-09E4-4326-8648-78BF2A4DE76C}"/>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3600" b="1" i="0" u="none" strike="noStrike" kern="0" cap="none" spc="0" normalizeH="0" baseline="0" noProof="0" dirty="0">
              <a:ln>
                <a:noFill/>
              </a:ln>
              <a:solidFill>
                <a:prstClr val="black"/>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Wat </a:t>
            </a:r>
            <a:r>
              <a:rPr kumimoji="0" lang="en-US" sz="3600" b="1" i="0" u="none" strike="noStrike" kern="0" cap="none" spc="0" normalizeH="0" baseline="0" noProof="0" dirty="0" err="1">
                <a:ln>
                  <a:noFill/>
                </a:ln>
                <a:solidFill>
                  <a:prstClr val="black"/>
                </a:solidFill>
                <a:effectLst/>
                <a:uLnTx/>
                <a:uFillTx/>
              </a:rPr>
              <a:t>willen</a:t>
            </a:r>
            <a:r>
              <a:rPr kumimoji="0" lang="en-US" sz="3600" b="1" i="0" u="none" strike="noStrike" kern="0" cap="none" spc="0" normalizeH="0" baseline="0" noProof="0" dirty="0">
                <a:ln>
                  <a:noFill/>
                </a:ln>
                <a:solidFill>
                  <a:prstClr val="black"/>
                </a:solidFill>
                <a:effectLst/>
                <a:uLnTx/>
                <a:uFillTx/>
              </a:rPr>
              <a:t> we </a:t>
            </a:r>
            <a:r>
              <a:rPr kumimoji="0" lang="en-US" sz="3600" b="1" i="0" u="none" strike="noStrike" kern="0" cap="none" spc="0" normalizeH="0" baseline="0" noProof="0" dirty="0" err="1">
                <a:ln>
                  <a:noFill/>
                </a:ln>
                <a:solidFill>
                  <a:prstClr val="black"/>
                </a:solidFill>
                <a:effectLst/>
                <a:uLnTx/>
                <a:uFillTx/>
              </a:rPr>
              <a:t>bereiken</a:t>
            </a:r>
            <a:r>
              <a:rPr kumimoji="0" lang="en-US" sz="3600" b="1" i="0" u="none" strike="noStrike" kern="0" cap="none" spc="0" normalizeH="0" baseline="0" noProof="0" dirty="0">
                <a:ln>
                  <a:noFill/>
                </a:ln>
                <a:solidFill>
                  <a:prstClr val="black"/>
                </a:solidFill>
                <a:effectLst/>
                <a:uLnTx/>
                <a:uFillTx/>
              </a:rPr>
              <a:t> met PROG?</a:t>
            </a:r>
            <a:endParaRPr kumimoji="0" lang="en-US" sz="2000" b="0" i="0" u="none" strike="noStrike" kern="0" cap="none" spc="0" normalizeH="0" baseline="0" noProof="0" dirty="0">
              <a:ln>
                <a:noFill/>
              </a:ln>
              <a:solidFill>
                <a:prstClr val="black"/>
              </a:solidFill>
              <a:effectLst/>
              <a:uLnTx/>
              <a:uFillTx/>
            </a:endParaRPr>
          </a:p>
        </p:txBody>
      </p:sp>
      <p:sp>
        <p:nvSpPr>
          <p:cNvPr id="41" name="Tijdelijke aanduiding voor inhoud 2">
            <a:extLst>
              <a:ext uri="{FF2B5EF4-FFF2-40B4-BE49-F238E27FC236}">
                <a16:creationId xmlns:a16="http://schemas.microsoft.com/office/drawing/2014/main" id="{A45E6E24-8A99-4F7D-85F6-AC713191D283}"/>
              </a:ext>
            </a:extLst>
          </p:cNvPr>
          <p:cNvSpPr txBox="1">
            <a:spLocks/>
          </p:cNvSpPr>
          <p:nvPr/>
        </p:nvSpPr>
        <p:spPr>
          <a:xfrm>
            <a:off x="457200" y="1600200"/>
            <a:ext cx="8229600" cy="4763022"/>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400" b="0" i="0" u="none" strike="noStrike" kern="1200" cap="none" spc="0" normalizeH="0" baseline="0" noProof="0" dirty="0" err="1">
                <a:ln>
                  <a:noFill/>
                </a:ln>
                <a:solidFill>
                  <a:prstClr val="black"/>
                </a:solidFill>
                <a:effectLst/>
                <a:uLnTx/>
                <a:uFillTx/>
                <a:latin typeface="Calibri"/>
                <a:ea typeface="+mn-ea"/>
                <a:cs typeface="+mn-cs"/>
              </a:rPr>
              <a:t>Inzicht</a:t>
            </a:r>
            <a:r>
              <a:rPr kumimoji="0" lang="en-US" sz="2400" b="0" i="0" u="none" strike="noStrike" kern="1200" cap="none" spc="0" normalizeH="0" baseline="0" noProof="0" dirty="0">
                <a:ln>
                  <a:noFill/>
                </a:ln>
                <a:solidFill>
                  <a:prstClr val="black"/>
                </a:solidFill>
                <a:effectLst/>
                <a:uLnTx/>
                <a:uFillTx/>
                <a:latin typeface="Calibri"/>
                <a:ea typeface="+mn-ea"/>
                <a:cs typeface="+mn-cs"/>
              </a:rPr>
              <a:t> in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basisconcepten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denkwijze</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programmeren</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r>
              <a:rPr kumimoji="0" lang="en-US" sz="2000" b="0" i="0" u="none" strike="noStrike" kern="1200" cap="none" spc="0" normalizeH="0" baseline="0" noProof="0" dirty="0" err="1">
                <a:ln>
                  <a:noFill/>
                </a:ln>
                <a:solidFill>
                  <a:prstClr val="black"/>
                </a:solidFill>
                <a:effectLst/>
                <a:uLnTx/>
                <a:uFillTx/>
                <a:latin typeface="Calibri"/>
                <a:ea typeface="+mn-ea"/>
                <a:cs typeface="+mn-cs"/>
              </a:rPr>
              <a:t>Belangrijk</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voor</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iedere</a:t>
            </a:r>
            <a:r>
              <a:rPr kumimoji="0" lang="en-US" sz="2000" b="0" i="0" u="none" strike="noStrike" kern="1200" cap="none" spc="0" normalizeH="0" baseline="0" noProof="0" dirty="0">
                <a:ln>
                  <a:noFill/>
                </a:ln>
                <a:solidFill>
                  <a:prstClr val="black"/>
                </a:solidFill>
                <a:effectLst/>
                <a:uLnTx/>
                <a:uFillTx/>
                <a:latin typeface="Calibri"/>
                <a:ea typeface="+mn-ea"/>
                <a:cs typeface="+mn-cs"/>
              </a:rPr>
              <a:t> HBO-</a:t>
            </a:r>
            <a:r>
              <a:rPr kumimoji="0" lang="en-US" sz="2000" b="0" i="0" u="none" strike="noStrike" kern="1200" cap="none" spc="0" normalizeH="0" baseline="0" noProof="0" dirty="0" err="1">
                <a:ln>
                  <a:noFill/>
                </a:ln>
                <a:solidFill>
                  <a:prstClr val="black"/>
                </a:solidFill>
                <a:effectLst/>
                <a:uLnTx/>
                <a:uFillTx/>
                <a:latin typeface="Calibri"/>
                <a:ea typeface="+mn-ea"/>
                <a:cs typeface="+mn-cs"/>
              </a:rPr>
              <a:t>ICT’er</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400" b="0" i="0" u="none" strike="noStrike" kern="1200" cap="none" spc="0" normalizeH="0" baseline="0" noProof="0" dirty="0" err="1">
                <a:ln>
                  <a:noFill/>
                </a:ln>
                <a:solidFill>
                  <a:prstClr val="black"/>
                </a:solidFill>
                <a:effectLst/>
                <a:uLnTx/>
                <a:uFillTx/>
                <a:latin typeface="Calibri"/>
                <a:ea typeface="+mn-ea"/>
                <a:cs typeface="+mn-cs"/>
              </a:rPr>
              <a:t>Processen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ontwerpen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automatiseren</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r>
              <a:rPr kumimoji="0" lang="en-US" sz="2000" b="0" i="0" u="none" strike="noStrike" kern="1200" cap="none" spc="0" normalizeH="0" baseline="0" noProof="0" dirty="0" err="1">
                <a:ln>
                  <a:noFill/>
                </a:ln>
                <a:solidFill>
                  <a:prstClr val="black"/>
                </a:solidFill>
                <a:effectLst/>
                <a:uLnTx/>
                <a:uFillTx/>
                <a:latin typeface="Calibri"/>
                <a:ea typeface="+mn-ea"/>
                <a:cs typeface="+mn-cs"/>
              </a:rPr>
              <a:t>Denken</a:t>
            </a:r>
            <a:r>
              <a:rPr kumimoji="0" lang="en-US" sz="2000" b="0" i="0" u="none" strike="noStrike" kern="1200" cap="none" spc="0" normalizeH="0" baseline="0" noProof="0" dirty="0">
                <a:ln>
                  <a:noFill/>
                </a:ln>
                <a:solidFill>
                  <a:prstClr val="black"/>
                </a:solidFill>
                <a:effectLst/>
                <a:uLnTx/>
                <a:uFillTx/>
                <a:latin typeface="Calibri"/>
                <a:ea typeface="+mn-ea"/>
                <a:cs typeface="+mn-cs"/>
              </a:rPr>
              <a:t> in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programma</a:t>
            </a:r>
            <a:r>
              <a:rPr kumimoji="0" lang="en-US" sz="2000" b="0" i="0" u="none" strike="noStrike" kern="1200" cap="none" spc="0" normalizeH="0" baseline="0" noProof="0" dirty="0">
                <a:ln>
                  <a:noFill/>
                </a:ln>
                <a:solidFill>
                  <a:prstClr val="black"/>
                </a:solidFill>
                <a:effectLst/>
                <a:uLnTx/>
                <a:uFillTx/>
                <a:latin typeface="Calibri"/>
                <a:ea typeface="+mn-ea"/>
                <a:cs typeface="+mn-cs"/>
              </a:rPr>
              <a:t>-flow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en</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algoritmen</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400" b="0" i="0" u="none" strike="noStrike" kern="1200" cap="none" spc="0" normalizeH="0" baseline="0" noProof="0" dirty="0" err="1">
                <a:ln>
                  <a:noFill/>
                </a:ln>
                <a:solidFill>
                  <a:prstClr val="black"/>
                </a:solidFill>
                <a:effectLst/>
                <a:uLnTx/>
                <a:uFillTx/>
                <a:latin typeface="Calibri"/>
                <a:ea typeface="+mn-ea"/>
                <a:cs typeface="+mn-cs"/>
              </a:rPr>
              <a:t>Kunnen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gebruiken</a:t>
            </a:r>
            <a:r>
              <a:rPr kumimoji="0" lang="en-US" sz="2400" b="0" i="0" u="none" strike="noStrike" kern="1200" cap="none" spc="0" normalizeH="0" baseline="0" noProof="0" dirty="0">
                <a:ln>
                  <a:noFill/>
                </a:ln>
                <a:solidFill>
                  <a:prstClr val="black"/>
                </a:solidFill>
                <a:effectLst/>
                <a:uLnTx/>
                <a:uFillTx/>
                <a:latin typeface="Calibri"/>
                <a:ea typeface="+mn-ea"/>
                <a:cs typeface="+mn-cs"/>
              </a:rPr>
              <a:t> van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variabelen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condities</a:t>
            </a:r>
            <a:r>
              <a:rPr kumimoji="0" lang="en-US" sz="2400" b="0" i="0" u="none" strike="noStrike" kern="1200" cap="none" spc="0" normalizeH="0" baseline="0" noProof="0" dirty="0">
                <a:ln>
                  <a:noFill/>
                </a:ln>
                <a:solidFill>
                  <a:prstClr val="black"/>
                </a:solidFill>
                <a:effectLst/>
                <a:uLnTx/>
                <a:uFillTx/>
                <a:latin typeface="Calibri"/>
                <a:ea typeface="+mn-ea"/>
                <a:cs typeface="+mn-cs"/>
              </a:rPr>
              <a:t>, loops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400" b="0" i="0" u="none" strike="noStrike" kern="1200" cap="none" spc="0" normalizeH="0" baseline="0" noProof="0" dirty="0" err="1">
                <a:ln>
                  <a:noFill/>
                </a:ln>
                <a:solidFill>
                  <a:prstClr val="black"/>
                </a:solidFill>
                <a:effectLst/>
                <a:uLnTx/>
                <a:uFillTx/>
                <a:latin typeface="Calibri"/>
                <a:ea typeface="+mn-ea"/>
                <a:cs typeface="+mn-cs"/>
              </a:rPr>
              <a:t>Programmeertaalonafhankelijke</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vaardigheden</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r>
              <a:rPr kumimoji="0" lang="en-US" sz="2000" b="0" i="0" u="none" strike="noStrike" kern="1200" cap="none" spc="0" normalizeH="0" baseline="0" noProof="0" dirty="0" err="1">
                <a:ln>
                  <a:noFill/>
                </a:ln>
                <a:solidFill>
                  <a:prstClr val="black"/>
                </a:solidFill>
                <a:effectLst/>
                <a:uLnTx/>
                <a:uFillTx/>
                <a:latin typeface="Calibri"/>
                <a:ea typeface="+mn-ea"/>
                <a:cs typeface="+mn-cs"/>
              </a:rPr>
              <a:t>Opdelen</a:t>
            </a:r>
            <a:r>
              <a:rPr kumimoji="0" lang="en-US" sz="2000" b="0" i="0" u="none" strike="noStrike" kern="1200" cap="none" spc="0" normalizeH="0" baseline="0" noProof="0" dirty="0">
                <a:ln>
                  <a:noFill/>
                </a:ln>
                <a:solidFill>
                  <a:prstClr val="black"/>
                </a:solidFill>
                <a:effectLst/>
                <a:uLnTx/>
                <a:uFillTx/>
                <a:latin typeface="Calibri"/>
                <a:ea typeface="+mn-ea"/>
                <a:cs typeface="+mn-cs"/>
              </a:rPr>
              <a:t> van taken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en</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processen</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Basis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voor</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programmeervakken</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binnen</a:t>
            </a:r>
            <a:r>
              <a:rPr kumimoji="0" lang="en-US" sz="2400" b="0" i="0" u="none" strike="noStrike" kern="1200" cap="none" spc="0" normalizeH="0" baseline="0" noProof="0" dirty="0">
                <a:ln>
                  <a:noFill/>
                </a:ln>
                <a:solidFill>
                  <a:prstClr val="black"/>
                </a:solidFill>
                <a:effectLst/>
                <a:uLnTx/>
                <a:uFillTx/>
                <a:latin typeface="Calibri"/>
                <a:ea typeface="+mn-ea"/>
                <a:cs typeface="+mn-cs"/>
              </a:rPr>
              <a:t> HBO-ICT</a:t>
            </a:r>
          </a:p>
        </p:txBody>
      </p:sp>
      <p:pic>
        <p:nvPicPr>
          <p:cNvPr id="2" name="Picture 2">
            <a:extLst>
              <a:ext uri="{FF2B5EF4-FFF2-40B4-BE49-F238E27FC236}">
                <a16:creationId xmlns:a16="http://schemas.microsoft.com/office/drawing/2014/main" id="{BA42E48D-D8E5-DA7B-8AA9-6BBD846DA491}"/>
              </a:ext>
            </a:extLst>
          </p:cNvPr>
          <p:cNvPicPr>
            <a:picLocks noChangeAspect="1"/>
          </p:cNvPicPr>
          <p:nvPr/>
        </p:nvPicPr>
        <p:blipFill rotWithShape="1">
          <a:blip r:embed="rId2"/>
          <a:srcRect r="7999" b="1"/>
          <a:stretch/>
        </p:blipFill>
        <p:spPr>
          <a:xfrm>
            <a:off x="8397856" y="4096088"/>
            <a:ext cx="3275984" cy="2323423"/>
          </a:xfrm>
          <a:prstGeom prst="rect">
            <a:avLst/>
          </a:prstGeom>
        </p:spPr>
      </p:pic>
    </p:spTree>
    <p:extLst>
      <p:ext uri="{BB962C8B-B14F-4D97-AF65-F5344CB8AC3E}">
        <p14:creationId xmlns:p14="http://schemas.microsoft.com/office/powerpoint/2010/main" val="4102763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Afbeelding 10" descr="Afbeelding met clipart, symbool&#10;&#10;Door AI gegenereerde inhoud is mogelijk onjuist.">
            <a:extLst>
              <a:ext uri="{FF2B5EF4-FFF2-40B4-BE49-F238E27FC236}">
                <a16:creationId xmlns:a16="http://schemas.microsoft.com/office/drawing/2014/main" id="{9CB69047-647A-CF6A-34D2-715D2FE9C13A}"/>
              </a:ext>
            </a:extLst>
          </p:cNvPr>
          <p:cNvPicPr>
            <a:picLocks noChangeAspect="1"/>
          </p:cNvPicPr>
          <p:nvPr/>
        </p:nvPicPr>
        <p:blipFill>
          <a:blip r:embed="rId2"/>
          <a:stretch>
            <a:fillRect/>
          </a:stretch>
        </p:blipFill>
        <p:spPr>
          <a:xfrm>
            <a:off x="632788" y="4911727"/>
            <a:ext cx="1128117" cy="1238422"/>
          </a:xfrm>
          <a:prstGeom prst="rect">
            <a:avLst/>
          </a:prstGeom>
        </p:spPr>
      </p:pic>
      <p:sp>
        <p:nvSpPr>
          <p:cNvPr id="2" name="Text Placeholder 2">
            <a:extLst>
              <a:ext uri="{FF2B5EF4-FFF2-40B4-BE49-F238E27FC236}">
                <a16:creationId xmlns:a16="http://schemas.microsoft.com/office/drawing/2014/main" id="{EBE3D986-AAE1-AD5F-049B-5156A7943D20}"/>
              </a:ext>
            </a:extLst>
          </p:cNvPr>
          <p:cNvSpPr txBox="1">
            <a:spLocks/>
          </p:cNvSpPr>
          <p:nvPr/>
        </p:nvSpPr>
        <p:spPr>
          <a:xfrm>
            <a:off x="5780865" y="4705226"/>
            <a:ext cx="5754280" cy="1438448"/>
          </a:xfrm>
          <a:prstGeom prst="rect">
            <a:avLst/>
          </a:prstGeom>
          <a:ln>
            <a:solidFill>
              <a:schemeClr val="accent1"/>
            </a:solidFill>
          </a:ln>
        </p:spPr>
        <p:txBody>
          <a:bodyPr vert="horz" lIns="91440" tIns="45720" rIns="91440" bIns="45720" rtlCol="0" anchor="t" anchorCtr="0">
            <a:normAutofit/>
          </a:bodyPr>
          <a:lstStyle>
            <a:defPPr>
              <a:defRPr lang="nl-NL"/>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kern="0" dirty="0">
                <a:solidFill>
                  <a:prstClr val="black"/>
                </a:solidFill>
                <a:latin typeface="Courier New" panose="02070309020205020404" pitchFamily="49" charset="0"/>
                <a:cs typeface="Courier New" panose="02070309020205020404" pitchFamily="49" charset="0"/>
              </a:rPr>
              <a:t>#include &lt;iostream&gt;</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using namespace std;</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int main() {</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    </a:t>
            </a:r>
            <a:r>
              <a:rPr lang="en-US" sz="1400" kern="0" dirty="0" err="1">
                <a:solidFill>
                  <a:prstClr val="black"/>
                </a:solidFill>
                <a:latin typeface="Courier New" panose="02070309020205020404" pitchFamily="49" charset="0"/>
                <a:cs typeface="Courier New" panose="02070309020205020404" pitchFamily="49" charset="0"/>
              </a:rPr>
              <a:t>cout</a:t>
            </a:r>
            <a:r>
              <a:rPr lang="en-US" sz="1400" kern="0" dirty="0">
                <a:solidFill>
                  <a:prstClr val="black"/>
                </a:solidFill>
                <a:latin typeface="Courier New" panose="02070309020205020404" pitchFamily="49" charset="0"/>
                <a:cs typeface="Courier New" panose="02070309020205020404" pitchFamily="49" charset="0"/>
              </a:rPr>
              <a:t> &lt;&lt; "Hello, World!" &lt;&lt; </a:t>
            </a:r>
            <a:r>
              <a:rPr lang="en-US" sz="1400" kern="0" dirty="0" err="1">
                <a:solidFill>
                  <a:prstClr val="black"/>
                </a:solidFill>
                <a:latin typeface="Courier New" panose="02070309020205020404" pitchFamily="49" charset="0"/>
                <a:cs typeface="Courier New" panose="02070309020205020404" pitchFamily="49" charset="0"/>
              </a:rPr>
              <a:t>endl</a:t>
            </a:r>
            <a:r>
              <a:rPr lang="en-US" sz="1400" kern="0" dirty="0">
                <a:solidFill>
                  <a:prstClr val="black"/>
                </a:solidFill>
                <a:latin typeface="Courier New" panose="02070309020205020404" pitchFamily="49" charset="0"/>
                <a:cs typeface="Courier New" panose="02070309020205020404" pitchFamily="49" charset="0"/>
              </a:rPr>
              <a:t>;</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    return 0;</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a:t>
            </a:r>
            <a:endParaRPr lang="nl-NL" sz="1400" kern="0" dirty="0">
              <a:solidFill>
                <a:prstClr val="black"/>
              </a:solidFill>
              <a:latin typeface="Courier New" panose="02070309020205020404" pitchFamily="49" charset="0"/>
              <a:cs typeface="Courier New" panose="02070309020205020404" pitchFamily="49" charset="0"/>
            </a:endParaRPr>
          </a:p>
        </p:txBody>
      </p:sp>
      <p:pic>
        <p:nvPicPr>
          <p:cNvPr id="3" name="Tijdelijke aanduiding voor afbeelding 27" descr="Afbeelding met Graphics, symbool, cirkel, logo&#10;&#10;Door AI gegenereerde inhoud is mogelijk onjuist.">
            <a:extLst>
              <a:ext uri="{FF2B5EF4-FFF2-40B4-BE49-F238E27FC236}">
                <a16:creationId xmlns:a16="http://schemas.microsoft.com/office/drawing/2014/main" id="{4CE7AAB6-6B82-64B7-542D-C1F87BF6D392}"/>
              </a:ext>
            </a:extLst>
          </p:cNvPr>
          <p:cNvPicPr>
            <a:picLocks noChangeAspect="1"/>
          </p:cNvPicPr>
          <p:nvPr/>
        </p:nvPicPr>
        <p:blipFill>
          <a:blip r:embed="rId3"/>
          <a:srcRect l="-60023" t="-14988" r="-60023" b="-14988"/>
          <a:stretch/>
        </p:blipFill>
        <p:spPr>
          <a:xfrm>
            <a:off x="10441055" y="4788938"/>
            <a:ext cx="1416345" cy="836609"/>
          </a:xfrm>
          <a:prstGeom prst="rect">
            <a:avLst/>
          </a:prstGeom>
          <a:noFill/>
        </p:spPr>
      </p:pic>
      <p:sp>
        <p:nvSpPr>
          <p:cNvPr id="6" name="Text Placeholder 5">
            <a:extLst>
              <a:ext uri="{FF2B5EF4-FFF2-40B4-BE49-F238E27FC236}">
                <a16:creationId xmlns:a16="http://schemas.microsoft.com/office/drawing/2014/main" id="{F011F0C2-E56B-6C62-9FF3-D18D302B1AE5}"/>
              </a:ext>
            </a:extLst>
          </p:cNvPr>
          <p:cNvSpPr txBox="1">
            <a:spLocks/>
          </p:cNvSpPr>
          <p:nvPr/>
        </p:nvSpPr>
        <p:spPr>
          <a:xfrm>
            <a:off x="5781643" y="1537434"/>
            <a:ext cx="5752724" cy="1111857"/>
          </a:xfrm>
          <a:prstGeom prst="rect">
            <a:avLst/>
          </a:prstGeom>
          <a:ln>
            <a:solidFill>
              <a:schemeClr val="accent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l-NL" sz="1400" kern="0" dirty="0">
                <a:solidFill>
                  <a:prstClr val="black"/>
                </a:solidFill>
                <a:latin typeface="Courier New" panose="02070309020205020404" pitchFamily="49" charset="0"/>
                <a:cs typeface="Courier New" panose="02070309020205020404" pitchFamily="49" charset="0"/>
              </a:rPr>
              <a:t>public class </a:t>
            </a:r>
            <a:r>
              <a:rPr lang="nl-NL" sz="1400" kern="0" dirty="0" err="1">
                <a:solidFill>
                  <a:prstClr val="black"/>
                </a:solidFill>
                <a:latin typeface="Courier New" panose="02070309020205020404" pitchFamily="49" charset="0"/>
                <a:cs typeface="Courier New" panose="02070309020205020404" pitchFamily="49" charset="0"/>
              </a:rPr>
              <a:t>Main</a:t>
            </a:r>
            <a:r>
              <a:rPr lang="nl-NL" sz="1400" kern="0" dirty="0">
                <a:solidFill>
                  <a:prstClr val="black"/>
                </a:solidFill>
                <a:latin typeface="Courier New" panose="02070309020205020404" pitchFamily="49" charset="0"/>
                <a:cs typeface="Courier New" panose="02070309020205020404" pitchFamily="49" charset="0"/>
              </a:rPr>
              <a:t> {</a:t>
            </a:r>
            <a:br>
              <a:rPr lang="nl-NL" sz="1400" kern="0" dirty="0">
                <a:solidFill>
                  <a:prstClr val="black"/>
                </a:solidFill>
                <a:latin typeface="Courier New" panose="02070309020205020404" pitchFamily="49" charset="0"/>
                <a:cs typeface="Courier New" panose="02070309020205020404" pitchFamily="49" charset="0"/>
              </a:rPr>
            </a:br>
            <a:r>
              <a:rPr lang="nl-NL" sz="1400" kern="0" dirty="0">
                <a:solidFill>
                  <a:prstClr val="black"/>
                </a:solidFill>
                <a:latin typeface="Courier New" panose="02070309020205020404" pitchFamily="49" charset="0"/>
                <a:cs typeface="Courier New" panose="02070309020205020404" pitchFamily="49" charset="0"/>
              </a:rPr>
              <a:t>    public </a:t>
            </a:r>
            <a:r>
              <a:rPr lang="nl-NL" sz="1400" kern="0" dirty="0" err="1">
                <a:solidFill>
                  <a:prstClr val="black"/>
                </a:solidFill>
                <a:latin typeface="Courier New" panose="02070309020205020404" pitchFamily="49" charset="0"/>
                <a:cs typeface="Courier New" panose="02070309020205020404" pitchFamily="49" charset="0"/>
              </a:rPr>
              <a:t>static</a:t>
            </a:r>
            <a:r>
              <a:rPr lang="nl-NL" sz="1400" kern="0" dirty="0">
                <a:solidFill>
                  <a:prstClr val="black"/>
                </a:solidFill>
                <a:latin typeface="Courier New" panose="02070309020205020404" pitchFamily="49" charset="0"/>
                <a:cs typeface="Courier New" panose="02070309020205020404" pitchFamily="49" charset="0"/>
              </a:rPr>
              <a:t> </a:t>
            </a:r>
            <a:r>
              <a:rPr lang="nl-NL" sz="1400" kern="0" dirty="0" err="1">
                <a:solidFill>
                  <a:prstClr val="black"/>
                </a:solidFill>
                <a:latin typeface="Courier New" panose="02070309020205020404" pitchFamily="49" charset="0"/>
                <a:cs typeface="Courier New" panose="02070309020205020404" pitchFamily="49" charset="0"/>
              </a:rPr>
              <a:t>void</a:t>
            </a:r>
            <a:r>
              <a:rPr lang="nl-NL" sz="1400" kern="0" dirty="0">
                <a:solidFill>
                  <a:prstClr val="black"/>
                </a:solidFill>
                <a:latin typeface="Courier New" panose="02070309020205020404" pitchFamily="49" charset="0"/>
                <a:cs typeface="Courier New" panose="02070309020205020404" pitchFamily="49" charset="0"/>
              </a:rPr>
              <a:t> </a:t>
            </a:r>
            <a:r>
              <a:rPr lang="nl-NL" sz="1400" kern="0" dirty="0" err="1">
                <a:solidFill>
                  <a:prstClr val="black"/>
                </a:solidFill>
                <a:latin typeface="Courier New" panose="02070309020205020404" pitchFamily="49" charset="0"/>
                <a:cs typeface="Courier New" panose="02070309020205020404" pitchFamily="49" charset="0"/>
              </a:rPr>
              <a:t>main</a:t>
            </a:r>
            <a:r>
              <a:rPr lang="nl-NL" sz="1400" kern="0" dirty="0">
                <a:solidFill>
                  <a:prstClr val="black"/>
                </a:solidFill>
                <a:latin typeface="Courier New" panose="02070309020205020404" pitchFamily="49" charset="0"/>
                <a:cs typeface="Courier New" panose="02070309020205020404" pitchFamily="49" charset="0"/>
              </a:rPr>
              <a:t>(String[] </a:t>
            </a:r>
            <a:r>
              <a:rPr lang="nl-NL" sz="1400" kern="0" dirty="0" err="1">
                <a:solidFill>
                  <a:prstClr val="black"/>
                </a:solidFill>
                <a:latin typeface="Courier New" panose="02070309020205020404" pitchFamily="49" charset="0"/>
                <a:cs typeface="Courier New" panose="02070309020205020404" pitchFamily="49" charset="0"/>
              </a:rPr>
              <a:t>args</a:t>
            </a:r>
            <a:r>
              <a:rPr lang="nl-NL" sz="1400" kern="0" dirty="0">
                <a:solidFill>
                  <a:prstClr val="black"/>
                </a:solidFill>
                <a:latin typeface="Courier New" panose="02070309020205020404" pitchFamily="49" charset="0"/>
                <a:cs typeface="Courier New" panose="02070309020205020404" pitchFamily="49" charset="0"/>
              </a:rPr>
              <a:t>) {</a:t>
            </a:r>
            <a:br>
              <a:rPr lang="nl-NL" sz="1400" kern="0" dirty="0">
                <a:solidFill>
                  <a:prstClr val="black"/>
                </a:solidFill>
                <a:latin typeface="Courier New" panose="02070309020205020404" pitchFamily="49" charset="0"/>
                <a:cs typeface="Courier New" panose="02070309020205020404" pitchFamily="49" charset="0"/>
              </a:rPr>
            </a:br>
            <a:r>
              <a:rPr lang="nl-NL" sz="1400" kern="0" dirty="0">
                <a:solidFill>
                  <a:prstClr val="black"/>
                </a:solidFill>
                <a:latin typeface="Courier New" panose="02070309020205020404" pitchFamily="49" charset="0"/>
                <a:cs typeface="Courier New" panose="02070309020205020404" pitchFamily="49" charset="0"/>
              </a:rPr>
              <a:t>        </a:t>
            </a:r>
            <a:r>
              <a:rPr lang="nl-NL" sz="1400" kern="0" dirty="0" err="1">
                <a:solidFill>
                  <a:prstClr val="black"/>
                </a:solidFill>
                <a:latin typeface="Courier New" panose="02070309020205020404" pitchFamily="49" charset="0"/>
                <a:cs typeface="Courier New" panose="02070309020205020404" pitchFamily="49" charset="0"/>
              </a:rPr>
              <a:t>System.out.println</a:t>
            </a:r>
            <a:r>
              <a:rPr lang="nl-NL" sz="1400" kern="0" dirty="0">
                <a:solidFill>
                  <a:prstClr val="black"/>
                </a:solidFill>
                <a:latin typeface="Courier New" panose="02070309020205020404" pitchFamily="49" charset="0"/>
                <a:cs typeface="Courier New" panose="02070309020205020404" pitchFamily="49" charset="0"/>
              </a:rPr>
              <a:t>("Hello, World!");</a:t>
            </a:r>
            <a:br>
              <a:rPr lang="nl-NL" sz="1400" kern="0" dirty="0">
                <a:solidFill>
                  <a:prstClr val="black"/>
                </a:solidFill>
                <a:latin typeface="Courier New" panose="02070309020205020404" pitchFamily="49" charset="0"/>
                <a:cs typeface="Courier New" panose="02070309020205020404" pitchFamily="49" charset="0"/>
              </a:rPr>
            </a:br>
            <a:r>
              <a:rPr lang="nl-NL" sz="1400" kern="0" dirty="0">
                <a:solidFill>
                  <a:prstClr val="black"/>
                </a:solidFill>
                <a:latin typeface="Courier New" panose="02070309020205020404" pitchFamily="49" charset="0"/>
                <a:cs typeface="Courier New" panose="02070309020205020404" pitchFamily="49" charset="0"/>
              </a:rPr>
              <a:t>    }</a:t>
            </a:r>
            <a:br>
              <a:rPr lang="nl-NL" sz="1400" kern="0" dirty="0">
                <a:solidFill>
                  <a:prstClr val="black"/>
                </a:solidFill>
                <a:latin typeface="Courier New" panose="02070309020205020404" pitchFamily="49" charset="0"/>
                <a:cs typeface="Courier New" panose="02070309020205020404" pitchFamily="49" charset="0"/>
              </a:rPr>
            </a:br>
            <a:r>
              <a:rPr lang="nl-NL" sz="1400" kern="0" dirty="0">
                <a:solidFill>
                  <a:prstClr val="black"/>
                </a:solidFill>
                <a:latin typeface="Courier New" panose="02070309020205020404" pitchFamily="49" charset="0"/>
                <a:cs typeface="Courier New" panose="02070309020205020404" pitchFamily="49" charset="0"/>
              </a:rPr>
              <a:t>}</a:t>
            </a:r>
          </a:p>
        </p:txBody>
      </p:sp>
      <p:pic>
        <p:nvPicPr>
          <p:cNvPr id="7" name="Tijdelijke aanduiding voor afbeelding 31" descr="Afbeelding met Graphics, Lettertype, poster, grafische vormgeving">
            <a:extLst>
              <a:ext uri="{FF2B5EF4-FFF2-40B4-BE49-F238E27FC236}">
                <a16:creationId xmlns:a16="http://schemas.microsoft.com/office/drawing/2014/main" id="{238732C6-4992-FC33-7D60-1622CE6BFA5E}"/>
              </a:ext>
            </a:extLst>
          </p:cNvPr>
          <p:cNvPicPr>
            <a:picLocks noChangeAspect="1"/>
          </p:cNvPicPr>
          <p:nvPr/>
        </p:nvPicPr>
        <p:blipFill>
          <a:blip r:embed="rId4"/>
          <a:srcRect l="-166722" t="-14988" r="-166722" b="-14988"/>
          <a:stretch/>
        </p:blipFill>
        <p:spPr>
          <a:xfrm>
            <a:off x="10101138" y="1486363"/>
            <a:ext cx="2016125" cy="1007635"/>
          </a:xfrm>
          <a:prstGeom prst="rect">
            <a:avLst/>
          </a:prstGeom>
          <a:noFill/>
        </p:spPr>
      </p:pic>
      <p:sp>
        <p:nvSpPr>
          <p:cNvPr id="8" name="Text Placeholder 7">
            <a:extLst>
              <a:ext uri="{FF2B5EF4-FFF2-40B4-BE49-F238E27FC236}">
                <a16:creationId xmlns:a16="http://schemas.microsoft.com/office/drawing/2014/main" id="{12152F51-026D-3701-D3B8-8AA2ABFE0500}"/>
              </a:ext>
            </a:extLst>
          </p:cNvPr>
          <p:cNvSpPr txBox="1">
            <a:spLocks/>
          </p:cNvSpPr>
          <p:nvPr/>
        </p:nvSpPr>
        <p:spPr>
          <a:xfrm>
            <a:off x="5781643" y="3121330"/>
            <a:ext cx="5752724" cy="1111857"/>
          </a:xfrm>
          <a:prstGeom prst="rect">
            <a:avLst/>
          </a:prstGeom>
          <a:ln>
            <a:solidFill>
              <a:schemeClr val="accent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kern="0" dirty="0">
                <a:solidFill>
                  <a:prstClr val="black"/>
                </a:solidFill>
                <a:latin typeface="Courier New" panose="02070309020205020404" pitchFamily="49" charset="0"/>
                <a:cs typeface="Courier New" panose="02070309020205020404" pitchFamily="49" charset="0"/>
              </a:rPr>
              <a:t>#include &lt;</a:t>
            </a:r>
            <a:r>
              <a:rPr lang="en-US" sz="1400" kern="0" dirty="0" err="1">
                <a:solidFill>
                  <a:prstClr val="black"/>
                </a:solidFill>
                <a:latin typeface="Courier New" panose="02070309020205020404" pitchFamily="49" charset="0"/>
                <a:cs typeface="Courier New" panose="02070309020205020404" pitchFamily="49" charset="0"/>
              </a:rPr>
              <a:t>stdio.h</a:t>
            </a:r>
            <a:r>
              <a:rPr lang="en-US" sz="1400" kern="0" dirty="0">
                <a:solidFill>
                  <a:prstClr val="black"/>
                </a:solidFill>
                <a:latin typeface="Courier New" panose="02070309020205020404" pitchFamily="49" charset="0"/>
                <a:cs typeface="Courier New" panose="02070309020205020404" pitchFamily="49" charset="0"/>
              </a:rPr>
              <a:t>&gt;</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int main() {</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    </a:t>
            </a:r>
            <a:r>
              <a:rPr lang="en-US" sz="1400" kern="0" dirty="0" err="1">
                <a:solidFill>
                  <a:prstClr val="black"/>
                </a:solidFill>
                <a:latin typeface="Courier New" panose="02070309020205020404" pitchFamily="49" charset="0"/>
                <a:cs typeface="Courier New" panose="02070309020205020404" pitchFamily="49" charset="0"/>
              </a:rPr>
              <a:t>printf</a:t>
            </a:r>
            <a:r>
              <a:rPr lang="en-US" sz="1400" kern="0" dirty="0">
                <a:solidFill>
                  <a:prstClr val="black"/>
                </a:solidFill>
                <a:latin typeface="Courier New" panose="02070309020205020404" pitchFamily="49" charset="0"/>
                <a:cs typeface="Courier New" panose="02070309020205020404" pitchFamily="49" charset="0"/>
              </a:rPr>
              <a:t>("Hello, World!\n");</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    return 0;</a:t>
            </a:r>
            <a:br>
              <a:rPr lang="en-US" sz="1400" kern="0" dirty="0">
                <a:solidFill>
                  <a:prstClr val="black"/>
                </a:solidFill>
                <a:latin typeface="Courier New" panose="02070309020205020404" pitchFamily="49" charset="0"/>
                <a:cs typeface="Courier New" panose="02070309020205020404" pitchFamily="49" charset="0"/>
              </a:rPr>
            </a:br>
            <a:r>
              <a:rPr lang="en-US" sz="1400" kern="0" dirty="0">
                <a:solidFill>
                  <a:prstClr val="black"/>
                </a:solidFill>
                <a:latin typeface="Courier New" panose="02070309020205020404" pitchFamily="49" charset="0"/>
                <a:cs typeface="Courier New" panose="02070309020205020404" pitchFamily="49" charset="0"/>
              </a:rPr>
              <a:t>}</a:t>
            </a:r>
            <a:endParaRPr lang="nl-NL" sz="1400" kern="0" dirty="0">
              <a:solidFill>
                <a:prstClr val="black"/>
              </a:solidFill>
              <a:latin typeface="Courier New" panose="02070309020205020404" pitchFamily="49" charset="0"/>
              <a:cs typeface="Courier New" panose="02070309020205020404" pitchFamily="49" charset="0"/>
            </a:endParaRPr>
          </a:p>
        </p:txBody>
      </p:sp>
      <p:pic>
        <p:nvPicPr>
          <p:cNvPr id="9" name="Tijdelijke aanduiding voor afbeelding 33" descr="Afbeelding met cirkel, symbool, Graphics&#10;&#10;Door AI gegenereerde inhoud is mogelijk onjuist.">
            <a:extLst>
              <a:ext uri="{FF2B5EF4-FFF2-40B4-BE49-F238E27FC236}">
                <a16:creationId xmlns:a16="http://schemas.microsoft.com/office/drawing/2014/main" id="{11D3A366-CC9E-5C79-BB0C-1AA1EC862308}"/>
              </a:ext>
            </a:extLst>
          </p:cNvPr>
          <p:cNvPicPr>
            <a:picLocks noChangeAspect="1"/>
          </p:cNvPicPr>
          <p:nvPr/>
        </p:nvPicPr>
        <p:blipFill>
          <a:blip r:embed="rId5"/>
          <a:srcRect l="-63012" t="-24272" r="-63012" b="-24272"/>
          <a:stretch/>
        </p:blipFill>
        <p:spPr>
          <a:xfrm>
            <a:off x="10407511" y="3041750"/>
            <a:ext cx="1451609" cy="912611"/>
          </a:xfrm>
          <a:prstGeom prst="rect">
            <a:avLst/>
          </a:prstGeom>
          <a:noFill/>
        </p:spPr>
      </p:pic>
      <p:sp>
        <p:nvSpPr>
          <p:cNvPr id="5" name="Title 1">
            <a:extLst>
              <a:ext uri="{FF2B5EF4-FFF2-40B4-BE49-F238E27FC236}">
                <a16:creationId xmlns:a16="http://schemas.microsoft.com/office/drawing/2014/main" id="{4FF62249-DC3A-4D70-8765-202823F74DC3}"/>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3600" b="1" i="0" u="none" strike="noStrike" kern="0" cap="none" spc="0" normalizeH="0" baseline="0" noProof="0">
              <a:ln>
                <a:noFill/>
              </a:ln>
              <a:solidFill>
                <a:prstClr val="black"/>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err="1">
                <a:ln>
                  <a:noFill/>
                </a:ln>
                <a:solidFill>
                  <a:prstClr val="black"/>
                </a:solidFill>
                <a:effectLst/>
                <a:uLnTx/>
                <a:uFillTx/>
              </a:rPr>
              <a:t>Waarom</a:t>
            </a:r>
            <a:r>
              <a:rPr kumimoji="0" lang="en-US" sz="3600" b="1" i="0" u="none" strike="noStrike" kern="0" cap="none" spc="0" normalizeH="0" baseline="0" noProof="0">
                <a:ln>
                  <a:noFill/>
                </a:ln>
                <a:solidFill>
                  <a:prstClr val="black"/>
                </a:solidFill>
                <a:effectLst/>
                <a:uLnTx/>
                <a:uFillTx/>
              </a:rPr>
              <a:t> Python?</a:t>
            </a:r>
            <a:endParaRPr kumimoji="0" lang="en-US" sz="2000" b="0" i="0" u="none" strike="noStrike" kern="0" cap="none" spc="0" normalizeH="0" baseline="0" noProof="0">
              <a:ln>
                <a:noFill/>
              </a:ln>
              <a:solidFill>
                <a:prstClr val="black"/>
              </a:solidFill>
              <a:effectLst/>
              <a:uLnTx/>
              <a:uFillTx/>
            </a:endParaRPr>
          </a:p>
        </p:txBody>
      </p:sp>
      <p:sp>
        <p:nvSpPr>
          <p:cNvPr id="10" name="Content Placeholder 7">
            <a:extLst>
              <a:ext uri="{FF2B5EF4-FFF2-40B4-BE49-F238E27FC236}">
                <a16:creationId xmlns:a16="http://schemas.microsoft.com/office/drawing/2014/main" id="{0254CF89-CFE2-9EC9-65A9-EE55A324C6AE}"/>
              </a:ext>
            </a:extLst>
          </p:cNvPr>
          <p:cNvSpPr txBox="1">
            <a:spLocks/>
          </p:cNvSpPr>
          <p:nvPr/>
        </p:nvSpPr>
        <p:spPr>
          <a:xfrm>
            <a:off x="552450" y="1803312"/>
            <a:ext cx="5040313" cy="4346837"/>
          </a:xfrm>
          <a:prstGeom prst="rect">
            <a:avLst/>
          </a:prstGeom>
        </p:spPr>
        <p:txBody>
          <a:bodyPr vert="horz" lIns="0" tIns="45720" rIns="91440" bIns="45720" numCol="1" spcCol="1008000" rtlCol="0">
            <a:normAutofit/>
          </a:bodyPr>
          <a:lstStyle>
            <a:lvl1pPr marL="0" indent="0" algn="l" defTabSz="914400" rtl="0" eaLnBrk="1" latinLnBrk="0" hangingPunct="1">
              <a:lnSpc>
                <a:spcPct val="110000"/>
              </a:lnSpc>
              <a:spcBef>
                <a:spcPts val="600"/>
              </a:spcBef>
              <a:buClr>
                <a:srgbClr val="0099D4"/>
              </a:buClr>
              <a:buFont typeface="Arial" panose="020B0604020202020204" pitchFamily="34" charset="0"/>
              <a:buNone/>
              <a:tabLst/>
              <a:defRPr sz="1800" b="0" i="0" kern="1200">
                <a:solidFill>
                  <a:schemeClr val="tx1"/>
                </a:solidFill>
                <a:latin typeface="Arial" panose="020B0604020202020204" pitchFamily="34" charset="0"/>
                <a:ea typeface="+mn-ea"/>
                <a:cs typeface="+mn-cs"/>
              </a:defRPr>
            </a:lvl1pPr>
            <a:lvl2pPr marL="269875" indent="-263525"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2pPr>
            <a:lvl3pPr marL="533400" indent="-263525"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3pPr>
            <a:lvl4pPr marL="804863" indent="-271463"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4pPr>
            <a:lvl5pPr marL="1068388" indent="-263525"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Snel programmeren</a:t>
            </a: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Concepten zijn bruikbaar in andere talen</a:t>
            </a: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Veel ingebouwde modules en </a:t>
            </a:r>
            <a:r>
              <a:rPr kumimoji="0" lang="nl-NL" sz="1800" b="0" i="0" u="none" strike="noStrike" kern="1200" cap="none" spc="0" normalizeH="0" baseline="0" noProof="0" dirty="0" err="1">
                <a:ln>
                  <a:noFill/>
                </a:ln>
                <a:solidFill>
                  <a:sysClr val="windowText" lastClr="000000"/>
                </a:solidFill>
                <a:effectLst/>
                <a:uLnTx/>
                <a:uFillTx/>
                <a:latin typeface="Calibri"/>
                <a:ea typeface="+mn-ea"/>
                <a:cs typeface="+mn-cs"/>
              </a:rPr>
              <a:t>uitbreidbaar</a:t>
            </a:r>
            <a:endParaRPr kumimoji="0" lang="nl-NL" sz="1800" b="0" i="0" u="none" strike="noStrike" kern="1200" cap="none" spc="0" normalizeH="0" baseline="0" noProof="0" dirty="0">
              <a:ln>
                <a:noFill/>
              </a:ln>
              <a:solidFill>
                <a:sysClr val="windowText" lastClr="000000"/>
              </a:solidFill>
              <a:effectLst/>
              <a:uLnTx/>
              <a:uFillTx/>
              <a:latin typeface="Calibri"/>
              <a:ea typeface="+mn-ea"/>
              <a:cs typeface="+mn-cs"/>
            </a:endParaRP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Platformonafhankelijk</a:t>
            </a: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Netjes programmeren (o.a. </a:t>
            </a:r>
            <a:r>
              <a:rPr kumimoji="0" lang="nl-NL" sz="1800" b="0" i="1" u="none" strike="noStrike" kern="1200" cap="none" spc="0" normalizeH="0" baseline="0" noProof="0" dirty="0" err="1">
                <a:ln>
                  <a:noFill/>
                </a:ln>
                <a:solidFill>
                  <a:sysClr val="windowText" lastClr="000000"/>
                </a:solidFill>
                <a:effectLst/>
                <a:uLnTx/>
                <a:uFillTx/>
                <a:latin typeface="Calibri"/>
                <a:ea typeface="+mn-ea"/>
                <a:cs typeface="+mn-cs"/>
              </a:rPr>
              <a:t>indentation</a:t>
            </a: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a:t>
            </a: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Makkelijk te leren, lijkt op natuurlijke taal</a:t>
            </a: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Wordt o.a. gebruikt door Google, </a:t>
            </a:r>
            <a:r>
              <a:rPr kumimoji="0" lang="nl-NL" sz="1800" b="0" i="0" u="none" strike="noStrike" kern="1200" cap="none" spc="0" normalizeH="0" baseline="0" noProof="0" dirty="0" err="1">
                <a:ln>
                  <a:noFill/>
                </a:ln>
                <a:solidFill>
                  <a:sysClr val="windowText" lastClr="000000"/>
                </a:solidFill>
                <a:effectLst/>
                <a:uLnTx/>
                <a:uFillTx/>
                <a:latin typeface="Calibri"/>
                <a:ea typeface="+mn-ea"/>
                <a:cs typeface="+mn-cs"/>
              </a:rPr>
              <a:t>Pixar</a:t>
            </a: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 NASA</a:t>
            </a: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endParaRPr lang="nl-NL" dirty="0">
              <a:solidFill>
                <a:sysClr val="windowText" lastClr="000000"/>
              </a:solidFill>
              <a:latin typeface="Calibri"/>
              <a:sym typeface="Arial"/>
            </a:endParaRPr>
          </a:p>
          <a:p>
            <a:pPr marL="400050" marR="0" lvl="0" indent="-342900" algn="l" defTabSz="457200" rtl="0" eaLnBrk="1" fontAlgn="auto" latinLnBrk="0" hangingPunct="1">
              <a:lnSpc>
                <a:spcPct val="100000"/>
              </a:lnSpc>
              <a:spcBef>
                <a:spcPts val="480"/>
              </a:spcBef>
              <a:spcAft>
                <a:spcPts val="0"/>
              </a:spcAft>
              <a:buClrTx/>
              <a:buSzPct val="100000"/>
              <a:buFont typeface="Arial"/>
              <a:buChar char="•"/>
              <a:tabLst/>
              <a:defRPr/>
            </a:pPr>
            <a:endParaRPr kumimoji="0" lang="nl-NL" sz="1800" b="0" i="0" u="none" strike="noStrike" kern="1200" cap="none" spc="0" normalizeH="0" baseline="0" noProof="0" dirty="0">
              <a:ln>
                <a:noFill/>
              </a:ln>
              <a:solidFill>
                <a:sysClr val="windowText" lastClr="000000"/>
              </a:solidFill>
              <a:effectLst/>
              <a:uLnTx/>
              <a:uFillTx/>
              <a:latin typeface="Calibri"/>
              <a:ea typeface="Arial"/>
              <a:cs typeface="Arial"/>
              <a:sym typeface="Arial"/>
            </a:endParaRPr>
          </a:p>
          <a:p>
            <a:pPr marL="57150" marR="0" lvl="0" algn="l" defTabSz="457200" rtl="0" eaLnBrk="1" fontAlgn="auto" latinLnBrk="0" hangingPunct="1">
              <a:lnSpc>
                <a:spcPct val="100000"/>
              </a:lnSpc>
              <a:spcBef>
                <a:spcPts val="480"/>
              </a:spcBef>
              <a:spcAft>
                <a:spcPts val="0"/>
              </a:spcAft>
              <a:buClrTx/>
              <a:buSzPct val="100000"/>
              <a:tabLst/>
              <a:defRPr/>
            </a:pPr>
            <a:endParaRPr kumimoji="0" lang="nl-NL" sz="1800" b="0" i="0" u="none" strike="noStrike" kern="1200" cap="none" spc="0" normalizeH="0" baseline="0" noProof="0" dirty="0">
              <a:ln>
                <a:noFill/>
              </a:ln>
              <a:solidFill>
                <a:sysClr val="windowText" lastClr="000000"/>
              </a:solidFill>
              <a:effectLst/>
              <a:uLnTx/>
              <a:uFillTx/>
              <a:latin typeface="Arial"/>
              <a:ea typeface="Arial"/>
              <a:cs typeface="Arial"/>
              <a:sym typeface="Arial"/>
            </a:endParaRPr>
          </a:p>
          <a:p>
            <a:pPr marL="57150" marR="0" lvl="0" algn="l" defTabSz="457200" rtl="0" eaLnBrk="1" fontAlgn="auto" latinLnBrk="0" hangingPunct="1">
              <a:lnSpc>
                <a:spcPct val="100000"/>
              </a:lnSpc>
              <a:spcBef>
                <a:spcPts val="480"/>
              </a:spcBef>
              <a:spcAft>
                <a:spcPts val="0"/>
              </a:spcAft>
              <a:buClrTx/>
              <a:buSzPct val="100000"/>
              <a:tabLst/>
              <a:defRPr/>
            </a:pPr>
            <a:r>
              <a:rPr kumimoji="0" lang="nl-NL" sz="1800" b="0" i="0" u="none" strike="noStrike" kern="1200" cap="none" spc="0" normalizeH="0" baseline="0" noProof="0" dirty="0">
                <a:ln>
                  <a:noFill/>
                </a:ln>
                <a:solidFill>
                  <a:sysClr val="windowText" lastClr="000000"/>
                </a:solidFill>
                <a:effectLst/>
                <a:uLnTx/>
                <a:uFillTx/>
                <a:latin typeface="Arial"/>
                <a:ea typeface="Arial"/>
                <a:cs typeface="Arial"/>
                <a:sym typeface="Arial"/>
              </a:rPr>
              <a:t>		</a:t>
            </a:r>
            <a:r>
              <a:rPr kumimoji="0" lang="nl-NL" sz="1800" b="0" i="0" u="none" strike="noStrike" kern="1200" cap="none" spc="0" normalizeH="0" baseline="0" noProof="0" dirty="0">
                <a:ln>
                  <a:noFill/>
                </a:ln>
                <a:solidFill>
                  <a:sysClr val="windowText" lastClr="000000"/>
                </a:solidFill>
                <a:effectLst/>
                <a:uLnTx/>
                <a:uFillTx/>
                <a:latin typeface="Consolas" panose="020B0609020204030204" pitchFamily="49" charset="0"/>
                <a:ea typeface="Arial"/>
                <a:cs typeface="Arial"/>
                <a:sym typeface="Arial"/>
              </a:rPr>
              <a:t>print("Hello, </a:t>
            </a:r>
            <a:r>
              <a:rPr kumimoji="0" lang="nl-NL" sz="1800" b="0" i="0" u="none" strike="noStrike" kern="1200" cap="none" spc="0" normalizeH="0" baseline="0" noProof="0" dirty="0" err="1">
                <a:ln>
                  <a:noFill/>
                </a:ln>
                <a:solidFill>
                  <a:sysClr val="windowText" lastClr="000000"/>
                </a:solidFill>
                <a:effectLst/>
                <a:uLnTx/>
                <a:uFillTx/>
                <a:latin typeface="Consolas" panose="020B0609020204030204" pitchFamily="49" charset="0"/>
                <a:ea typeface="Arial"/>
                <a:cs typeface="Arial"/>
                <a:sym typeface="Arial"/>
              </a:rPr>
              <a:t>world</a:t>
            </a:r>
            <a:r>
              <a:rPr kumimoji="0" lang="nl-NL" sz="1800" b="0" i="0" u="none" strike="noStrike" kern="1200" cap="none" spc="0" normalizeH="0" baseline="0" noProof="0" dirty="0">
                <a:ln>
                  <a:noFill/>
                </a:ln>
                <a:solidFill>
                  <a:sysClr val="windowText" lastClr="000000"/>
                </a:solidFill>
                <a:effectLst/>
                <a:uLnTx/>
                <a:uFillTx/>
                <a:latin typeface="Consolas" panose="020B0609020204030204" pitchFamily="49" charset="0"/>
                <a:ea typeface="Arial"/>
                <a:cs typeface="Arial"/>
                <a:sym typeface="Arial"/>
              </a:rPr>
              <a:t>!")</a:t>
            </a:r>
          </a:p>
        </p:txBody>
      </p:sp>
    </p:spTree>
    <p:extLst>
      <p:ext uri="{BB962C8B-B14F-4D97-AF65-F5344CB8AC3E}">
        <p14:creationId xmlns:p14="http://schemas.microsoft.com/office/powerpoint/2010/main" val="3783870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1A604981-BBE3-404F-A5DB-4F0D468E9C04}"/>
              </a:ext>
            </a:extLst>
          </p:cNvPr>
          <p:cNvSpPr txBox="1">
            <a:spLocks/>
          </p:cNvSpPr>
          <p:nvPr/>
        </p:nvSpPr>
        <p:spPr>
          <a:xfrm>
            <a:off x="457199" y="1691644"/>
            <a:ext cx="10525329" cy="4834152"/>
          </a:xfrm>
          <a:prstGeom prst="rect">
            <a:avLst/>
          </a:prstGeom>
        </p:spPr>
        <p:txBody>
          <a:bodyPr vert="horz" lIns="91440" tIns="45720" rIns="91440" bIns="45720" rtlCol="0">
            <a:normAutofit fontScale="70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20000"/>
              </a:lnSpc>
              <a:spcBef>
                <a:spcPct val="20000"/>
              </a:spcBef>
              <a:spcAft>
                <a:spcPts val="0"/>
              </a:spcAft>
              <a:buClrTx/>
              <a:buSzTx/>
              <a:buFont typeface="Arial"/>
              <a:buChar char="•"/>
              <a:tabLst/>
              <a:defRPr/>
            </a:pPr>
            <a:r>
              <a:rPr kumimoji="0" lang="nl-NL" sz="2800" b="1" i="0" u="none" strike="noStrike" kern="1200" cap="none" spc="0" normalizeH="0" baseline="0" noProof="0" dirty="0" err="1">
                <a:ln>
                  <a:noFill/>
                </a:ln>
                <a:solidFill>
                  <a:sysClr val="windowText" lastClr="000000"/>
                </a:solidFill>
                <a:effectLst/>
                <a:uLnTx/>
                <a:uFillTx/>
                <a:latin typeface="Calibri"/>
                <a:ea typeface="+mn-ea"/>
                <a:cs typeface="+mn-cs"/>
              </a:rPr>
              <a:t>Portfolioitems</a:t>
            </a:r>
            <a:r>
              <a:rPr lang="nl-NL" sz="2800" dirty="0">
                <a:solidFill>
                  <a:sysClr val="windowText" lastClr="000000"/>
                </a:solidFill>
                <a:latin typeface="Calibri"/>
              </a:rPr>
              <a:t> (resultaat VD / NVD)</a:t>
            </a:r>
            <a:endParaRPr kumimoji="0" lang="nl-NL" sz="2800" b="0" i="0" u="none" strike="noStrike" kern="1200" cap="none" spc="0" normalizeH="0" baseline="0" noProof="0" dirty="0">
              <a:ln>
                <a:noFill/>
              </a:ln>
              <a:solidFill>
                <a:sysClr val="windowText" lastClr="000000"/>
              </a:solidFill>
              <a:effectLst/>
              <a:uLnTx/>
              <a:uFillTx/>
              <a:latin typeface="Calibri"/>
              <a:ea typeface="+mn-ea"/>
              <a:cs typeface="+mn-cs"/>
            </a:endParaRPr>
          </a:p>
          <a:p>
            <a:pPr lvl="1">
              <a:lnSpc>
                <a:spcPct val="120000"/>
              </a:lnSpc>
              <a:defRPr/>
            </a:pPr>
            <a:r>
              <a:rPr lang="nl-NL" sz="2400" dirty="0">
                <a:solidFill>
                  <a:sysClr val="windowText" lastClr="000000"/>
                </a:solidFill>
                <a:latin typeface="Calibri"/>
              </a:rPr>
              <a:t>O1-SD: NS-Functies</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(2 punten)</a:t>
            </a:r>
            <a:endParaRPr kumimoji="0" lang="nl-NL" b="0" i="0" u="none" strike="noStrike" kern="1200" cap="none" spc="0" normalizeH="0" baseline="0" noProof="0" dirty="0">
              <a:ln>
                <a:noFill/>
              </a:ln>
              <a:solidFill>
                <a:sysClr val="windowText" lastClr="000000"/>
              </a:solidFill>
              <a:effectLst/>
              <a:uLnTx/>
              <a:uFillTx/>
              <a:latin typeface="Calibri"/>
              <a:ea typeface="+mn-ea"/>
              <a:cs typeface="+mn-cs"/>
            </a:endParaRPr>
          </a:p>
          <a:p>
            <a:pPr lvl="2">
              <a:lnSpc>
                <a:spcPct val="120000"/>
              </a:lnSpc>
              <a:buFont typeface="Calibri" panose="020F0502020204030204" pitchFamily="34" charset="0"/>
              <a:buChar char="–"/>
              <a:defRPr/>
            </a:pPr>
            <a:r>
              <a:rPr kumimoji="0" lang="nl-NL" sz="2000" b="0" i="0" u="none" strike="noStrike" kern="1200" cap="none" spc="0" normalizeH="0" baseline="0" noProof="0" dirty="0">
                <a:ln>
                  <a:noFill/>
                </a:ln>
                <a:solidFill>
                  <a:sysClr val="windowText" lastClr="000000"/>
                </a:solidFill>
                <a:effectLst/>
                <a:uLnTx/>
                <a:uFillTx/>
                <a:latin typeface="Calibri"/>
                <a:ea typeface="+mn-ea"/>
                <a:cs typeface="+mn-cs"/>
              </a:rPr>
              <a:t>Inleveren op Canvas</a:t>
            </a:r>
          </a:p>
          <a:p>
            <a:pPr lvl="2">
              <a:lnSpc>
                <a:spcPct val="120000"/>
              </a:lnSpc>
              <a:buFont typeface="Calibri" panose="020F0502020204030204" pitchFamily="34" charset="0"/>
              <a:buChar char="–"/>
              <a:defRPr/>
            </a:pPr>
            <a:r>
              <a:rPr kumimoji="0" lang="nl-NL" sz="2000" b="0" i="0" u="none" strike="noStrike" kern="1200" cap="none" spc="0" normalizeH="0" baseline="0" noProof="0" dirty="0">
                <a:ln>
                  <a:noFill/>
                </a:ln>
                <a:solidFill>
                  <a:sysClr val="windowText" lastClr="000000"/>
                </a:solidFill>
                <a:effectLst/>
                <a:uLnTx/>
                <a:uFillTx/>
                <a:latin typeface="Calibri"/>
                <a:ea typeface="+mn-ea"/>
                <a:cs typeface="+mn-cs"/>
              </a:rPr>
              <a:t>Gesprek (CGI – Criterium Gericht Interview) met docent</a:t>
            </a:r>
          </a:p>
          <a:p>
            <a:pPr lvl="1">
              <a:lnSpc>
                <a:spcPct val="120000"/>
              </a:lnSpc>
              <a:defRPr/>
            </a:pPr>
            <a:r>
              <a:rPr lang="nl-NL" sz="2400" dirty="0">
                <a:solidFill>
                  <a:sysClr val="windowText" lastClr="000000"/>
                </a:solidFill>
                <a:latin typeface="Calibri"/>
              </a:rPr>
              <a:t>O2-SD: Bagagekluizen (4 punten)</a:t>
            </a:r>
          </a:p>
          <a:p>
            <a:pPr lvl="2">
              <a:lnSpc>
                <a:spcPct val="120000"/>
              </a:lnSpc>
              <a:buFont typeface="Calibri" panose="020F0502020204030204" pitchFamily="34" charset="0"/>
              <a:buChar char="–"/>
              <a:defRPr/>
            </a:pPr>
            <a:r>
              <a:rPr kumimoji="0" lang="nl-NL" sz="2000" b="0" i="0" u="none" strike="noStrike" kern="1200" cap="none" spc="0" normalizeH="0" baseline="0" noProof="0" dirty="0" err="1">
                <a:ln>
                  <a:noFill/>
                </a:ln>
                <a:solidFill>
                  <a:sysClr val="windowText" lastClr="000000"/>
                </a:solidFill>
                <a:effectLst/>
                <a:uLnTx/>
                <a:uFillTx/>
                <a:latin typeface="Calibri"/>
                <a:ea typeface="+mn-ea"/>
                <a:cs typeface="+mn-cs"/>
              </a:rPr>
              <a:t>Inlevere</a:t>
            </a:r>
            <a:r>
              <a:rPr lang="nl-NL" sz="2000" dirty="0">
                <a:solidFill>
                  <a:sysClr val="windowText" lastClr="000000"/>
                </a:solidFill>
                <a:latin typeface="Calibri"/>
              </a:rPr>
              <a:t>n op Canvas</a:t>
            </a:r>
          </a:p>
          <a:p>
            <a:pPr lvl="2">
              <a:lnSpc>
                <a:spcPct val="120000"/>
              </a:lnSpc>
              <a:buFont typeface="Calibri" panose="020F0502020204030204" pitchFamily="34" charset="0"/>
              <a:buChar char="–"/>
              <a:defRPr/>
            </a:pPr>
            <a:r>
              <a:rPr lang="nl-NL" sz="2000" dirty="0">
                <a:solidFill>
                  <a:sysClr val="windowText" lastClr="000000"/>
                </a:solidFill>
                <a:latin typeface="Calibri"/>
              </a:rPr>
              <a:t>Gesprek (CGI) met docent</a:t>
            </a:r>
          </a:p>
          <a:p>
            <a:pPr lvl="1">
              <a:lnSpc>
                <a:spcPct val="120000"/>
              </a:lnSpc>
              <a:buFont typeface="Calibri" panose="020F0502020204030204" pitchFamily="34" charset="0"/>
              <a:buChar char="–"/>
              <a:defRPr/>
            </a:pPr>
            <a:r>
              <a:rPr kumimoji="0" lang="nl-NL" sz="2400" b="0" i="0" u="none" strike="noStrike" kern="1200" cap="none" spc="0" normalizeH="0" baseline="0" noProof="0" dirty="0" err="1">
                <a:ln>
                  <a:noFill/>
                </a:ln>
                <a:solidFill>
                  <a:sysClr val="windowText" lastClr="000000"/>
                </a:solidFill>
                <a:effectLst/>
                <a:uLnTx/>
                <a:uFillTx/>
                <a:latin typeface="Calibri"/>
                <a:ea typeface="+mn-ea"/>
                <a:cs typeface="+mn-cs"/>
              </a:rPr>
              <a:t>T</a:t>
            </a:r>
            <a:r>
              <a:rPr kumimoji="0" lang="nl-NL" sz="2400" b="0" i="0" u="none" strike="noStrike" kern="1200" cap="none" spc="0" normalizeH="0" baseline="-25000" noProof="0" dirty="0" err="1">
                <a:ln>
                  <a:noFill/>
                </a:ln>
                <a:solidFill>
                  <a:sysClr val="windowText" lastClr="000000"/>
                </a:solidFill>
                <a:effectLst/>
                <a:uLnTx/>
                <a:uFillTx/>
                <a:latin typeface="Calibri"/>
                <a:ea typeface="+mn-ea"/>
                <a:cs typeface="+mn-cs"/>
              </a:rPr>
              <a:t>x</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-PROG: Toets op locatie: minitentamen (10 punten)</a:t>
            </a:r>
          </a:p>
          <a:p>
            <a:pPr lvl="2" indent="-285750">
              <a:lnSpc>
                <a:spcPct val="120000"/>
              </a:lnSpc>
              <a:buFont typeface="Arial"/>
              <a:buChar char="–"/>
              <a:defRPr/>
            </a:pPr>
            <a:r>
              <a:rPr lang="nl-NL" sz="2000" dirty="0">
                <a:solidFill>
                  <a:sysClr val="windowText" lastClr="000000"/>
                </a:solidFill>
                <a:latin typeface="Calibri"/>
              </a:rPr>
              <a:t>Toets (digitaal, </a:t>
            </a:r>
            <a:r>
              <a:rPr lang="nl-NL" sz="2000" dirty="0" err="1">
                <a:solidFill>
                  <a:sysClr val="windowText" lastClr="000000"/>
                </a:solidFill>
                <a:latin typeface="Calibri"/>
              </a:rPr>
              <a:t>Testvision</a:t>
            </a:r>
            <a:r>
              <a:rPr lang="nl-NL" sz="2000" dirty="0">
                <a:solidFill>
                  <a:sysClr val="windowText" lastClr="000000"/>
                </a:solidFill>
                <a:latin typeface="Calibri"/>
              </a:rPr>
              <a:t>) om het kennisniveau te peilen </a:t>
            </a:r>
          </a:p>
          <a:p>
            <a:pPr lvl="2" indent="-285750">
              <a:lnSpc>
                <a:spcPct val="120000"/>
              </a:lnSpc>
              <a:buFont typeface="Arial"/>
              <a:buChar char="–"/>
              <a:defRPr/>
            </a:pPr>
            <a:r>
              <a:rPr lang="nl-NL" sz="2000" dirty="0">
                <a:solidFill>
                  <a:sysClr val="windowText" lastClr="000000"/>
                </a:solidFill>
                <a:latin typeface="Calibri"/>
              </a:rPr>
              <a:t>Let op: op je eigen laptop &amp; geen IDE-ondersteuning beschikbaar!</a:t>
            </a:r>
          </a:p>
          <a:p>
            <a:pPr lvl="2" indent="-285750">
              <a:lnSpc>
                <a:spcPct val="120000"/>
              </a:lnSpc>
              <a:buFont typeface="Arial"/>
              <a:buChar char="–"/>
              <a:defRPr/>
            </a:pP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20000"/>
              </a:lnSpc>
              <a:spcBef>
                <a:spcPct val="20000"/>
              </a:spcBef>
              <a:spcAft>
                <a:spcPts val="0"/>
              </a:spcAft>
              <a:buClrTx/>
              <a:buSzTx/>
              <a:buFont typeface="Arial"/>
              <a:buChar char="•"/>
              <a:tabLst/>
              <a:defRPr/>
            </a:pPr>
            <a:r>
              <a:rPr kumimoji="0" lang="nl-NL" sz="2800" b="1" i="0" u="none" strike="noStrike" kern="1200" cap="none" spc="0" normalizeH="0" baseline="0" noProof="0" dirty="0">
                <a:ln>
                  <a:noFill/>
                </a:ln>
                <a:solidFill>
                  <a:sysClr val="windowText" lastClr="000000"/>
                </a:solidFill>
                <a:effectLst/>
                <a:uLnTx/>
                <a:uFillTx/>
                <a:latin typeface="Calibri"/>
                <a:ea typeface="+mn-ea"/>
                <a:cs typeface="+mn-cs"/>
              </a:rPr>
              <a:t>Oefenopdrachten</a:t>
            </a:r>
            <a:r>
              <a:rPr lang="nl-NL" sz="2800" b="1" dirty="0">
                <a:solidFill>
                  <a:sysClr val="windowText" lastClr="000000"/>
                </a:solidFill>
                <a:latin typeface="Calibri"/>
              </a:rPr>
              <a:t> (niet verplicht, niet voor punten)</a:t>
            </a:r>
            <a:endParaRPr kumimoji="0" lang="nl-NL"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742950" marR="0" lvl="1" indent="-285750" algn="l" defTabSz="457200" rtl="0" eaLnBrk="1" fontAlgn="auto" latinLnBrk="0" hangingPunct="1">
              <a:lnSpc>
                <a:spcPct val="12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Diverse opdrachten ter extra oefening (in kleine stappen)</a:t>
            </a:r>
          </a:p>
          <a:p>
            <a:pPr lvl="1">
              <a:lnSpc>
                <a:spcPct val="120000"/>
              </a:lnSpc>
              <a:defRPr/>
            </a:pPr>
            <a:r>
              <a:rPr lang="nl-NL" sz="2400" dirty="0">
                <a:solidFill>
                  <a:sysClr val="windowText" lastClr="000000"/>
                </a:solidFill>
                <a:latin typeface="Calibri"/>
              </a:rPr>
              <a:t>Sommige opdrachten kan je </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inleveren op Canvas voor extra feedback</a:t>
            </a:r>
          </a:p>
          <a:p>
            <a:pPr lvl="1">
              <a:lnSpc>
                <a:spcPct val="120000"/>
              </a:lnSpc>
              <a:defRPr/>
            </a:pPr>
            <a:r>
              <a:rPr lang="nl-NL" sz="2400" dirty="0">
                <a:solidFill>
                  <a:sysClr val="windowText" lastClr="000000"/>
                </a:solidFill>
                <a:latin typeface="Calibri"/>
              </a:rPr>
              <a:t>Meeste opdrachten controleer </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je zelf (met aangeleverde testscripts)</a:t>
            </a:r>
          </a:p>
          <a:p>
            <a:pPr lvl="1">
              <a:lnSpc>
                <a:spcPct val="120000"/>
              </a:lnSpc>
              <a:defRPr/>
            </a:pPr>
            <a:r>
              <a:rPr lang="nl-NL" sz="2400" dirty="0">
                <a:solidFill>
                  <a:sysClr val="windowText" lastClr="000000"/>
                </a:solidFill>
                <a:latin typeface="Calibri"/>
              </a:rPr>
              <a:t>Docent kan deze in de les bespreken</a:t>
            </a: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 name="Title 1">
            <a:extLst>
              <a:ext uri="{FF2B5EF4-FFF2-40B4-BE49-F238E27FC236}">
                <a16:creationId xmlns:a16="http://schemas.microsoft.com/office/drawing/2014/main" id="{DE84CC17-823D-45DC-B34D-38971A9E1E68}"/>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3600" b="1" i="0" u="none" strike="noStrike" kern="0" cap="none" spc="0" normalizeH="0" baseline="0" noProof="0">
              <a:ln>
                <a:noFill/>
              </a:ln>
              <a:solidFill>
                <a:prstClr val="black"/>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err="1">
                <a:ln>
                  <a:noFill/>
                </a:ln>
                <a:solidFill>
                  <a:prstClr val="black"/>
                </a:solidFill>
                <a:effectLst/>
                <a:uLnTx/>
                <a:uFillTx/>
              </a:rPr>
              <a:t>Toetsing</a:t>
            </a:r>
            <a:endParaRPr kumimoji="0" lang="en-US" sz="20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792322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4DB63CF-C7F5-4E0E-8DB6-3A8B330321A6}"/>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3600" b="1" i="0" u="none" strike="noStrike" kern="0" cap="none" spc="0" normalizeH="0" baseline="0" noProof="0" dirty="0">
              <a:ln>
                <a:noFill/>
              </a:ln>
              <a:solidFill>
                <a:prstClr val="black"/>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Programmeren</a:t>
            </a:r>
            <a:r>
              <a:rPr kumimoji="0" lang="en-US" sz="3600" b="1" i="0" u="none" strike="noStrike" kern="0" cap="none" spc="0" normalizeH="0" baseline="0" noProof="0" dirty="0">
                <a:ln>
                  <a:noFill/>
                </a:ln>
                <a:solidFill>
                  <a:prstClr val="black"/>
                </a:solidFill>
                <a:effectLst/>
                <a:uLnTx/>
                <a:uFillTx/>
              </a:rPr>
              <a:t> == </a:t>
            </a:r>
            <a:r>
              <a:rPr kumimoji="0" lang="en-US" sz="3600" b="1" i="0" u="none" strike="noStrike" kern="0" cap="none" spc="0" normalizeH="0" baseline="0" noProof="0" dirty="0" err="1">
                <a:ln>
                  <a:noFill/>
                </a:ln>
                <a:solidFill>
                  <a:prstClr val="black"/>
                </a:solidFill>
                <a:effectLst/>
                <a:uLnTx/>
                <a:uFillTx/>
              </a:rPr>
              <a:t>doen</a:t>
            </a:r>
            <a:r>
              <a:rPr kumimoji="0" lang="en-US" sz="3600" b="1" i="0" u="none" strike="noStrike" kern="0" cap="none" spc="0" normalizeH="0" baseline="0" noProof="0" dirty="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graphicFrame>
        <p:nvGraphicFramePr>
          <p:cNvPr id="5" name="Tabel 4">
            <a:extLst>
              <a:ext uri="{FF2B5EF4-FFF2-40B4-BE49-F238E27FC236}">
                <a16:creationId xmlns:a16="http://schemas.microsoft.com/office/drawing/2014/main" id="{81D12A23-03D2-4A45-A828-282A3CB04626}"/>
              </a:ext>
            </a:extLst>
          </p:cNvPr>
          <p:cNvGraphicFramePr>
            <a:graphicFrameLocks noGrp="1"/>
          </p:cNvGraphicFramePr>
          <p:nvPr>
            <p:extLst>
              <p:ext uri="{D42A27DB-BD31-4B8C-83A1-F6EECF244321}">
                <p14:modId xmlns:p14="http://schemas.microsoft.com/office/powerpoint/2010/main" val="1711861289"/>
              </p:ext>
            </p:extLst>
          </p:nvPr>
        </p:nvGraphicFramePr>
        <p:xfrm>
          <a:off x="428627" y="1784514"/>
          <a:ext cx="8148214" cy="3737462"/>
        </p:xfrm>
        <a:graphic>
          <a:graphicData uri="http://schemas.openxmlformats.org/drawingml/2006/table">
            <a:tbl>
              <a:tblPr firstRow="1" bandRow="1"/>
              <a:tblGrid>
                <a:gridCol w="876298">
                  <a:extLst>
                    <a:ext uri="{9D8B030D-6E8A-4147-A177-3AD203B41FA5}">
                      <a16:colId xmlns:a16="http://schemas.microsoft.com/office/drawing/2014/main" val="20000"/>
                    </a:ext>
                  </a:extLst>
                </a:gridCol>
                <a:gridCol w="2595866">
                  <a:extLst>
                    <a:ext uri="{9D8B030D-6E8A-4147-A177-3AD203B41FA5}">
                      <a16:colId xmlns:a16="http://schemas.microsoft.com/office/drawing/2014/main" val="1197864216"/>
                    </a:ext>
                  </a:extLst>
                </a:gridCol>
                <a:gridCol w="1653703">
                  <a:extLst>
                    <a:ext uri="{9D8B030D-6E8A-4147-A177-3AD203B41FA5}">
                      <a16:colId xmlns:a16="http://schemas.microsoft.com/office/drawing/2014/main" val="3235301490"/>
                    </a:ext>
                  </a:extLst>
                </a:gridCol>
                <a:gridCol w="3022347">
                  <a:extLst>
                    <a:ext uri="{9D8B030D-6E8A-4147-A177-3AD203B41FA5}">
                      <a16:colId xmlns:a16="http://schemas.microsoft.com/office/drawing/2014/main" val="1397827312"/>
                    </a:ext>
                  </a:extLst>
                </a:gridCol>
              </a:tblGrid>
              <a:tr h="307536">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just">
                        <a:lnSpc>
                          <a:spcPct val="115000"/>
                        </a:lnSpc>
                        <a:spcAft>
                          <a:spcPts val="600"/>
                        </a:spcAft>
                      </a:pPr>
                      <a:r>
                        <a:rPr lang="nl-NL" sz="1500" b="1" kern="1200" dirty="0">
                          <a:solidFill>
                            <a:schemeClr val="lt1"/>
                          </a:solidFill>
                          <a:effectLst/>
                          <a:latin typeface="+mn-lt"/>
                          <a:ea typeface="+mn-ea"/>
                          <a:cs typeface="+mn-cs"/>
                        </a:rPr>
                        <a:t>Lesweek</a:t>
                      </a:r>
                    </a:p>
                  </a:txBody>
                  <a:tcPr marL="90000" marR="9000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9417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just">
                        <a:lnSpc>
                          <a:spcPct val="115000"/>
                        </a:lnSpc>
                        <a:spcAft>
                          <a:spcPts val="600"/>
                        </a:spcAft>
                      </a:pPr>
                      <a:r>
                        <a:rPr lang="nl-NL" sz="1500" b="1" kern="1200" dirty="0">
                          <a:solidFill>
                            <a:schemeClr val="lt1"/>
                          </a:solidFill>
                          <a:effectLst/>
                          <a:latin typeface="+mn-lt"/>
                          <a:ea typeface="+mn-ea"/>
                          <a:cs typeface="+mn-cs"/>
                        </a:rPr>
                        <a:t>Les</a:t>
                      </a:r>
                    </a:p>
                  </a:txBody>
                  <a:tcPr marL="90000" marR="9000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94171"/>
                    </a:solidFill>
                  </a:tcPr>
                </a:tc>
                <a:tc gridSpan="2">
                  <a:txBody>
                    <a:bodyPr/>
                    <a:lstStyle/>
                    <a:p>
                      <a:r>
                        <a:rPr lang="nl-NL" sz="1500" b="1" kern="1200">
                          <a:solidFill>
                            <a:schemeClr val="lt1"/>
                          </a:solidFill>
                          <a:effectLst/>
                          <a:latin typeface="+mn-lt"/>
                          <a:ea typeface="+mn-ea"/>
                          <a:cs typeface="+mn-cs"/>
                        </a:rPr>
                        <a:t>Les / College</a:t>
                      </a:r>
                      <a:endParaRPr lang="nl-NL"/>
                    </a:p>
                  </a:txBody>
                  <a:tcPr marL="90000" marR="90000" marT="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solidFill>
                  </a:tcPr>
                </a:tc>
                <a:tc hMerge="1">
                  <a:txBody>
                    <a:bodyPr/>
                    <a:lstStyle/>
                    <a:p>
                      <a:endParaRPr lang="nl-NL"/>
                    </a:p>
                  </a:txBody>
                  <a:tcPr/>
                </a:tc>
                <a:extLst>
                  <a:ext uri="{0D108BD9-81ED-4DB2-BD59-A6C34878D82A}">
                    <a16:rowId xmlns:a16="http://schemas.microsoft.com/office/drawing/2014/main" val="10000"/>
                  </a:ext>
                </a:extLst>
              </a:tr>
              <a:tr h="34584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panose="020B0604020202020204" pitchFamily="34" charset="0"/>
                          <a:ea typeface="Arial" panose="020B0604020202020204" pitchFamily="34" charset="0"/>
                          <a:cs typeface="Times New Roman" panose="02020603050405020304" pitchFamily="18" charset="0"/>
                        </a:rPr>
                        <a:t>1</a:t>
                      </a:r>
                    </a:p>
                  </a:txBody>
                  <a:tcPr marL="71755" marR="71755">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a:ea typeface="Arial" panose="020B0604020202020204" pitchFamily="34" charset="0"/>
                          <a:cs typeface="Times New Roman"/>
                        </a:rPr>
                        <a:t>PROG1</a:t>
                      </a:r>
                    </a:p>
                  </a:txBody>
                  <a:tcPr marL="71755" marR="71755">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DCFD5"/>
                    </a:solidFill>
                  </a:tcPr>
                </a:tc>
                <a:tc gridSpan="2">
                  <a:txBody>
                    <a:bodyPr/>
                    <a:lstStyle/>
                    <a:p>
                      <a:r>
                        <a:rPr lang="nl-NL" sz="1500">
                          <a:effectLst/>
                          <a:highlight>
                            <a:srgbClr val="FFFF00"/>
                          </a:highlight>
                          <a:latin typeface="Arial" panose="020B0604020202020204" pitchFamily="34" charset="0"/>
                          <a:ea typeface="Arial" panose="020B0604020202020204" pitchFamily="34" charset="0"/>
                          <a:cs typeface="Times New Roman" panose="02020603050405020304" pitchFamily="18" charset="0"/>
                        </a:rPr>
                        <a:t>Starten met Python</a:t>
                      </a:r>
                      <a:endParaRPr lang="nl-NL"/>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40000"/>
                      </a:srgbClr>
                    </a:solidFill>
                  </a:tcPr>
                </a:tc>
                <a:tc hMerge="1">
                  <a:txBody>
                    <a:bodyPr/>
                    <a:lstStyle/>
                    <a:p>
                      <a:endParaRPr lang="nl-NL"/>
                    </a:p>
                  </a:txBody>
                  <a:tcPr/>
                </a:tc>
                <a:extLst>
                  <a:ext uri="{0D108BD9-81ED-4DB2-BD59-A6C34878D82A}">
                    <a16:rowId xmlns:a16="http://schemas.microsoft.com/office/drawing/2014/main" val="10001"/>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nSpc>
                          <a:spcPct val="115000"/>
                        </a:lnSpc>
                      </a:pPr>
                      <a:r>
                        <a:rPr lang="nl-NL" sz="1500" dirty="0">
                          <a:effectLst/>
                          <a:latin typeface="Arial" panose="020B0604020202020204" pitchFamily="34" charset="0"/>
                          <a:ea typeface="Arial" panose="020B0604020202020204" pitchFamily="34" charset="0"/>
                          <a:cs typeface="Times New Roman" panose="02020603050405020304" pitchFamily="18" charset="0"/>
                        </a:rPr>
                        <a:t>2</a:t>
                      </a:r>
                      <a:endParaRPr lang="nl-NL" sz="1500" dirty="0">
                        <a:effectLst/>
                        <a:latin typeface="Arial" panose="020B0604020202020204" pitchFamily="34" charset="0"/>
                        <a:cs typeface="Times New Roman" panose="02020603050405020304" pitchFamily="18" charset="0"/>
                      </a:endParaRP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panose="020B0604020202020204" pitchFamily="34" charset="0"/>
                          <a:ea typeface="Arial" panose="020B0604020202020204" pitchFamily="34" charset="0"/>
                          <a:cs typeface="Times New Roman" panose="02020603050405020304" pitchFamily="18" charset="0"/>
                        </a:rPr>
                        <a:t>PROG2 tijdens Project</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B"/>
                    </a:solidFill>
                  </a:tcPr>
                </a:tc>
                <a:tc gridSpan="2">
                  <a:txBody>
                    <a:bodyPr/>
                    <a:lstStyle/>
                    <a:p>
                      <a:r>
                        <a:rPr lang="nl-NL" sz="1500">
                          <a:effectLst/>
                          <a:highlight>
                            <a:srgbClr val="FFFF00"/>
                          </a:highlight>
                          <a:latin typeface="Arial"/>
                          <a:ea typeface="Arial" panose="020B0604020202020204" pitchFamily="34" charset="0"/>
                          <a:cs typeface="Times New Roman"/>
                        </a:rPr>
                        <a:t>Basisconcepten</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20000"/>
                      </a:srgbClr>
                    </a:solidFill>
                  </a:tcPr>
                </a:tc>
                <a:tc hMerge="1">
                  <a:txBody>
                    <a:bodyPr/>
                    <a:lstStyle/>
                    <a:p>
                      <a:endParaRPr lang="nl-NL"/>
                    </a:p>
                  </a:txBody>
                  <a:tcPr/>
                </a:tc>
                <a:extLst>
                  <a:ext uri="{0D108BD9-81ED-4DB2-BD59-A6C34878D82A}">
                    <a16:rowId xmlns:a16="http://schemas.microsoft.com/office/drawing/2014/main" val="10002"/>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endParaRPr lang="nl-NL" sz="1500" dirty="0">
                        <a:effectLst/>
                        <a:latin typeface="Arial" panose="020B0604020202020204" pitchFamily="34" charset="0"/>
                        <a:ea typeface="Arial" panose="020B0604020202020204" pitchFamily="34" charset="0"/>
                        <a:cs typeface="Times New Roman" panose="02020603050405020304" pitchFamily="18" charset="0"/>
                      </a:endParaRP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just" defTabSz="457200" rtl="0" eaLnBrk="1" fontAlgn="auto" latinLnBrk="0" hangingPunct="1">
                        <a:lnSpc>
                          <a:spcPct val="115000"/>
                        </a:lnSpc>
                        <a:spcBef>
                          <a:spcPts val="0"/>
                        </a:spcBef>
                        <a:spcAft>
                          <a:spcPts val="600"/>
                        </a:spcAft>
                        <a:buClrTx/>
                        <a:buSzTx/>
                        <a:buFontTx/>
                        <a:buNone/>
                        <a:tabLst/>
                        <a:defRPr/>
                      </a:pPr>
                      <a:r>
                        <a:rPr lang="nl-NL" sz="1500" dirty="0">
                          <a:effectLst/>
                          <a:latin typeface="Arial"/>
                          <a:ea typeface="Arial" panose="020B0604020202020204" pitchFamily="34" charset="0"/>
                          <a:cs typeface="Times New Roman"/>
                        </a:rPr>
                        <a:t>PROG3</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DCFD5"/>
                    </a:solidFill>
                  </a:tcPr>
                </a:tc>
                <a:tc gridSpan="2">
                  <a:txBody>
                    <a:bodyPr/>
                    <a:lstStyle/>
                    <a:p>
                      <a:r>
                        <a:rPr lang="nl-NL" sz="1500" dirty="0">
                          <a:effectLst/>
                          <a:highlight>
                            <a:srgbClr val="FFFF00"/>
                          </a:highlight>
                          <a:latin typeface="Arial" panose="020B0604020202020204" pitchFamily="34" charset="0"/>
                          <a:ea typeface="Arial" panose="020B0604020202020204" pitchFamily="34" charset="0"/>
                          <a:cs typeface="Times New Roman" panose="02020603050405020304" pitchFamily="18" charset="0"/>
                        </a:rPr>
                        <a:t>Controle Structuren</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40000"/>
                      </a:srgbClr>
                    </a:solidFill>
                  </a:tcPr>
                </a:tc>
                <a:tc hMerge="1">
                  <a:txBody>
                    <a:bodyPr/>
                    <a:lstStyle/>
                    <a:p>
                      <a:endParaRPr lang="nl-NL"/>
                    </a:p>
                  </a:txBody>
                  <a:tcPr/>
                </a:tc>
                <a:extLst>
                  <a:ext uri="{0D108BD9-81ED-4DB2-BD59-A6C34878D82A}">
                    <a16:rowId xmlns:a16="http://schemas.microsoft.com/office/drawing/2014/main" val="10003"/>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nSpc>
                          <a:spcPct val="115000"/>
                        </a:lnSpc>
                      </a:pPr>
                      <a:r>
                        <a:rPr lang="nl-NL" sz="1500" dirty="0">
                          <a:effectLst/>
                          <a:latin typeface="Arial" panose="020B0604020202020204" pitchFamily="34" charset="0"/>
                          <a:cs typeface="Times New Roman" panose="02020603050405020304" pitchFamily="18" charset="0"/>
                        </a:rPr>
                        <a:t>3</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panose="020B0604020202020204" pitchFamily="34" charset="0"/>
                          <a:ea typeface="Arial" panose="020B0604020202020204" pitchFamily="34" charset="0"/>
                          <a:cs typeface="Times New Roman" panose="02020603050405020304" pitchFamily="18" charset="0"/>
                        </a:rPr>
                        <a:t>PROG4 tijdens Project</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B"/>
                    </a:solidFill>
                  </a:tcPr>
                </a:tc>
                <a:tc gridSpan="2">
                  <a:txBody>
                    <a:bodyPr/>
                    <a:lstStyle/>
                    <a:p>
                      <a:r>
                        <a:rPr lang="nl-NL" sz="1500" dirty="0">
                          <a:effectLst/>
                          <a:highlight>
                            <a:srgbClr val="FFFF00"/>
                          </a:highlight>
                          <a:latin typeface="Arial" panose="020B0604020202020204" pitchFamily="34" charset="0"/>
                          <a:ea typeface="Arial" panose="020B0604020202020204" pitchFamily="34" charset="0"/>
                          <a:cs typeface="Times New Roman" panose="02020603050405020304" pitchFamily="18" charset="0"/>
                        </a:rPr>
                        <a:t>Functies</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20000"/>
                      </a:srgbClr>
                    </a:solidFill>
                  </a:tcPr>
                </a:tc>
                <a:tc hMerge="1">
                  <a:txBody>
                    <a:bodyPr/>
                    <a:lstStyle/>
                    <a:p>
                      <a:endParaRPr lang="nl-NL"/>
                    </a:p>
                  </a:txBody>
                  <a:tcPr/>
                </a:tc>
                <a:extLst>
                  <a:ext uri="{0D108BD9-81ED-4DB2-BD59-A6C34878D82A}">
                    <a16:rowId xmlns:a16="http://schemas.microsoft.com/office/drawing/2014/main" val="10004"/>
                  </a:ext>
                </a:extLst>
              </a:tr>
              <a:tr h="30753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endParaRPr lang="nl-NL" sz="1500" dirty="0">
                        <a:effectLst/>
                        <a:latin typeface="Arial" panose="020B0604020202020204" pitchFamily="34" charset="0"/>
                        <a:ea typeface="Arial" panose="020B0604020202020204" pitchFamily="34" charset="0"/>
                        <a:cs typeface="Times New Roman" panose="02020603050405020304" pitchFamily="18" charset="0"/>
                      </a:endParaRP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panose="020B0604020202020204" pitchFamily="34" charset="0"/>
                          <a:ea typeface="Arial" panose="020B0604020202020204" pitchFamily="34" charset="0"/>
                          <a:cs typeface="Times New Roman" panose="02020603050405020304" pitchFamily="18" charset="0"/>
                        </a:rPr>
                        <a:t>PROG5</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DCFD5"/>
                    </a:solidFill>
                  </a:tcPr>
                </a:tc>
                <a:tc gridSpan="2">
                  <a:txBody>
                    <a:bodyPr/>
                    <a:lstStyle/>
                    <a:p>
                      <a:r>
                        <a:rPr lang="en-US" sz="1500" dirty="0">
                          <a:effectLst/>
                          <a:highlight>
                            <a:srgbClr val="FFFF00"/>
                          </a:highlight>
                          <a:latin typeface="Arial"/>
                          <a:ea typeface="Arial" panose="020B0604020202020204" pitchFamily="34" charset="0"/>
                          <a:cs typeface="Times New Roman"/>
                        </a:rPr>
                        <a:t>Text Data, </a:t>
                      </a:r>
                      <a:r>
                        <a:rPr lang="nl-NL" sz="1500" dirty="0">
                          <a:effectLst/>
                          <a:highlight>
                            <a:srgbClr val="FFFF00"/>
                          </a:highlight>
                          <a:latin typeface="Arial"/>
                          <a:ea typeface="Arial" panose="020B0604020202020204" pitchFamily="34" charset="0"/>
                          <a:cs typeface="Times New Roman"/>
                        </a:rPr>
                        <a:t>S</a:t>
                      </a:r>
                      <a:r>
                        <a:rPr lang="en-US" sz="1500" dirty="0" err="1">
                          <a:effectLst/>
                          <a:highlight>
                            <a:srgbClr val="FFFF00"/>
                          </a:highlight>
                          <a:latin typeface="Arial"/>
                          <a:ea typeface="Arial" panose="020B0604020202020204" pitchFamily="34" charset="0"/>
                          <a:cs typeface="Times New Roman"/>
                        </a:rPr>
                        <a:t>trings</a:t>
                      </a:r>
                      <a:r>
                        <a:rPr lang="en-US" sz="1500" dirty="0">
                          <a:effectLst/>
                          <a:highlight>
                            <a:srgbClr val="FFFF00"/>
                          </a:highlight>
                          <a:latin typeface="Arial"/>
                          <a:ea typeface="Arial" panose="020B0604020202020204" pitchFamily="34" charset="0"/>
                          <a:cs typeface="Times New Roman"/>
                        </a:rPr>
                        <a:t> and file I/O</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40000"/>
                      </a:srgbClr>
                    </a:solidFill>
                  </a:tcPr>
                </a:tc>
                <a:tc hMerge="1">
                  <a:txBody>
                    <a:bodyPr/>
                    <a:lstStyle/>
                    <a:p>
                      <a:endParaRPr lang="nl-NL"/>
                    </a:p>
                  </a:txBody>
                  <a:tcPr/>
                </a:tc>
                <a:extLst>
                  <a:ext uri="{0D108BD9-81ED-4DB2-BD59-A6C34878D82A}">
                    <a16:rowId xmlns:a16="http://schemas.microsoft.com/office/drawing/2014/main" val="10005"/>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nSpc>
                          <a:spcPct val="115000"/>
                        </a:lnSpc>
                      </a:pPr>
                      <a:r>
                        <a:rPr lang="nl-NL" sz="1500" dirty="0">
                          <a:effectLst/>
                          <a:latin typeface="Arial" panose="020B0604020202020204" pitchFamily="34" charset="0"/>
                          <a:cs typeface="Times New Roman" panose="02020603050405020304" pitchFamily="18" charset="0"/>
                        </a:rPr>
                        <a:t>4</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just" defTabSz="457200" rtl="0" eaLnBrk="1" fontAlgn="auto" latinLnBrk="0" hangingPunct="1">
                        <a:lnSpc>
                          <a:spcPct val="115000"/>
                        </a:lnSpc>
                        <a:spcBef>
                          <a:spcPts val="0"/>
                        </a:spcBef>
                        <a:spcAft>
                          <a:spcPts val="600"/>
                        </a:spcAft>
                        <a:buClrTx/>
                        <a:buSzTx/>
                        <a:buFontTx/>
                        <a:buNone/>
                        <a:tabLst/>
                        <a:defRPr/>
                      </a:pPr>
                      <a:r>
                        <a:rPr lang="nl-NL" sz="1500" dirty="0">
                          <a:effectLst/>
                          <a:latin typeface="Arial"/>
                          <a:ea typeface="Arial" panose="020B0604020202020204" pitchFamily="34" charset="0"/>
                          <a:cs typeface="Times New Roman"/>
                        </a:rPr>
                        <a:t>PROG6 tijdens </a:t>
                      </a:r>
                      <a:r>
                        <a:rPr lang="nl-NL" sz="1500" dirty="0">
                          <a:effectLst/>
                          <a:latin typeface="Arial" panose="020B0604020202020204" pitchFamily="34" charset="0"/>
                          <a:ea typeface="Arial" panose="020B0604020202020204" pitchFamily="34" charset="0"/>
                          <a:cs typeface="Times New Roman" panose="02020603050405020304" pitchFamily="18" charset="0"/>
                        </a:rPr>
                        <a:t>Project</a:t>
                      </a:r>
                      <a:endParaRPr lang="nl-NL" sz="1500" dirty="0">
                        <a:effectLst/>
                        <a:latin typeface="Arial"/>
                        <a:ea typeface="Arial" panose="020B0604020202020204" pitchFamily="34" charset="0"/>
                        <a:cs typeface="Times New Roman"/>
                      </a:endParaRP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B"/>
                    </a:solidFill>
                  </a:tcPr>
                </a:tc>
                <a:tc gridSpan="2">
                  <a:txBody>
                    <a:bodyPr/>
                    <a:lstStyle/>
                    <a:p>
                      <a:r>
                        <a:rPr lang="nl-NL" sz="1500" dirty="0">
                          <a:effectLst/>
                          <a:highlight>
                            <a:srgbClr val="FFFF00"/>
                          </a:highlight>
                          <a:latin typeface="Arial" panose="020B0604020202020204" pitchFamily="34" charset="0"/>
                          <a:ea typeface="Arial" panose="020B0604020202020204" pitchFamily="34" charset="0"/>
                          <a:cs typeface="Times New Roman" panose="02020603050405020304" pitchFamily="18" charset="0"/>
                        </a:rPr>
                        <a:t>Loops en iteraties</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20000"/>
                      </a:srgbClr>
                    </a:solidFill>
                  </a:tcPr>
                </a:tc>
                <a:tc hMerge="1">
                  <a:txBody>
                    <a:bodyPr/>
                    <a:lstStyle/>
                    <a:p>
                      <a:endParaRPr lang="nl-NL"/>
                    </a:p>
                  </a:txBody>
                  <a:tcPr/>
                </a:tc>
                <a:extLst>
                  <a:ext uri="{0D108BD9-81ED-4DB2-BD59-A6C34878D82A}">
                    <a16:rowId xmlns:a16="http://schemas.microsoft.com/office/drawing/2014/main" val="10006"/>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endParaRPr lang="nl-NL" sz="1500" dirty="0">
                        <a:effectLst/>
                        <a:latin typeface="Arial" panose="020B0604020202020204" pitchFamily="34" charset="0"/>
                        <a:ea typeface="Arial" panose="020B0604020202020204" pitchFamily="34" charset="0"/>
                        <a:cs typeface="Times New Roman" panose="02020603050405020304" pitchFamily="18" charset="0"/>
                      </a:endParaRP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just" defTabSz="457200" rtl="0" eaLnBrk="1" fontAlgn="auto" latinLnBrk="0" hangingPunct="1">
                        <a:lnSpc>
                          <a:spcPct val="115000"/>
                        </a:lnSpc>
                        <a:spcBef>
                          <a:spcPts val="0"/>
                        </a:spcBef>
                        <a:spcAft>
                          <a:spcPts val="600"/>
                        </a:spcAft>
                        <a:buClrTx/>
                        <a:buSzTx/>
                        <a:buFontTx/>
                        <a:buNone/>
                        <a:tabLst/>
                        <a:defRPr/>
                      </a:pPr>
                      <a:r>
                        <a:rPr lang="nl-NL" sz="1500" dirty="0">
                          <a:effectLst/>
                          <a:latin typeface="Arial" panose="020B0604020202020204" pitchFamily="34" charset="0"/>
                          <a:ea typeface="Arial" panose="020B0604020202020204" pitchFamily="34" charset="0"/>
                          <a:cs typeface="Times New Roman" panose="02020603050405020304" pitchFamily="18" charset="0"/>
                        </a:rPr>
                        <a:t>PROG7</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DCFD5"/>
                    </a:solidFill>
                  </a:tcPr>
                </a:tc>
                <a:tc gridSpan="2">
                  <a:txBody>
                    <a:bodyPr/>
                    <a:lstStyle/>
                    <a:p>
                      <a:r>
                        <a:rPr lang="nl-NL" sz="1500" dirty="0" err="1">
                          <a:effectLst/>
                          <a:highlight>
                            <a:srgbClr val="FFFF00"/>
                          </a:highlight>
                          <a:latin typeface="Arial" panose="020B0604020202020204" pitchFamily="34" charset="0"/>
                          <a:ea typeface="Arial" panose="020B0604020202020204" pitchFamily="34" charset="0"/>
                          <a:cs typeface="Times New Roman" panose="02020603050405020304" pitchFamily="18" charset="0"/>
                        </a:rPr>
                        <a:t>Dictionaries</a:t>
                      </a:r>
                      <a:r>
                        <a:rPr lang="nl-NL" sz="1500" dirty="0">
                          <a:effectLst/>
                          <a:latin typeface="Arial" panose="020B0604020202020204" pitchFamily="34" charset="0"/>
                          <a:ea typeface="Arial" panose="020B0604020202020204" pitchFamily="34" charset="0"/>
                          <a:cs typeface="Times New Roman" panose="02020603050405020304" pitchFamily="18" charset="0"/>
                        </a:rPr>
                        <a:t> &amp; JSON</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40000"/>
                      </a:srgbClr>
                    </a:solidFill>
                  </a:tcPr>
                </a:tc>
                <a:tc hMerge="1">
                  <a:txBody>
                    <a:bodyPr/>
                    <a:lstStyle/>
                    <a:p>
                      <a:endParaRPr lang="nl-NL"/>
                    </a:p>
                  </a:txBody>
                  <a:tcPr/>
                </a:tc>
                <a:extLst>
                  <a:ext uri="{0D108BD9-81ED-4DB2-BD59-A6C34878D82A}">
                    <a16:rowId xmlns:a16="http://schemas.microsoft.com/office/drawing/2014/main" val="10007"/>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panose="020B0604020202020204" pitchFamily="34" charset="0"/>
                          <a:ea typeface="Arial" panose="020B0604020202020204" pitchFamily="34" charset="0"/>
                          <a:cs typeface="Times New Roman" panose="02020603050405020304" pitchFamily="18" charset="0"/>
                        </a:rPr>
                        <a:t>5</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94171">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panose="020B0604020202020204" pitchFamily="34" charset="0"/>
                          <a:ea typeface="Arial" panose="020B0604020202020204" pitchFamily="34" charset="0"/>
                          <a:cs typeface="Times New Roman" panose="02020603050405020304" pitchFamily="18" charset="0"/>
                        </a:rPr>
                        <a:t>PROG8 tijdens Project</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B"/>
                    </a:solidFill>
                  </a:tcPr>
                </a:tc>
                <a:tc gridSpan="2">
                  <a:txBody>
                    <a:bodyPr/>
                    <a:lstStyle/>
                    <a:p>
                      <a:r>
                        <a:rPr lang="nl-NL" sz="1500" dirty="0" err="1">
                          <a:effectLst/>
                          <a:latin typeface="Arial" panose="020B0604020202020204" pitchFamily="34" charset="0"/>
                          <a:ea typeface="Arial" panose="020B0604020202020204" pitchFamily="34" charset="0"/>
                          <a:cs typeface="Times New Roman" panose="02020603050405020304" pitchFamily="18" charset="0"/>
                        </a:rPr>
                        <a:t>API’s</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20000"/>
                      </a:srgbClr>
                    </a:solidFill>
                  </a:tcPr>
                </a:tc>
                <a:tc hMerge="1">
                  <a:txBody>
                    <a:bodyPr/>
                    <a:lstStyle/>
                    <a:p>
                      <a:endParaRPr lang="nl-NL"/>
                    </a:p>
                  </a:txBody>
                  <a:tcPr/>
                </a:tc>
                <a:extLst>
                  <a:ext uri="{0D108BD9-81ED-4DB2-BD59-A6C34878D82A}">
                    <a16:rowId xmlns:a16="http://schemas.microsoft.com/office/drawing/2014/main" val="2744690704"/>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nSpc>
                          <a:spcPct val="115000"/>
                        </a:lnSpc>
                      </a:pPr>
                      <a:endParaRPr lang="nl-NL" sz="1500" dirty="0">
                        <a:effectLst/>
                        <a:latin typeface="Arial" panose="020B0604020202020204" pitchFamily="34" charset="0"/>
                        <a:cs typeface="Times New Roman" panose="02020603050405020304" pitchFamily="18" charset="0"/>
                      </a:endParaRP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just">
                        <a:lnSpc>
                          <a:spcPct val="115000"/>
                        </a:lnSpc>
                        <a:spcAft>
                          <a:spcPts val="600"/>
                        </a:spcAft>
                      </a:pPr>
                      <a:r>
                        <a:rPr lang="nl-NL" sz="1500" dirty="0">
                          <a:effectLst/>
                          <a:latin typeface="Arial" panose="020B0604020202020204" pitchFamily="34" charset="0"/>
                          <a:ea typeface="Arial" panose="020B0604020202020204" pitchFamily="34" charset="0"/>
                          <a:cs typeface="Times New Roman" panose="02020603050405020304" pitchFamily="18" charset="0"/>
                        </a:rPr>
                        <a:t>PROG9</a:t>
                      </a:r>
                    </a:p>
                  </a:txBody>
                  <a:tcPr marL="71755" marR="71755">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DCFD5"/>
                    </a:solidFill>
                  </a:tcPr>
                </a:tc>
                <a:tc gridSpan="2">
                  <a:txBody>
                    <a:bodyPr/>
                    <a:lstStyle/>
                    <a:p>
                      <a:r>
                        <a:rPr kumimoji="0" lang="nl-NL" sz="1500" b="0" i="0" u="none" strike="noStrike" kern="1200" cap="none" spc="0" normalizeH="0" baseline="0" noProof="0" dirty="0" err="1">
                          <a:ln>
                            <a:noFill/>
                          </a:ln>
                          <a:solidFill>
                            <a:prstClr val="black"/>
                          </a:solidFill>
                          <a:effectLst/>
                          <a:highlight>
                            <a:srgbClr val="FFFF00"/>
                          </a:highlight>
                          <a:uLnTx/>
                          <a:uFillTx/>
                          <a:latin typeface="Arial" panose="020B0604020202020204" pitchFamily="34" charset="0"/>
                          <a:ea typeface="Arial" panose="020B0604020202020204" pitchFamily="34" charset="0"/>
                          <a:cs typeface="Times New Roman" panose="02020603050405020304" pitchFamily="18" charset="0"/>
                        </a:rPr>
                        <a:t>Encoding</a:t>
                      </a:r>
                      <a:r>
                        <a:rPr kumimoji="0" lang="nl-NL" sz="1500" b="0"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Arial" panose="020B0604020202020204" pitchFamily="34" charset="0"/>
                          <a:cs typeface="Times New Roman" panose="02020603050405020304" pitchFamily="18" charset="0"/>
                        </a:rPr>
                        <a:t>, </a:t>
                      </a:r>
                      <a:r>
                        <a:rPr kumimoji="0" lang="nl-NL" sz="1500" b="0" i="0" u="none" strike="noStrike" kern="1200" cap="none" spc="0" normalizeH="0" baseline="0" noProof="0" dirty="0" err="1">
                          <a:ln>
                            <a:noFill/>
                          </a:ln>
                          <a:solidFill>
                            <a:prstClr val="black"/>
                          </a:solidFill>
                          <a:effectLst/>
                          <a:highlight>
                            <a:srgbClr val="FFFF00"/>
                          </a:highlight>
                          <a:uLnTx/>
                          <a:uFillTx/>
                          <a:latin typeface="Arial" panose="020B0604020202020204" pitchFamily="34" charset="0"/>
                          <a:ea typeface="Arial" panose="020B0604020202020204" pitchFamily="34" charset="0"/>
                          <a:cs typeface="Times New Roman" panose="02020603050405020304" pitchFamily="18" charset="0"/>
                        </a:rPr>
                        <a:t>Namespaces</a:t>
                      </a:r>
                      <a:r>
                        <a:rPr kumimoji="0" lang="nl-NL" sz="1500" b="0"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Arial" panose="020B0604020202020204" pitchFamily="34" charset="0"/>
                          <a:cs typeface="Times New Roman" panose="02020603050405020304" pitchFamily="18" charset="0"/>
                        </a:rPr>
                        <a:t> </a:t>
                      </a:r>
                      <a:r>
                        <a:rPr lang="en-US" sz="1500" dirty="0">
                          <a:effectLst/>
                          <a:highlight>
                            <a:srgbClr val="FFFF00"/>
                          </a:highlight>
                          <a:latin typeface="Arial" panose="020B0604020202020204" pitchFamily="34" charset="0"/>
                          <a:ea typeface="Arial" panose="020B0604020202020204" pitchFamily="34" charset="0"/>
                          <a:cs typeface="Times New Roman" panose="02020603050405020304" pitchFamily="18" charset="0"/>
                        </a:rPr>
                        <a:t>&amp; Exceptions</a:t>
                      </a:r>
                      <a:endParaRPr lang="nl-NL" dirty="0"/>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94171">
                        <a:tint val="40000"/>
                      </a:srgbClr>
                    </a:solidFill>
                  </a:tcPr>
                </a:tc>
                <a:tc hMerge="1">
                  <a:txBody>
                    <a:bodyPr/>
                    <a:lstStyle/>
                    <a:p>
                      <a:endParaRPr lang="nl-NL"/>
                    </a:p>
                  </a:txBody>
                  <a:tcPr/>
                </a:tc>
                <a:extLst>
                  <a:ext uri="{0D108BD9-81ED-4DB2-BD59-A6C34878D82A}">
                    <a16:rowId xmlns:a16="http://schemas.microsoft.com/office/drawing/2014/main" val="10008"/>
                  </a:ext>
                </a:extLst>
              </a:tr>
              <a:tr h="3440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nSpc>
                          <a:spcPct val="115000"/>
                        </a:lnSpc>
                      </a:pPr>
                      <a:r>
                        <a:rPr lang="nl-NL" sz="1500" dirty="0">
                          <a:effectLst/>
                          <a:latin typeface="Arial" panose="020B0604020202020204" pitchFamily="34" charset="0"/>
                          <a:cs typeface="Times New Roman" panose="02020603050405020304" pitchFamily="18" charset="0"/>
                        </a:rPr>
                        <a:t>6</a:t>
                      </a:r>
                    </a:p>
                  </a:txBody>
                  <a:tcPr marL="71755" marR="71755">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E8EB"/>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just" defTabSz="457200" rtl="0" eaLnBrk="1" fontAlgn="auto" latinLnBrk="0" hangingPunct="1">
                        <a:lnSpc>
                          <a:spcPct val="115000"/>
                        </a:lnSpc>
                        <a:spcBef>
                          <a:spcPts val="0"/>
                        </a:spcBef>
                        <a:spcAft>
                          <a:spcPts val="600"/>
                        </a:spcAft>
                        <a:buClrTx/>
                        <a:buSzTx/>
                        <a:buFontTx/>
                        <a:buNone/>
                        <a:tabLst/>
                        <a:defRPr/>
                      </a:pPr>
                      <a:r>
                        <a:rPr lang="nl-NL" sz="1500" dirty="0">
                          <a:effectLst/>
                          <a:latin typeface="Arial" panose="020B0604020202020204" pitchFamily="34" charset="0"/>
                          <a:ea typeface="Arial" panose="020B0604020202020204" pitchFamily="34" charset="0"/>
                          <a:cs typeface="Times New Roman" panose="02020603050405020304" pitchFamily="18" charset="0"/>
                        </a:rPr>
                        <a:t>PROG10</a:t>
                      </a:r>
                    </a:p>
                  </a:txBody>
                  <a:tcPr marL="71755" marR="71755">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E8E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b="1" dirty="0"/>
                        <a:t>Toets op locatie!</a:t>
                      </a:r>
                    </a:p>
                  </a:txBody>
                  <a:tcPr marL="71755" marR="71755">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E8E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5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Times New Roman" panose="02020603050405020304" pitchFamily="18" charset="0"/>
                        </a:rPr>
                        <a:t>Databases &amp; Python</a:t>
                      </a:r>
                      <a:endParaRPr kumimoji="0" lang="nl-NL" sz="1800" b="0" i="0" u="none" strike="noStrike" kern="1200" cap="none" spc="0" normalizeH="0" baseline="0" noProof="0" dirty="0">
                        <a:ln>
                          <a:noFill/>
                        </a:ln>
                        <a:solidFill>
                          <a:prstClr val="black"/>
                        </a:solidFill>
                        <a:effectLst/>
                        <a:uLnTx/>
                        <a:uFillTx/>
                        <a:latin typeface="+mn-lt"/>
                        <a:ea typeface="+mn-ea"/>
                        <a:cs typeface="+mn-cs"/>
                      </a:endParaRPr>
                    </a:p>
                  </a:txBody>
                  <a:tcPr marL="71755" marR="71755">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E8EB"/>
                    </a:solidFill>
                  </a:tcPr>
                </a:tc>
                <a:extLst>
                  <a:ext uri="{0D108BD9-81ED-4DB2-BD59-A6C34878D82A}">
                    <a16:rowId xmlns:a16="http://schemas.microsoft.com/office/drawing/2014/main" val="10010"/>
                  </a:ext>
                </a:extLst>
              </a:tr>
            </a:tbl>
          </a:graphicData>
        </a:graphic>
      </p:graphicFrame>
      <p:sp>
        <p:nvSpPr>
          <p:cNvPr id="2" name="Tekstvak 1">
            <a:extLst>
              <a:ext uri="{FF2B5EF4-FFF2-40B4-BE49-F238E27FC236}">
                <a16:creationId xmlns:a16="http://schemas.microsoft.com/office/drawing/2014/main" id="{7088AE0B-B05B-A435-87CB-269162BCD311}"/>
              </a:ext>
            </a:extLst>
          </p:cNvPr>
          <p:cNvSpPr txBox="1"/>
          <p:nvPr/>
        </p:nvSpPr>
        <p:spPr>
          <a:xfrm>
            <a:off x="8730924" y="2071396"/>
            <a:ext cx="3032449" cy="1532727"/>
          </a:xfrm>
          <a:prstGeom prst="rect">
            <a:avLst/>
          </a:prstGeom>
          <a:noFill/>
        </p:spPr>
        <p:txBody>
          <a:bodyPr wrap="square" rtlCol="0">
            <a:spAutoFit/>
          </a:bodyPr>
          <a:lstStyle/>
          <a:p>
            <a:r>
              <a:rPr lang="nl-NL" dirty="0"/>
              <a:t>Gele arcering == stof voor toets op locatie</a:t>
            </a:r>
          </a:p>
          <a:p>
            <a:endParaRPr lang="nl-NL" dirty="0"/>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1800" b="0" i="0" u="none" strike="noStrike" kern="1200" cap="none" spc="0" normalizeH="0" baseline="0" noProof="0" dirty="0">
                <a:ln>
                  <a:noFill/>
                </a:ln>
                <a:solidFill>
                  <a:sysClr val="windowText" lastClr="000000"/>
                </a:solidFill>
                <a:effectLst/>
                <a:uLnTx/>
                <a:uFillTx/>
                <a:latin typeface="Calibri"/>
                <a:ea typeface="+mn-ea"/>
                <a:cs typeface="+mn-cs"/>
              </a:rPr>
              <a:t>Veel inzet (ook buiten de lessen om) gewenst!</a:t>
            </a:r>
          </a:p>
        </p:txBody>
      </p:sp>
    </p:spTree>
    <p:extLst>
      <p:ext uri="{BB962C8B-B14F-4D97-AF65-F5344CB8AC3E}">
        <p14:creationId xmlns:p14="http://schemas.microsoft.com/office/powerpoint/2010/main" val="3585901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inhoud 2">
            <a:extLst>
              <a:ext uri="{FF2B5EF4-FFF2-40B4-BE49-F238E27FC236}">
                <a16:creationId xmlns:a16="http://schemas.microsoft.com/office/drawing/2014/main" id="{B05C555D-77D8-491B-BDBE-BBBA11DB07F8}"/>
              </a:ext>
            </a:extLst>
          </p:cNvPr>
          <p:cNvSpPr txBox="1">
            <a:spLocks/>
          </p:cNvSpPr>
          <p:nvPr/>
        </p:nvSpPr>
        <p:spPr>
          <a:xfrm>
            <a:off x="457200" y="1943104"/>
            <a:ext cx="8229600" cy="321733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Boek – referentiekader voor tentamen</a:t>
            </a: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mn-cs"/>
              </a:rPr>
              <a:t>	</a:t>
            </a:r>
            <a:r>
              <a:rPr lang="en-US" sz="1600" b="1" dirty="0">
                <a:solidFill>
                  <a:sysClr val="windowText" lastClr="000000"/>
                </a:solidFill>
                <a:latin typeface="Calibri"/>
                <a:hlinkClick r:id="rId2"/>
              </a:rPr>
              <a:t>De </a:t>
            </a:r>
            <a:r>
              <a:rPr lang="en-US" sz="1600" b="1" dirty="0" err="1">
                <a:solidFill>
                  <a:sysClr val="windowText" lastClr="000000"/>
                </a:solidFill>
                <a:latin typeface="Calibri"/>
                <a:hlinkClick r:id="rId2"/>
              </a:rPr>
              <a:t>Programmeursleerling</a:t>
            </a:r>
            <a:r>
              <a:rPr lang="en-US" sz="1600" b="1" dirty="0">
                <a:solidFill>
                  <a:sysClr val="windowText" lastClr="000000"/>
                </a:solidFill>
                <a:latin typeface="Calibri"/>
                <a:hlinkClick r:id="rId2"/>
              </a:rPr>
              <a:t> - </a:t>
            </a:r>
            <a:r>
              <a:rPr lang="en-US" sz="1600" b="1" dirty="0" err="1">
                <a:solidFill>
                  <a:sysClr val="windowText" lastClr="000000"/>
                </a:solidFill>
                <a:latin typeface="Calibri"/>
                <a:hlinkClick r:id="rId2"/>
              </a:rPr>
              <a:t>leren</a:t>
            </a:r>
            <a:r>
              <a:rPr lang="en-US" sz="1600" b="1" dirty="0">
                <a:solidFill>
                  <a:sysClr val="windowText" lastClr="000000"/>
                </a:solidFill>
                <a:latin typeface="Calibri"/>
                <a:hlinkClick r:id="rId2"/>
              </a:rPr>
              <a:t> </a:t>
            </a:r>
            <a:r>
              <a:rPr lang="en-US" sz="1600" b="1" dirty="0" err="1">
                <a:solidFill>
                  <a:sysClr val="windowText" lastClr="000000"/>
                </a:solidFill>
                <a:latin typeface="Calibri"/>
                <a:hlinkClick r:id="rId2"/>
              </a:rPr>
              <a:t>coderen</a:t>
            </a:r>
            <a:r>
              <a:rPr lang="en-US" sz="1600" b="1" dirty="0">
                <a:solidFill>
                  <a:sysClr val="windowText" lastClr="000000"/>
                </a:solidFill>
                <a:latin typeface="Calibri"/>
                <a:hlinkClick r:id="rId2"/>
              </a:rPr>
              <a:t> met Python 3, door Pieter Spronck</a:t>
            </a:r>
            <a:endParaRPr kumimoji="0" lang="nl-NL" sz="12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Op Canvas te vinden:</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000" b="0" i="0" u="none" strike="noStrike" kern="1200" cap="none" spc="0" normalizeH="0" baseline="0" noProof="0" dirty="0">
                <a:ln>
                  <a:noFill/>
                </a:ln>
                <a:solidFill>
                  <a:sysClr val="windowText" lastClr="000000"/>
                </a:solidFill>
                <a:effectLst/>
                <a:uLnTx/>
                <a:uFillTx/>
                <a:latin typeface="Calibri"/>
                <a:ea typeface="+mn-ea"/>
                <a:cs typeface="+mn-cs"/>
              </a:rPr>
              <a:t>Studentenhandleiding (Cursusintroductie) – goed lezen!</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000" b="0" i="0" u="none" strike="noStrike" kern="1200" cap="none" spc="0" normalizeH="0" baseline="0" noProof="0" dirty="0">
                <a:ln>
                  <a:noFill/>
                </a:ln>
                <a:solidFill>
                  <a:sysClr val="windowText" lastClr="000000"/>
                </a:solidFill>
                <a:effectLst/>
                <a:uLnTx/>
                <a:uFillTx/>
                <a:latin typeface="Calibri"/>
                <a:ea typeface="+mn-ea"/>
                <a:cs typeface="+mn-cs"/>
              </a:rPr>
              <a:t>Per les een module: slides + alle (verplichte) opdrachten en informatie</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000" b="0" i="0" u="none" strike="noStrike" kern="1200" cap="none" spc="0" normalizeH="0" baseline="0" noProof="0" dirty="0">
                <a:ln>
                  <a:noFill/>
                </a:ln>
                <a:solidFill>
                  <a:sysClr val="windowText" lastClr="000000"/>
                </a:solidFill>
                <a:effectLst/>
                <a:uLnTx/>
                <a:uFillTx/>
                <a:latin typeface="Calibri"/>
                <a:ea typeface="+mn-ea"/>
                <a:cs typeface="+mn-cs"/>
              </a:rPr>
              <a:t>Ondersteunende literatuur</a:t>
            </a:r>
          </a:p>
          <a:p>
            <a:pPr marL="0" marR="0" lvl="0" indent="0" algn="l" defTabSz="457200" rtl="0" eaLnBrk="1" fontAlgn="auto" latinLnBrk="0" hangingPunct="1">
              <a:lnSpc>
                <a:spcPct val="100000"/>
              </a:lnSpc>
              <a:spcBef>
                <a:spcPct val="20000"/>
              </a:spcBef>
              <a:spcAft>
                <a:spcPts val="0"/>
              </a:spcAft>
              <a:buClrTx/>
              <a:buSzTx/>
              <a:buNone/>
              <a:tabLst/>
              <a:defRPr/>
            </a:pPr>
            <a:endParaRPr kumimoji="0" lang="nl-N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5" name="Title 1">
            <a:extLst>
              <a:ext uri="{FF2B5EF4-FFF2-40B4-BE49-F238E27FC236}">
                <a16:creationId xmlns:a16="http://schemas.microsoft.com/office/drawing/2014/main" id="{57477044-8428-418B-A330-52493C88DB67}"/>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3600" b="1" i="0" u="none" strike="noStrike" kern="0" cap="none" spc="0" normalizeH="0" baseline="0" noProof="0">
              <a:ln>
                <a:noFill/>
              </a:ln>
              <a:solidFill>
                <a:prstClr val="black"/>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err="1">
                <a:ln>
                  <a:noFill/>
                </a:ln>
                <a:solidFill>
                  <a:prstClr val="black"/>
                </a:solidFill>
                <a:effectLst/>
                <a:uLnTx/>
                <a:uFillTx/>
              </a:rPr>
              <a:t>Cursusmateriaal</a:t>
            </a:r>
            <a:endParaRPr kumimoji="0" lang="en-US" sz="2000" b="0" i="0" u="none" strike="noStrike" kern="0" cap="none" spc="0" normalizeH="0" baseline="0" noProof="0">
              <a:ln>
                <a:noFill/>
              </a:ln>
              <a:solidFill>
                <a:prstClr val="black"/>
              </a:solidFill>
              <a:effectLst/>
              <a:uLnTx/>
              <a:uFillTx/>
            </a:endParaRPr>
          </a:p>
        </p:txBody>
      </p:sp>
      <p:pic>
        <p:nvPicPr>
          <p:cNvPr id="3" name="Afbeelding 2">
            <a:extLst>
              <a:ext uri="{FF2B5EF4-FFF2-40B4-BE49-F238E27FC236}">
                <a16:creationId xmlns:a16="http://schemas.microsoft.com/office/drawing/2014/main" id="{0C36999D-CEB7-B420-3319-F8CB5EFE33B8}"/>
              </a:ext>
            </a:extLst>
          </p:cNvPr>
          <p:cNvPicPr>
            <a:picLocks noChangeAspect="1"/>
          </p:cNvPicPr>
          <p:nvPr/>
        </p:nvPicPr>
        <p:blipFill>
          <a:blip r:embed="rId3"/>
          <a:srcRect l="16309" t="14951" r="4241" b="3266"/>
          <a:stretch/>
        </p:blipFill>
        <p:spPr>
          <a:xfrm>
            <a:off x="8772525" y="1661770"/>
            <a:ext cx="2844000" cy="3780000"/>
          </a:xfrm>
          <a:prstGeom prst="rect">
            <a:avLst/>
          </a:prstGeom>
          <a:ln>
            <a:solidFill>
              <a:schemeClr val="accent1"/>
            </a:solidFill>
          </a:ln>
        </p:spPr>
      </p:pic>
    </p:spTree>
    <p:extLst>
      <p:ext uri="{BB962C8B-B14F-4D97-AF65-F5344CB8AC3E}">
        <p14:creationId xmlns:p14="http://schemas.microsoft.com/office/powerpoint/2010/main" val="3942352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inhoud 2">
            <a:extLst>
              <a:ext uri="{FF2B5EF4-FFF2-40B4-BE49-F238E27FC236}">
                <a16:creationId xmlns:a16="http://schemas.microsoft.com/office/drawing/2014/main" id="{F8D11A0F-B315-48D7-A403-BDAACDE1422F}"/>
              </a:ext>
            </a:extLst>
          </p:cNvPr>
          <p:cNvSpPr txBox="1">
            <a:spLocks/>
          </p:cNvSpPr>
          <p:nvPr/>
        </p:nvSpPr>
        <p:spPr>
          <a:xfrm>
            <a:off x="457200" y="1600204"/>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Lees de literatuur van les 1!</a:t>
            </a:r>
          </a:p>
          <a:p>
            <a:pPr>
              <a:defRPr/>
            </a:pPr>
            <a:r>
              <a:rPr lang="nl-NL" sz="2400" dirty="0">
                <a:solidFill>
                  <a:sysClr val="windowText" lastClr="000000"/>
                </a:solidFill>
              </a:rPr>
              <a:t>Installeer Python en </a:t>
            </a:r>
            <a:r>
              <a:rPr lang="nl-NL" sz="2400" dirty="0" err="1">
                <a:solidFill>
                  <a:sysClr val="windowText" lastClr="000000"/>
                </a:solidFill>
              </a:rPr>
              <a:t>PyCharm</a:t>
            </a:r>
            <a:endParaRPr lang="nl-NL" sz="2400" dirty="0">
              <a:solidFill>
                <a:sysClr val="windowText" lastClr="000000"/>
              </a:solidFill>
            </a:endParaRPr>
          </a:p>
          <a:p>
            <a:pPr>
              <a:defRPr/>
            </a:pPr>
            <a:endParaRPr lang="nl-NL" sz="2400" dirty="0">
              <a:solidFill>
                <a:sysClr val="windowText" lastClr="000000"/>
              </a:solidFill>
            </a:endParaRPr>
          </a:p>
          <a:p>
            <a:pPr>
              <a:defRPr/>
            </a:pPr>
            <a:r>
              <a:rPr lang="nl-NL" sz="2400" dirty="0" err="1">
                <a:solidFill>
                  <a:sysClr val="windowText" lastClr="000000"/>
                </a:solidFill>
              </a:rPr>
              <a:t>Disable</a:t>
            </a:r>
            <a:r>
              <a:rPr lang="nl-NL" sz="2400" dirty="0">
                <a:solidFill>
                  <a:sysClr val="windowText" lastClr="000000"/>
                </a:solidFill>
              </a:rPr>
              <a:t> Full Line </a:t>
            </a:r>
            <a:r>
              <a:rPr lang="nl-NL" sz="2400" dirty="0" err="1">
                <a:solidFill>
                  <a:sysClr val="windowText" lastClr="000000"/>
                </a:solidFill>
              </a:rPr>
              <a:t>suggestions</a:t>
            </a:r>
            <a:r>
              <a:rPr lang="nl-NL" sz="2400" dirty="0">
                <a:solidFill>
                  <a:sysClr val="windowText" lastClr="000000"/>
                </a:solidFill>
              </a:rPr>
              <a:t>:</a:t>
            </a:r>
          </a:p>
        </p:txBody>
      </p:sp>
      <p:sp>
        <p:nvSpPr>
          <p:cNvPr id="5" name="Title 1">
            <a:extLst>
              <a:ext uri="{FF2B5EF4-FFF2-40B4-BE49-F238E27FC236}">
                <a16:creationId xmlns:a16="http://schemas.microsoft.com/office/drawing/2014/main" id="{7DDE5021-6F92-49DE-8BBA-F116458EC63C}"/>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3600" b="1" i="0" u="none" strike="noStrike" kern="0" cap="none" spc="0" normalizeH="0" baseline="0" noProof="0" dirty="0">
              <a:ln>
                <a:noFill/>
              </a:ln>
              <a:solidFill>
                <a:prstClr val="black"/>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Voorbereiding</a:t>
            </a:r>
            <a:r>
              <a:rPr kumimoji="0" lang="en-US" sz="3600" b="1" i="0" u="none" strike="noStrike" kern="0" cap="none" spc="0" normalizeH="0" baseline="0" noProof="0" dirty="0">
                <a:ln>
                  <a:noFill/>
                </a:ln>
                <a:solidFill>
                  <a:prstClr val="black"/>
                </a:solidFill>
                <a:effectLst/>
                <a:uLnTx/>
                <a:uFillTx/>
              </a:rPr>
              <a:t> les 1</a:t>
            </a:r>
            <a:endParaRPr kumimoji="0" lang="en-US" sz="2000" b="0" i="0" u="none" strike="noStrike" kern="0" cap="none" spc="0" normalizeH="0" baseline="0" noProof="0" dirty="0">
              <a:ln>
                <a:noFill/>
              </a:ln>
              <a:solidFill>
                <a:prstClr val="black"/>
              </a:solidFill>
              <a:effectLst/>
              <a:uLnTx/>
              <a:uFillTx/>
            </a:endParaRPr>
          </a:p>
        </p:txBody>
      </p:sp>
      <p:sp>
        <p:nvSpPr>
          <p:cNvPr id="3" name="Tekstvak 2">
            <a:extLst>
              <a:ext uri="{FF2B5EF4-FFF2-40B4-BE49-F238E27FC236}">
                <a16:creationId xmlns:a16="http://schemas.microsoft.com/office/drawing/2014/main" id="{A00C59C1-87A0-30E1-34CE-302B754C368A}"/>
              </a:ext>
            </a:extLst>
          </p:cNvPr>
          <p:cNvSpPr txBox="1"/>
          <p:nvPr/>
        </p:nvSpPr>
        <p:spPr>
          <a:xfrm>
            <a:off x="523568" y="5121132"/>
            <a:ext cx="11144864" cy="1477328"/>
          </a:xfrm>
          <a:prstGeom prst="rect">
            <a:avLst/>
          </a:prstGeom>
          <a:noFill/>
        </p:spPr>
        <p:txBody>
          <a:bodyPr wrap="square">
            <a:spAutoFit/>
          </a:bodyPr>
          <a:lstStyle/>
          <a:p>
            <a:r>
              <a:rPr lang="nl-NL" b="1" u="sng" dirty="0">
                <a:effectLst/>
              </a:rPr>
              <a:t>Let op:</a:t>
            </a:r>
            <a:r>
              <a:rPr lang="nl-NL" dirty="0"/>
              <a:t> je kunt in </a:t>
            </a:r>
            <a:r>
              <a:rPr lang="nl-NL" dirty="0" err="1"/>
              <a:t>PyCharm</a:t>
            </a:r>
            <a:r>
              <a:rPr lang="nl-NL" dirty="0"/>
              <a:t> verschillende AI-tools installeren. We adviseren je dringend dat </a:t>
            </a:r>
            <a:r>
              <a:rPr lang="nl-NL" b="1" dirty="0"/>
              <a:t>NIET</a:t>
            </a:r>
            <a:r>
              <a:rPr lang="nl-NL" dirty="0"/>
              <a:t> te doen, om het programmeren beter onder de knie te kunnen krijgen. We merken een verminderde leeropbrengst als studenten dat wel doen, en tijdens toetsen zul je hier ook geen gebruik van kunnen maken. We willen namelijk dat je in staat bent zelf code te produceren voordat je dit een intelligente tool voor jou laat doen. Op deze manier ben je later beter in staat gegenereerde code te beoordelen, doorgronden, en aan te passen aan jouw wensen en eisen.</a:t>
            </a:r>
          </a:p>
        </p:txBody>
      </p:sp>
      <p:pic>
        <p:nvPicPr>
          <p:cNvPr id="9" name="Afbeelding 8">
            <a:extLst>
              <a:ext uri="{FF2B5EF4-FFF2-40B4-BE49-F238E27FC236}">
                <a16:creationId xmlns:a16="http://schemas.microsoft.com/office/drawing/2014/main" id="{069BB640-B14A-8DB4-2F24-888A9555CF91}"/>
              </a:ext>
            </a:extLst>
          </p:cNvPr>
          <p:cNvPicPr>
            <a:picLocks noChangeAspect="1"/>
          </p:cNvPicPr>
          <p:nvPr/>
        </p:nvPicPr>
        <p:blipFill>
          <a:blip r:embed="rId2"/>
          <a:stretch>
            <a:fillRect/>
          </a:stretch>
        </p:blipFill>
        <p:spPr>
          <a:xfrm>
            <a:off x="6506525" y="166742"/>
            <a:ext cx="5552311" cy="4124703"/>
          </a:xfrm>
          <a:prstGeom prst="rect">
            <a:avLst/>
          </a:prstGeom>
        </p:spPr>
      </p:pic>
      <p:pic>
        <p:nvPicPr>
          <p:cNvPr id="7" name="Afbeelding 6">
            <a:extLst>
              <a:ext uri="{FF2B5EF4-FFF2-40B4-BE49-F238E27FC236}">
                <a16:creationId xmlns:a16="http://schemas.microsoft.com/office/drawing/2014/main" id="{E4734142-962E-D468-8411-41EC1C329BE3}"/>
              </a:ext>
            </a:extLst>
          </p:cNvPr>
          <p:cNvPicPr>
            <a:picLocks noChangeAspect="1"/>
          </p:cNvPicPr>
          <p:nvPr/>
        </p:nvPicPr>
        <p:blipFill>
          <a:blip r:embed="rId3"/>
          <a:stretch>
            <a:fillRect/>
          </a:stretch>
        </p:blipFill>
        <p:spPr>
          <a:xfrm>
            <a:off x="133164" y="3534258"/>
            <a:ext cx="7821116" cy="1114581"/>
          </a:xfrm>
          <a:prstGeom prst="rect">
            <a:avLst/>
          </a:prstGeom>
        </p:spPr>
      </p:pic>
      <p:pic>
        <p:nvPicPr>
          <p:cNvPr id="10" name="Afbeelding 9">
            <a:extLst>
              <a:ext uri="{FF2B5EF4-FFF2-40B4-BE49-F238E27FC236}">
                <a16:creationId xmlns:a16="http://schemas.microsoft.com/office/drawing/2014/main" id="{E1919927-DBFA-56F6-F17C-774F16C724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3359315" flipH="1">
            <a:off x="7185021" y="2600083"/>
            <a:ext cx="334740" cy="1608001"/>
          </a:xfrm>
          <a:prstGeom prst="rect">
            <a:avLst/>
          </a:prstGeom>
        </p:spPr>
      </p:pic>
    </p:spTree>
    <p:extLst>
      <p:ext uri="{BB962C8B-B14F-4D97-AF65-F5344CB8AC3E}">
        <p14:creationId xmlns:p14="http://schemas.microsoft.com/office/powerpoint/2010/main" val="110362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D488BBA-0918-4446-BFC1-931ED48E0441}"/>
              </a:ext>
            </a:extLst>
          </p:cNvPr>
          <p:cNvSpPr txBox="1">
            <a:spLocks/>
          </p:cNvSpPr>
          <p:nvPr/>
        </p:nvSpPr>
        <p:spPr bwMode="auto">
          <a:xfrm>
            <a:off x="685800" y="1216526"/>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Starten</a:t>
            </a:r>
            <a:r>
              <a:rPr kumimoji="0" lang="en-US" sz="3600" b="1" i="0" u="none" strike="noStrike" kern="0" cap="none" spc="0" normalizeH="0" baseline="0" noProof="0" dirty="0">
                <a:ln>
                  <a:noFill/>
                </a:ln>
                <a:solidFill>
                  <a:prstClr val="black"/>
                </a:solidFill>
                <a:effectLst/>
                <a:uLnTx/>
                <a:uFillTx/>
              </a:rPr>
              <a:t> met Python</a:t>
            </a:r>
            <a:endParaRPr kumimoji="0" lang="en-US" sz="2000" b="0" i="0" u="none" strike="noStrike" kern="0" cap="none" spc="0" normalizeH="0" baseline="0" noProof="0" dirty="0">
              <a:ln>
                <a:noFill/>
              </a:ln>
              <a:solidFill>
                <a:prstClr val="black"/>
              </a:solidFill>
              <a:effectLst/>
              <a:uLnTx/>
              <a:uFillTx/>
            </a:endParaRPr>
          </a:p>
        </p:txBody>
      </p:sp>
      <p:sp>
        <p:nvSpPr>
          <p:cNvPr id="9" name="TextBox 6">
            <a:extLst>
              <a:ext uri="{FF2B5EF4-FFF2-40B4-BE49-F238E27FC236}">
                <a16:creationId xmlns:a16="http://schemas.microsoft.com/office/drawing/2014/main" id="{AD664880-F4F7-4BB3-912D-B9B5F2F6574B}"/>
              </a:ext>
            </a:extLst>
          </p:cNvPr>
          <p:cNvSpPr txBox="1"/>
          <p:nvPr/>
        </p:nvSpPr>
        <p:spPr>
          <a:xfrm>
            <a:off x="685800" y="2885907"/>
            <a:ext cx="10674626" cy="1800493"/>
          </a:xfrm>
          <a:prstGeom prst="rect">
            <a:avLst/>
          </a:prstGeom>
          <a:noFill/>
        </p:spPr>
        <p:txBody>
          <a:bodyPr wrap="square" rtlCol="0">
            <a:spAutoFit/>
          </a:bodyPr>
          <a:lstStyle/>
          <a:p>
            <a:pPr marL="344488" marR="0" lvl="0" indent="-344488" defTabSz="457200" eaLnBrk="1" fontAlgn="auto" latinLnBrk="0" hangingPunct="1">
              <a:lnSpc>
                <a:spcPct val="100000"/>
              </a:lnSpc>
              <a:spcBef>
                <a:spcPts val="0"/>
              </a:spcBef>
              <a:spcAft>
                <a:spcPts val="600"/>
              </a:spcAft>
              <a:buClr>
                <a:srgbClr val="8000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Resultaten</a:t>
            </a:r>
            <a:r>
              <a:rPr kumimoji="0" lang="en-US" sz="2400" b="0" i="0" u="none" strike="noStrike" kern="0" cap="none" spc="0" normalizeH="0" baseline="0" noProof="0" dirty="0">
                <a:ln>
                  <a:noFill/>
                </a:ln>
                <a:solidFill>
                  <a:srgbClr val="294171"/>
                </a:solidFill>
                <a:effectLst/>
                <a:uLnTx/>
                <a:uFillTx/>
              </a:rPr>
              <a:t> </a:t>
            </a:r>
            <a:r>
              <a:rPr kumimoji="0" lang="en-US" sz="2400" b="0" i="0" u="none" strike="noStrike" kern="0" cap="none" spc="0" normalizeH="0" baseline="0" noProof="0" dirty="0" err="1">
                <a:ln>
                  <a:noFill/>
                </a:ln>
                <a:solidFill>
                  <a:srgbClr val="294171"/>
                </a:solidFill>
                <a:effectLst/>
                <a:uLnTx/>
                <a:uFillTx/>
              </a:rPr>
              <a:t>tonen</a:t>
            </a:r>
            <a:r>
              <a:rPr kumimoji="0" lang="en-US" sz="2400" b="0" i="0" u="none" strike="noStrike" kern="0" cap="none" spc="0" normalizeH="0" baseline="0" noProof="0" dirty="0">
                <a:ln>
                  <a:noFill/>
                </a:ln>
                <a:solidFill>
                  <a:srgbClr val="294171"/>
                </a:solidFill>
                <a:effectLst/>
                <a:uLnTx/>
                <a:uFillTx/>
              </a:rPr>
              <a:t>												§3.1</a:t>
            </a:r>
          </a:p>
          <a:p>
            <a:pPr marL="344488" marR="0" lvl="0" indent="-344488" defTabSz="457200" eaLnBrk="1" fontAlgn="auto" latinLnBrk="0" hangingPunct="1">
              <a:lnSpc>
                <a:spcPct val="100000"/>
              </a:lnSpc>
              <a:spcBef>
                <a:spcPts val="0"/>
              </a:spcBef>
              <a:spcAft>
                <a:spcPts val="600"/>
              </a:spcAft>
              <a:buClr>
                <a:srgbClr val="FF0000"/>
              </a:buClr>
              <a:buSzTx/>
              <a:buFont typeface="Wingdings" charset="2"/>
              <a:buChar char="§"/>
              <a:tabLst/>
              <a:defRPr/>
            </a:pPr>
            <a:r>
              <a:rPr kumimoji="0" lang="en-US" sz="2400" b="0" i="0" u="none" strike="noStrike" kern="0" cap="none" spc="0" normalizeH="0" baseline="0" noProof="0" dirty="0">
                <a:ln>
                  <a:noFill/>
                </a:ln>
                <a:solidFill>
                  <a:srgbClr val="294171"/>
                </a:solidFill>
                <a:effectLst/>
                <a:uLnTx/>
                <a:uFillTx/>
              </a:rPr>
              <a:t>Data types</a:t>
            </a:r>
            <a:r>
              <a:rPr lang="en-US" sz="2400" kern="0" dirty="0">
                <a:solidFill>
                  <a:srgbClr val="294171"/>
                </a:solidFill>
              </a:rPr>
              <a:t>				</a:t>
            </a:r>
            <a:r>
              <a:rPr kumimoji="0" lang="en-US" sz="2400" b="0" i="0" u="none" strike="noStrike" kern="0" cap="none" spc="0" normalizeH="0" baseline="0" noProof="0" dirty="0">
                <a:ln>
                  <a:noFill/>
                </a:ln>
                <a:solidFill>
                  <a:srgbClr val="294171"/>
                </a:solidFill>
                <a:effectLst/>
                <a:uLnTx/>
                <a:uFillTx/>
              </a:rPr>
              <a:t>										§3.2 </a:t>
            </a:r>
            <a:r>
              <a:rPr kumimoji="0" lang="en-US" sz="2400" b="0" i="0" u="none" strike="noStrike" kern="0" cap="none" spc="0" normalizeH="0" baseline="0" noProof="0" dirty="0" err="1">
                <a:ln>
                  <a:noFill/>
                </a:ln>
                <a:solidFill>
                  <a:srgbClr val="294171"/>
                </a:solidFill>
                <a:effectLst/>
                <a:uLnTx/>
                <a:uFillTx/>
              </a:rPr>
              <a:t>en</a:t>
            </a:r>
            <a:r>
              <a:rPr kumimoji="0" lang="en-US" sz="2400" b="0" i="0" u="none" strike="noStrike" kern="0" cap="none" spc="0" normalizeH="0" baseline="0" noProof="0" dirty="0">
                <a:ln>
                  <a:noFill/>
                </a:ln>
                <a:solidFill>
                  <a:srgbClr val="294171"/>
                </a:solidFill>
                <a:effectLst/>
                <a:uLnTx/>
                <a:uFillTx/>
              </a:rPr>
              <a:t> §6.1</a:t>
            </a:r>
          </a:p>
          <a:p>
            <a:pPr marL="344488" marR="0" lvl="0" indent="-344488" defTabSz="457200" eaLnBrk="1" fontAlgn="auto" latinLnBrk="0" hangingPunct="1">
              <a:lnSpc>
                <a:spcPct val="100000"/>
              </a:lnSpc>
              <a:spcBef>
                <a:spcPts val="0"/>
              </a:spcBef>
              <a:spcAft>
                <a:spcPts val="600"/>
              </a:spcAft>
              <a:buClr>
                <a:srgbClr val="FF00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Expressies</a:t>
            </a:r>
            <a:r>
              <a:rPr kumimoji="0" lang="en-US" sz="2400" b="0" i="0" u="none" strike="noStrike" kern="0" cap="none" spc="0" normalizeH="0" baseline="0" noProof="0" dirty="0">
                <a:ln>
                  <a:noFill/>
                </a:ln>
                <a:solidFill>
                  <a:srgbClr val="294171"/>
                </a:solidFill>
                <a:effectLst/>
                <a:uLnTx/>
                <a:uFillTx/>
              </a:rPr>
              <a:t>														§3.3</a:t>
            </a:r>
          </a:p>
          <a:p>
            <a:pPr marL="344488" marR="0" lvl="0" indent="-344488" defTabSz="457200" eaLnBrk="1" fontAlgn="auto" latinLnBrk="0" hangingPunct="1">
              <a:lnSpc>
                <a:spcPct val="100000"/>
              </a:lnSpc>
              <a:spcBef>
                <a:spcPts val="0"/>
              </a:spcBef>
              <a:spcAft>
                <a:spcPts val="600"/>
              </a:spcAft>
              <a:buClr>
                <a:srgbClr val="FFFF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Variabelen</a:t>
            </a:r>
            <a:r>
              <a:rPr kumimoji="0" lang="en-US" sz="2400" b="0" i="0" u="none" strike="noStrike" kern="0" cap="none" spc="0" normalizeH="0" baseline="0" noProof="0" dirty="0">
                <a:ln>
                  <a:noFill/>
                </a:ln>
                <a:solidFill>
                  <a:srgbClr val="294171"/>
                </a:solidFill>
                <a:effectLst/>
                <a:uLnTx/>
                <a:uFillTx/>
              </a:rPr>
              <a:t>														§4.1 t/m </a:t>
            </a:r>
            <a:r>
              <a:rPr lang="en-US" sz="2400" kern="0">
                <a:solidFill>
                  <a:srgbClr val="294171"/>
                </a:solidFill>
              </a:rPr>
              <a:t>4.2.1</a:t>
            </a:r>
            <a:endParaRPr kumimoji="0" lang="en-US" sz="2400" b="0" i="0" u="none" strike="noStrike" kern="0" cap="none" spc="0" normalizeH="0" baseline="0" noProof="0" dirty="0">
              <a:ln>
                <a:noFill/>
              </a:ln>
              <a:solidFill>
                <a:srgbClr val="294171"/>
              </a:solidFill>
              <a:effectLst/>
              <a:uLnTx/>
              <a:uFillTx/>
            </a:endParaRPr>
          </a:p>
        </p:txBody>
      </p:sp>
    </p:spTree>
    <p:extLst>
      <p:ext uri="{BB962C8B-B14F-4D97-AF65-F5344CB8AC3E}">
        <p14:creationId xmlns:p14="http://schemas.microsoft.com/office/powerpoint/2010/main" val="2773672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77CF696D-D2D7-48D9-AC0B-3C989082771D}"/>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nl-NL" sz="3600" b="1" i="0" u="none" strike="noStrike" kern="0" cap="none" spc="0" normalizeH="0" baseline="0" noProof="0" dirty="0">
                <a:ln>
                  <a:noFill/>
                </a:ln>
                <a:solidFill>
                  <a:prstClr val="black"/>
                </a:solidFill>
                <a:effectLst/>
                <a:uLnTx/>
                <a:uFillTx/>
              </a:rPr>
              <a:t>Python programmeren </a:t>
            </a:r>
            <a:r>
              <a:rPr lang="nl-NL" sz="2000" b="1" kern="0" dirty="0">
                <a:solidFill>
                  <a:prstClr val="black"/>
                </a:solidFill>
              </a:rPr>
              <a:t>(</a:t>
            </a:r>
            <a:r>
              <a:rPr lang="en-US" sz="2000" b="1" kern="0" dirty="0">
                <a:solidFill>
                  <a:prstClr val="black"/>
                </a:solidFill>
              </a:rPr>
              <a:t>§3.1)</a:t>
            </a:r>
            <a:endParaRPr lang="nl-NL" sz="3600" b="1" kern="0" dirty="0">
              <a:solidFill>
                <a:prstClr val="black"/>
              </a:solidFill>
            </a:endParaRPr>
          </a:p>
        </p:txBody>
      </p:sp>
      <p:sp>
        <p:nvSpPr>
          <p:cNvPr id="27" name="TextBox 22">
            <a:extLst>
              <a:ext uri="{FF2B5EF4-FFF2-40B4-BE49-F238E27FC236}">
                <a16:creationId xmlns:a16="http://schemas.microsoft.com/office/drawing/2014/main" id="{E4F81D2A-1A2C-4B1A-9669-FD549F98D385}"/>
              </a:ext>
            </a:extLst>
          </p:cNvPr>
          <p:cNvSpPr txBox="1"/>
          <p:nvPr/>
        </p:nvSpPr>
        <p:spPr bwMode="auto">
          <a:xfrm>
            <a:off x="709358" y="1378334"/>
            <a:ext cx="11119476" cy="501675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lang="nl-NL" sz="2000" kern="0" noProof="0" dirty="0">
                <a:solidFill>
                  <a:srgbClr val="294171"/>
                </a:solidFill>
              </a:rPr>
              <a:t>Python-code programmeer je in: </a:t>
            </a:r>
          </a:p>
          <a:p>
            <a:pPr marL="0" marR="0" lvl="0" indent="0" defTabSz="914400" eaLnBrk="1" fontAlgn="base" latinLnBrk="0" hangingPunct="1">
              <a:lnSpc>
                <a:spcPct val="100000"/>
              </a:lnSpc>
              <a:spcBef>
                <a:spcPct val="0"/>
              </a:spcBef>
              <a:spcAft>
                <a:spcPct val="0"/>
              </a:spcAft>
              <a:buClrTx/>
              <a:buSzTx/>
              <a:buFontTx/>
              <a:buNone/>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lang="nl-NL" sz="2000" kern="0" noProof="0" dirty="0">
                <a:solidFill>
                  <a:srgbClr val="294171"/>
                </a:solidFill>
              </a:rPr>
              <a:t>een Python </a:t>
            </a:r>
            <a:r>
              <a:rPr lang="nl-NL" sz="2000" kern="0" dirty="0">
                <a:solidFill>
                  <a:srgbClr val="294171"/>
                </a:solidFill>
              </a:rPr>
              <a:t>shell/console</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kumimoji="0" lang="nl-NL" sz="2000" b="0" i="0" u="none" strike="noStrike" kern="0" cap="none" spc="0" normalizeH="0" baseline="0" noProof="0" dirty="0">
              <a:ln>
                <a:noFill/>
              </a:ln>
              <a:solidFill>
                <a:srgbClr val="294171"/>
              </a:solidFill>
              <a:effectLst/>
              <a:uLnTx/>
              <a:uFillTx/>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kumimoji="0" lang="nl-NL" sz="2000" b="0" i="0" u="none" strike="noStrike" kern="0" cap="none" spc="0" normalizeH="0" baseline="0" noProof="0" dirty="0">
                <a:ln>
                  <a:noFill/>
                </a:ln>
                <a:solidFill>
                  <a:srgbClr val="294171"/>
                </a:solidFill>
                <a:effectLst/>
                <a:uLnTx/>
                <a:uFillTx/>
              </a:rPr>
              <a:t>of in een </a:t>
            </a:r>
            <a:r>
              <a:rPr lang="nl-NL" sz="2000" kern="0" dirty="0">
                <a:solidFill>
                  <a:srgbClr val="294171"/>
                </a:solidFill>
              </a:rPr>
              <a:t>.</a:t>
            </a:r>
            <a:r>
              <a:rPr lang="nl-NL" sz="2000" kern="0" dirty="0" err="1">
                <a:solidFill>
                  <a:srgbClr val="294171"/>
                </a:solidFill>
              </a:rPr>
              <a:t>py</a:t>
            </a:r>
            <a:r>
              <a:rPr lang="nl-NL" sz="2000" kern="0" dirty="0">
                <a:solidFill>
                  <a:srgbClr val="294171"/>
                </a:solidFill>
              </a:rPr>
              <a:t> bestand</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kumimoji="0" lang="nl-NL" sz="2000" b="0" i="0" u="none" strike="noStrike" kern="0" cap="none" spc="0" normalizeH="0" baseline="0" noProof="0" dirty="0">
              <a:ln>
                <a:noFill/>
              </a:ln>
              <a:solidFill>
                <a:srgbClr val="294171"/>
              </a:solidFill>
              <a:effectLst/>
              <a:uLnTx/>
              <a:uFillTx/>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kumimoji="0" lang="nl-NL" sz="2000" b="0" i="0" u="none" strike="noStrike" kern="0" cap="none" spc="0" normalizeH="0" baseline="0" noProof="0" dirty="0">
              <a:ln>
                <a:noFill/>
              </a:ln>
              <a:solidFill>
                <a:srgbClr val="294171"/>
              </a:solidFill>
              <a:effectLst/>
              <a:uLnTx/>
              <a:uFillTx/>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kumimoji="0" lang="nl-NL" sz="2000" b="0" i="0" u="none" strike="noStrike" kern="0" cap="none" spc="0" normalizeH="0" baseline="0" noProof="0" dirty="0">
              <a:ln>
                <a:noFill/>
              </a:ln>
              <a:solidFill>
                <a:srgbClr val="294171"/>
              </a:solidFill>
              <a:effectLst/>
              <a:uLnTx/>
              <a:uFillTx/>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kumimoji="0" lang="nl-NL" sz="2000" b="0" i="0" u="none" strike="noStrike" kern="0" cap="none" spc="0" normalizeH="0" baseline="0" noProof="0" dirty="0">
              <a:ln>
                <a:noFill/>
              </a:ln>
              <a:solidFill>
                <a:srgbClr val="294171"/>
              </a:solidFill>
              <a:effectLst/>
              <a:uLnTx/>
              <a:uFillTx/>
            </a:endParaRPr>
          </a:p>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De shell toont het resultaat altijd, in een .</a:t>
            </a:r>
            <a:r>
              <a:rPr lang="nl-NL" sz="2000" kern="0" dirty="0" err="1">
                <a:solidFill>
                  <a:srgbClr val="294171"/>
                </a:solidFill>
              </a:rPr>
              <a:t>py</a:t>
            </a:r>
            <a:r>
              <a:rPr lang="nl-NL" sz="2000" kern="0" dirty="0">
                <a:solidFill>
                  <a:srgbClr val="294171"/>
                </a:solidFill>
              </a:rPr>
              <a:t> bestand moet je zelf printen als je het resultaat wilt zien!</a:t>
            </a:r>
            <a:endParaRPr kumimoji="0" lang="nl-NL" sz="2000" b="0" i="0" u="none" strike="noStrike" kern="0" cap="none" spc="0" normalizeH="0" baseline="0" noProof="0" dirty="0">
              <a:ln>
                <a:noFill/>
              </a:ln>
              <a:solidFill>
                <a:srgbClr val="294171"/>
              </a:solidFill>
              <a:effectLst/>
              <a:uLnTx/>
              <a:uFillTx/>
            </a:endParaRPr>
          </a:p>
        </p:txBody>
      </p:sp>
      <p:sp>
        <p:nvSpPr>
          <p:cNvPr id="5" name="Tekstvak 4">
            <a:extLst>
              <a:ext uri="{FF2B5EF4-FFF2-40B4-BE49-F238E27FC236}">
                <a16:creationId xmlns:a16="http://schemas.microsoft.com/office/drawing/2014/main" id="{604D3B6C-6800-E8AF-3A95-406681E7A605}"/>
              </a:ext>
            </a:extLst>
          </p:cNvPr>
          <p:cNvSpPr txBox="1"/>
          <p:nvPr/>
        </p:nvSpPr>
        <p:spPr>
          <a:xfrm>
            <a:off x="1387704" y="2594086"/>
            <a:ext cx="2657522" cy="923330"/>
          </a:xfrm>
          <a:prstGeom prst="rect">
            <a:avLst/>
          </a:prstGeom>
          <a:noFill/>
          <a:ln>
            <a:solidFill>
              <a:sysClr val="windowText" lastClr="000000"/>
            </a:solidFill>
          </a:ln>
        </p:spPr>
        <p:txBody>
          <a:bodyPr wrap="square">
            <a:spAutoFit/>
          </a:bodyPr>
          <a:lstStyle/>
          <a:p>
            <a:r>
              <a:rPr lang="nl-NL" dirty="0">
                <a:latin typeface="Consolas" panose="020B0609020204030204" pitchFamily="49" charset="0"/>
              </a:rPr>
              <a:t>&gt;&gt;&gt; 5+7</a:t>
            </a:r>
          </a:p>
          <a:p>
            <a:r>
              <a:rPr lang="nl-NL" dirty="0">
                <a:latin typeface="Consolas" panose="020B0609020204030204" pitchFamily="49" charset="0"/>
              </a:rPr>
              <a:t>12</a:t>
            </a:r>
          </a:p>
          <a:p>
            <a:r>
              <a:rPr lang="nl-NL" dirty="0">
                <a:latin typeface="Consolas" panose="020B0609020204030204" pitchFamily="49" charset="0"/>
              </a:rPr>
              <a:t>&gt;&gt;&gt;</a:t>
            </a:r>
          </a:p>
        </p:txBody>
      </p:sp>
      <p:sp>
        <p:nvSpPr>
          <p:cNvPr id="6" name="Tekstvak 5">
            <a:extLst>
              <a:ext uri="{FF2B5EF4-FFF2-40B4-BE49-F238E27FC236}">
                <a16:creationId xmlns:a16="http://schemas.microsoft.com/office/drawing/2014/main" id="{F0F27BEE-C2D0-CFC9-37DB-1861DB158ABA}"/>
              </a:ext>
            </a:extLst>
          </p:cNvPr>
          <p:cNvSpPr txBox="1"/>
          <p:nvPr/>
        </p:nvSpPr>
        <p:spPr>
          <a:xfrm>
            <a:off x="1387704" y="4629945"/>
            <a:ext cx="2657522" cy="369332"/>
          </a:xfrm>
          <a:prstGeom prst="rect">
            <a:avLst/>
          </a:prstGeom>
          <a:noFill/>
          <a:ln>
            <a:solidFill>
              <a:sysClr val="windowText" lastClr="000000"/>
            </a:solidFill>
          </a:ln>
        </p:spPr>
        <p:txBody>
          <a:bodyPr wrap="square">
            <a:spAutoFit/>
          </a:bodyPr>
          <a:lstStyle/>
          <a:p>
            <a:r>
              <a:rPr lang="nl-NL" dirty="0">
                <a:latin typeface="Consolas" panose="020B0609020204030204" pitchFamily="49" charset="0"/>
              </a:rPr>
              <a:t>print(5+7)</a:t>
            </a:r>
          </a:p>
        </p:txBody>
      </p:sp>
      <p:sp>
        <p:nvSpPr>
          <p:cNvPr id="7" name="Tekstvak 6">
            <a:extLst>
              <a:ext uri="{FF2B5EF4-FFF2-40B4-BE49-F238E27FC236}">
                <a16:creationId xmlns:a16="http://schemas.microsoft.com/office/drawing/2014/main" id="{5DBCEE98-1DBD-0E07-C520-8E949A9193BA}"/>
              </a:ext>
            </a:extLst>
          </p:cNvPr>
          <p:cNvSpPr txBox="1"/>
          <p:nvPr/>
        </p:nvSpPr>
        <p:spPr>
          <a:xfrm>
            <a:off x="2873651" y="4332023"/>
            <a:ext cx="1510748" cy="369332"/>
          </a:xfrm>
          <a:prstGeom prst="rect">
            <a:avLst/>
          </a:prstGeom>
          <a:solidFill>
            <a:sysClr val="window" lastClr="FFFFFF"/>
          </a:solidFill>
          <a:ln>
            <a:solidFill>
              <a:srgbClr val="CDCFD5"/>
            </a:solidFill>
          </a:ln>
        </p:spPr>
        <p:txBody>
          <a:bodyPr wrap="square" rtlCol="0">
            <a:spAutoFit/>
          </a:bodyPr>
          <a:lstStyle/>
          <a:p>
            <a:pPr algn="r"/>
            <a:r>
              <a:rPr lang="nl-NL" dirty="0"/>
              <a:t>hello.py</a:t>
            </a:r>
          </a:p>
        </p:txBody>
      </p:sp>
      <p:pic>
        <p:nvPicPr>
          <p:cNvPr id="9" name="Afbeelding 8" descr="Afbeelding met cirkel, gootsteen, ontwerp&#10;&#10;Door AI gegenereerde inhoud is mogelijk onjuist.">
            <a:extLst>
              <a:ext uri="{FF2B5EF4-FFF2-40B4-BE49-F238E27FC236}">
                <a16:creationId xmlns:a16="http://schemas.microsoft.com/office/drawing/2014/main" id="{6752FB14-9CC5-B366-FF4A-66F88AEA6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799" y="4407244"/>
            <a:ext cx="367748" cy="266043"/>
          </a:xfrm>
          <a:prstGeom prst="rect">
            <a:avLst/>
          </a:prstGeom>
        </p:spPr>
      </p:pic>
      <p:pic>
        <p:nvPicPr>
          <p:cNvPr id="11" name="Afbeelding 10">
            <a:extLst>
              <a:ext uri="{FF2B5EF4-FFF2-40B4-BE49-F238E27FC236}">
                <a16:creationId xmlns:a16="http://schemas.microsoft.com/office/drawing/2014/main" id="{643EF092-5C85-C1E7-695C-5F8AAE0397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733511" y="1210381"/>
            <a:ext cx="7328659" cy="4495606"/>
          </a:xfrm>
          <a:prstGeom prst="rect">
            <a:avLst/>
          </a:prstGeom>
        </p:spPr>
      </p:pic>
      <p:sp>
        <p:nvSpPr>
          <p:cNvPr id="12" name="Ovaal 11">
            <a:extLst>
              <a:ext uri="{FF2B5EF4-FFF2-40B4-BE49-F238E27FC236}">
                <a16:creationId xmlns:a16="http://schemas.microsoft.com/office/drawing/2014/main" id="{5A6D74DF-40C9-D920-2B87-6B30E5F92F8F}"/>
              </a:ext>
            </a:extLst>
          </p:cNvPr>
          <p:cNvSpPr/>
          <p:nvPr/>
        </p:nvSpPr>
        <p:spPr>
          <a:xfrm>
            <a:off x="6773657" y="1570355"/>
            <a:ext cx="2117034" cy="1023731"/>
          </a:xfrm>
          <a:prstGeom prst="ellipse">
            <a:avLst/>
          </a:prstGeom>
          <a:noFill/>
          <a:ln w="508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Ovaal 12">
            <a:extLst>
              <a:ext uri="{FF2B5EF4-FFF2-40B4-BE49-F238E27FC236}">
                <a16:creationId xmlns:a16="http://schemas.microsoft.com/office/drawing/2014/main" id="{5FFEDC39-CECD-7756-5562-4E8136F73464}"/>
              </a:ext>
            </a:extLst>
          </p:cNvPr>
          <p:cNvSpPr/>
          <p:nvPr/>
        </p:nvSpPr>
        <p:spPr>
          <a:xfrm>
            <a:off x="4976340" y="3586036"/>
            <a:ext cx="1777861" cy="983694"/>
          </a:xfrm>
          <a:prstGeom prst="ellipse">
            <a:avLst/>
          </a:prstGeom>
          <a:noFill/>
          <a:ln w="508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Ovaal 13">
            <a:extLst>
              <a:ext uri="{FF2B5EF4-FFF2-40B4-BE49-F238E27FC236}">
                <a16:creationId xmlns:a16="http://schemas.microsoft.com/office/drawing/2014/main" id="{0C7ACCAC-B03C-C3E3-0781-041733EEFF3F}"/>
              </a:ext>
            </a:extLst>
          </p:cNvPr>
          <p:cNvSpPr/>
          <p:nvPr/>
        </p:nvSpPr>
        <p:spPr>
          <a:xfrm>
            <a:off x="4723572" y="3197478"/>
            <a:ext cx="415938" cy="337066"/>
          </a:xfrm>
          <a:prstGeom prst="ellipse">
            <a:avLst/>
          </a:prstGeom>
          <a:noFill/>
          <a:ln w="508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Ovaal 15">
            <a:extLst>
              <a:ext uri="{FF2B5EF4-FFF2-40B4-BE49-F238E27FC236}">
                <a16:creationId xmlns:a16="http://schemas.microsoft.com/office/drawing/2014/main" id="{99BA9171-8BD6-379F-220F-BBA4898E81BA}"/>
              </a:ext>
            </a:extLst>
          </p:cNvPr>
          <p:cNvSpPr/>
          <p:nvPr/>
        </p:nvSpPr>
        <p:spPr>
          <a:xfrm>
            <a:off x="5472320" y="2415601"/>
            <a:ext cx="1043346" cy="337066"/>
          </a:xfrm>
          <a:prstGeom prst="ellipse">
            <a:avLst/>
          </a:prstGeom>
          <a:noFill/>
          <a:ln w="508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Ovaal 31">
            <a:extLst>
              <a:ext uri="{FF2B5EF4-FFF2-40B4-BE49-F238E27FC236}">
                <a16:creationId xmlns:a16="http://schemas.microsoft.com/office/drawing/2014/main" id="{E20D2623-3844-2383-6AC5-23D95DA57BF7}"/>
              </a:ext>
            </a:extLst>
          </p:cNvPr>
          <p:cNvSpPr/>
          <p:nvPr/>
        </p:nvSpPr>
        <p:spPr>
          <a:xfrm>
            <a:off x="8821141" y="1248136"/>
            <a:ext cx="339173" cy="260397"/>
          </a:xfrm>
          <a:prstGeom prst="ellipse">
            <a:avLst/>
          </a:prstGeom>
          <a:noFill/>
          <a:ln w="508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408855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7">
                                            <p:txEl>
                                              <p:pRg st="8" end="8"/>
                                            </p:txEl>
                                          </p:spTgt>
                                        </p:tgtEl>
                                        <p:attrNameLst>
                                          <p:attrName>style.visibility</p:attrName>
                                        </p:attrNameLst>
                                      </p:cBhvr>
                                      <p:to>
                                        <p:strVal val="visible"/>
                                      </p:to>
                                    </p:set>
                                    <p:animEffect transition="in" filter="fade">
                                      <p:cBhvr>
                                        <p:cTn id="18" dur="500"/>
                                        <p:tgtEl>
                                          <p:spTgt spid="27">
                                            <p:txEl>
                                              <p:pRg st="8" end="8"/>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 presetClass="exit" presetSubtype="0" fill="hold" grpId="1" nodeType="withEffect">
                                  <p:stCondLst>
                                    <p:cond delay="0"/>
                                  </p:stCondLst>
                                  <p:childTnLst>
                                    <p:set>
                                      <p:cBhvr>
                                        <p:cTn id="38" dur="1" fill="hold">
                                          <p:stCondLst>
                                            <p:cond delay="0"/>
                                          </p:stCondLst>
                                        </p:cTn>
                                        <p:tgtEl>
                                          <p:spTgt spid="14"/>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3"/>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7">
                                            <p:txEl>
                                              <p:pRg st="15" end="15"/>
                                            </p:txEl>
                                          </p:spTgt>
                                        </p:tgtEl>
                                        <p:attrNameLst>
                                          <p:attrName>style.visibility</p:attrName>
                                        </p:attrNameLst>
                                      </p:cBhvr>
                                      <p:to>
                                        <p:strVal val="visible"/>
                                      </p:to>
                                    </p:set>
                                    <p:animEffect transition="in" filter="fade">
                                      <p:cBhvr>
                                        <p:cTn id="45" dur="500"/>
                                        <p:tgtEl>
                                          <p:spTgt spid="27">
                                            <p:txEl>
                                              <p:pRg st="15" end="15"/>
                                            </p:txEl>
                                          </p:spTgt>
                                        </p:tgtEl>
                                      </p:cBhvr>
                                    </p:animEffect>
                                  </p:childTnLst>
                                </p:cTn>
                              </p:par>
                              <p:par>
                                <p:cTn id="46" presetID="1" presetClass="exit" presetSubtype="0" fill="hold" grpId="1" nodeType="withEffect">
                                  <p:stCondLst>
                                    <p:cond delay="0"/>
                                  </p:stCondLst>
                                  <p:childTnLst>
                                    <p:set>
                                      <p:cBhvr>
                                        <p:cTn id="47" dur="1" fill="hold">
                                          <p:stCondLst>
                                            <p:cond delay="0"/>
                                          </p:stCondLst>
                                        </p:cTn>
                                        <p:tgtEl>
                                          <p:spTgt spid="16"/>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12"/>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2" grpId="0" animBg="1"/>
      <p:bldP spid="12" grpId="1" animBg="1"/>
      <p:bldP spid="13" grpId="0" animBg="1"/>
      <p:bldP spid="13" grpId="1" animBg="1"/>
      <p:bldP spid="14" grpId="0" animBg="1"/>
      <p:bldP spid="14" grpId="1" animBg="1"/>
      <p:bldP spid="16" grpId="0" animBg="1"/>
      <p:bldP spid="16" grpId="1" animBg="1"/>
      <p:bldP spid="32" grpId="0" animBg="1"/>
      <p:bldP spid="3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363EE-C269-A4DF-1D73-E2DA5B81B8F6}"/>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29A1EBD9-613D-1ED3-B7CC-B0AEE8D89997}"/>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Data Types – Strings </a:t>
            </a:r>
            <a:r>
              <a:rPr lang="nl-NL" sz="2000" b="1" kern="0" dirty="0">
                <a:solidFill>
                  <a:prstClr val="black"/>
                </a:solidFill>
              </a:rPr>
              <a:t>(</a:t>
            </a:r>
            <a:r>
              <a:rPr lang="en-US" sz="2000" b="1" kern="0" dirty="0">
                <a:solidFill>
                  <a:prstClr val="black"/>
                </a:solidFill>
              </a:rPr>
              <a:t>§3.2.1)</a:t>
            </a:r>
            <a:endParaRPr lang="nl-NL" sz="3600" dirty="0"/>
          </a:p>
        </p:txBody>
      </p:sp>
      <p:sp>
        <p:nvSpPr>
          <p:cNvPr id="27" name="TextBox 22">
            <a:extLst>
              <a:ext uri="{FF2B5EF4-FFF2-40B4-BE49-F238E27FC236}">
                <a16:creationId xmlns:a16="http://schemas.microsoft.com/office/drawing/2014/main" id="{13CAAB02-CF6C-6084-E565-643B230E582F}"/>
              </a:ext>
            </a:extLst>
          </p:cNvPr>
          <p:cNvSpPr txBox="1"/>
          <p:nvPr/>
        </p:nvSpPr>
        <p:spPr bwMode="auto">
          <a:xfrm>
            <a:off x="709358" y="1492258"/>
            <a:ext cx="10773284" cy="4911721"/>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lvl="0" fontAlgn="base">
              <a:spcBef>
                <a:spcPct val="0"/>
              </a:spcBef>
              <a:spcAft>
                <a:spcPct val="0"/>
              </a:spcAft>
              <a:defRPr/>
            </a:pPr>
            <a:r>
              <a:rPr lang="nl-NL" sz="2000" kern="0" dirty="0">
                <a:solidFill>
                  <a:srgbClr val="294171"/>
                </a:solidFill>
              </a:rPr>
              <a:t>Als je programmeert, voer je steeds bewerkingen uit op data! Data kan in Python in verschillende typen voorkomen. We bekijken eerst tekst en getallen, oftewel </a:t>
            </a:r>
            <a:r>
              <a:rPr lang="nl-NL" sz="2000" b="1" kern="0" dirty="0">
                <a:solidFill>
                  <a:srgbClr val="294171"/>
                </a:solidFill>
              </a:rPr>
              <a:t>string, int &amp; </a:t>
            </a:r>
            <a:r>
              <a:rPr lang="nl-NL" sz="2000" b="1" kern="0" dirty="0" err="1">
                <a:solidFill>
                  <a:srgbClr val="294171"/>
                </a:solidFill>
              </a:rPr>
              <a:t>float</a:t>
            </a:r>
            <a:endParaRPr lang="nl-NL" sz="2000" b="1" kern="0" dirty="0">
              <a:solidFill>
                <a:srgbClr val="294171"/>
              </a:solidFill>
            </a:endParaRPr>
          </a:p>
          <a:p>
            <a:pPr lvl="0" fontAlgn="base">
              <a:spcBef>
                <a:spcPct val="0"/>
              </a:spcBef>
              <a:spcAft>
                <a:spcPct val="0"/>
              </a:spcAft>
              <a:defRPr/>
            </a:pPr>
            <a:endParaRPr lang="nl-NL" sz="2000" kern="0" dirty="0">
              <a:solidFill>
                <a:srgbClr val="294171"/>
              </a:solidFill>
            </a:endParaRPr>
          </a:p>
          <a:p>
            <a:pPr lvl="0" fontAlgn="base">
              <a:spcBef>
                <a:spcPct val="0"/>
              </a:spcBef>
              <a:spcAft>
                <a:spcPct val="0"/>
              </a:spcAft>
              <a:defRPr/>
            </a:pPr>
            <a:endParaRPr lang="nl-NL" sz="2000" kern="0" dirty="0">
              <a:solidFill>
                <a:srgbClr val="294171"/>
              </a:solidFill>
            </a:endParaRPr>
          </a:p>
          <a:p>
            <a:pPr lvl="0" fontAlgn="base">
              <a:spcBef>
                <a:spcPct val="0"/>
              </a:spcBef>
              <a:spcAft>
                <a:spcPct val="0"/>
              </a:spcAft>
              <a:defRPr/>
            </a:pPr>
            <a:r>
              <a:rPr lang="nl-NL" sz="2000" kern="0" dirty="0">
                <a:solidFill>
                  <a:srgbClr val="294171"/>
                </a:solidFill>
              </a:rPr>
              <a:t>Een string = een tekst, van nul of meer tekens, omsloten door (dubbele of enkele) aanhalingstekens:</a:t>
            </a:r>
          </a:p>
          <a:p>
            <a:pPr lvl="0" fontAlgn="base">
              <a:spcBef>
                <a:spcPct val="0"/>
              </a:spcBef>
              <a:spcAft>
                <a:spcPct val="0"/>
              </a:spcAft>
              <a:defRPr/>
            </a:pPr>
            <a:endParaRPr lang="nl-NL" sz="2000" kern="0" dirty="0">
              <a:solidFill>
                <a:srgbClr val="294171"/>
              </a:solidFill>
            </a:endParaRPr>
          </a:p>
          <a:p>
            <a:pPr marL="914400" lvl="1" indent="-457200" fontAlgn="base">
              <a:spcBef>
                <a:spcPct val="0"/>
              </a:spcBef>
              <a:spcAft>
                <a:spcPct val="0"/>
              </a:spcAft>
              <a:buFont typeface="Arial" panose="020B0604020202020204" pitchFamily="34" charset="0"/>
              <a:buChar char="•"/>
              <a:defRPr/>
            </a:pPr>
            <a:r>
              <a:rPr lang="nl-NL" sz="2000" kern="0" dirty="0">
                <a:solidFill>
                  <a:srgbClr val="294171"/>
                </a:solidFill>
                <a:latin typeface="Consolas" panose="020B0609020204030204" pitchFamily="49" charset="0"/>
              </a:rPr>
              <a:t>"appel"</a:t>
            </a:r>
          </a:p>
          <a:p>
            <a:pPr marL="914400" lvl="1" indent="-457200" fontAlgn="base">
              <a:spcBef>
                <a:spcPct val="0"/>
              </a:spcBef>
              <a:spcAft>
                <a:spcPct val="0"/>
              </a:spcAft>
              <a:buFont typeface="Arial" panose="020B0604020202020204" pitchFamily="34" charset="0"/>
              <a:buChar char="•"/>
              <a:defRPr/>
            </a:pPr>
            <a:r>
              <a:rPr lang="nl-NL" sz="2000" kern="0" dirty="0">
                <a:solidFill>
                  <a:srgbClr val="294171"/>
                </a:solidFill>
                <a:latin typeface="Consolas" panose="020B0609020204030204" pitchFamily="49" charset="0"/>
              </a:rPr>
              <a:t>'appel'</a:t>
            </a:r>
          </a:p>
          <a:p>
            <a:pPr marL="914400" lvl="1" indent="-457200" fontAlgn="base">
              <a:spcBef>
                <a:spcPct val="0"/>
              </a:spcBef>
              <a:spcAft>
                <a:spcPct val="0"/>
              </a:spcAft>
              <a:buFont typeface="Arial" panose="020B0604020202020204" pitchFamily="34" charset="0"/>
              <a:buChar char="•"/>
              <a:defRPr/>
            </a:pPr>
            <a:r>
              <a:rPr lang="nl-NL" sz="2000" kern="0" dirty="0">
                <a:solidFill>
                  <a:srgbClr val="294171"/>
                </a:solidFill>
                <a:latin typeface="Consolas" panose="020B0609020204030204" pitchFamily="49" charset="0"/>
              </a:rPr>
              <a:t>'12 appels'</a:t>
            </a:r>
          </a:p>
          <a:p>
            <a:pPr lvl="0" fontAlgn="base">
              <a:spcBef>
                <a:spcPct val="0"/>
              </a:spcBef>
              <a:spcAft>
                <a:spcPct val="0"/>
              </a:spcAft>
              <a:defRPr/>
            </a:pPr>
            <a:endParaRPr lang="nl-NL" sz="2000" kern="0" dirty="0">
              <a:solidFill>
                <a:srgbClr val="294171"/>
              </a:solidFill>
            </a:endParaRPr>
          </a:p>
          <a:p>
            <a:pPr marR="0" lvl="0" defTabSz="914400" eaLnBrk="1" fontAlgn="base" latinLnBrk="0" hangingPunct="1">
              <a:lnSpc>
                <a:spcPct val="100000"/>
              </a:lnSpc>
              <a:spcBef>
                <a:spcPct val="0"/>
              </a:spcBef>
              <a:spcAft>
                <a:spcPct val="0"/>
              </a:spcAft>
              <a:buClrTx/>
              <a:buSzTx/>
              <a:tabLst/>
              <a:defRPr/>
            </a:pPr>
            <a:r>
              <a:rPr lang="nl-NL" sz="2000" kern="0" noProof="0" dirty="0">
                <a:solidFill>
                  <a:srgbClr val="294171"/>
                </a:solidFill>
              </a:rPr>
              <a:t>Voor een string met aanhalingstekens gebruik je het escape-teken: \</a:t>
            </a: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a:p>
            <a:pPr marL="914400" lvl="1" indent="-457200" fontAlgn="base">
              <a:spcBef>
                <a:spcPct val="0"/>
              </a:spcBef>
              <a:spcAft>
                <a:spcPct val="0"/>
              </a:spcAft>
              <a:buFont typeface="Arial" panose="020B0604020202020204" pitchFamily="34" charset="0"/>
              <a:buChar char="•"/>
              <a:defRPr/>
            </a:pPr>
            <a:r>
              <a:rPr lang="nl-NL" sz="2000" kern="0" dirty="0">
                <a:solidFill>
                  <a:srgbClr val="294171"/>
                </a:solidFill>
                <a:latin typeface="Consolas" panose="020B0609020204030204" pitchFamily="49" charset="0"/>
              </a:rPr>
              <a:t>'mango\'s’</a:t>
            </a:r>
          </a:p>
          <a:p>
            <a:pPr marL="914400" lvl="1" indent="-457200" fontAlgn="base">
              <a:spcBef>
                <a:spcPct val="0"/>
              </a:spcBef>
              <a:spcAft>
                <a:spcPct val="0"/>
              </a:spcAft>
              <a:buFont typeface="Arial" panose="020B0604020202020204" pitchFamily="34" charset="0"/>
              <a:buChar char="•"/>
              <a:defRPr/>
            </a:pPr>
            <a:r>
              <a:rPr lang="nl-NL" sz="2000" kern="0" dirty="0">
                <a:solidFill>
                  <a:srgbClr val="294171"/>
                </a:solidFill>
                <a:latin typeface="Consolas" panose="020B0609020204030204" pitchFamily="49" charset="0"/>
              </a:rPr>
              <a:t>'"maar op deze manier is dat niet nodig"'</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p:txBody>
      </p:sp>
    </p:spTree>
    <p:extLst>
      <p:ext uri="{BB962C8B-B14F-4D97-AF65-F5344CB8AC3E}">
        <p14:creationId xmlns:p14="http://schemas.microsoft.com/office/powerpoint/2010/main" val="250150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9" end="9"/>
                                            </p:txEl>
                                          </p:spTgt>
                                        </p:tgtEl>
                                        <p:attrNameLst>
                                          <p:attrName>style.visibility</p:attrName>
                                        </p:attrNameLst>
                                      </p:cBhvr>
                                      <p:to>
                                        <p:strVal val="visible"/>
                                      </p:to>
                                    </p:set>
                                    <p:animEffect transition="in" filter="fade">
                                      <p:cBhvr>
                                        <p:cTn id="7" dur="500"/>
                                        <p:tgtEl>
                                          <p:spTgt spid="27">
                                            <p:txEl>
                                              <p:pRg st="9" end="9"/>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7">
                                            <p:txEl>
                                              <p:pRg st="11" end="11"/>
                                            </p:txEl>
                                          </p:spTgt>
                                        </p:tgtEl>
                                        <p:attrNameLst>
                                          <p:attrName>style.visibility</p:attrName>
                                        </p:attrNameLst>
                                      </p:cBhvr>
                                      <p:to>
                                        <p:strVal val="visible"/>
                                      </p:to>
                                    </p:set>
                                    <p:animEffect transition="in" filter="fade">
                                      <p:cBhvr>
                                        <p:cTn id="10" dur="500"/>
                                        <p:tgtEl>
                                          <p:spTgt spid="27">
                                            <p:txEl>
                                              <p:pRg st="11" end="1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7">
                                            <p:txEl>
                                              <p:pRg st="12" end="12"/>
                                            </p:txEl>
                                          </p:spTgt>
                                        </p:tgtEl>
                                        <p:attrNameLst>
                                          <p:attrName>style.visibility</p:attrName>
                                        </p:attrNameLst>
                                      </p:cBhvr>
                                      <p:to>
                                        <p:strVal val="visible"/>
                                      </p:to>
                                    </p:set>
                                    <p:animEffect transition="in" filter="fade">
                                      <p:cBhvr>
                                        <p:cTn id="13" dur="500"/>
                                        <p:tgtEl>
                                          <p:spTgt spid="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7218-DC4A-9A5B-85DA-E118AD11451C}"/>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88FDF497-850B-EA91-A9E4-1CA56F6903C7}"/>
              </a:ext>
            </a:extLst>
          </p:cNvPr>
          <p:cNvSpPr txBox="1">
            <a:spLocks/>
          </p:cNvSpPr>
          <p:nvPr/>
        </p:nvSpPr>
        <p:spPr bwMode="auto">
          <a:xfrm>
            <a:off x="709358" y="4"/>
            <a:ext cx="934904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Data Types – Integers en </a:t>
            </a:r>
            <a:r>
              <a:rPr lang="nl-NL" sz="3600" b="1" dirty="0" err="1"/>
              <a:t>Floats</a:t>
            </a:r>
            <a:r>
              <a:rPr lang="nl-NL" sz="3600" b="1" dirty="0"/>
              <a:t> </a:t>
            </a:r>
            <a:r>
              <a:rPr lang="nl-NL" sz="2000" b="1" kern="0" dirty="0">
                <a:solidFill>
                  <a:prstClr val="black"/>
                </a:solidFill>
              </a:rPr>
              <a:t>(</a:t>
            </a:r>
            <a:r>
              <a:rPr lang="en-US" sz="2000" b="1" kern="0" dirty="0">
                <a:solidFill>
                  <a:prstClr val="black"/>
                </a:solidFill>
              </a:rPr>
              <a:t>§3.2.2, §3.2.3)</a:t>
            </a:r>
            <a:endParaRPr lang="nl-NL" sz="3600" dirty="0"/>
          </a:p>
        </p:txBody>
      </p:sp>
      <p:sp>
        <p:nvSpPr>
          <p:cNvPr id="27" name="TextBox 22">
            <a:extLst>
              <a:ext uri="{FF2B5EF4-FFF2-40B4-BE49-F238E27FC236}">
                <a16:creationId xmlns:a16="http://schemas.microsoft.com/office/drawing/2014/main" id="{AF5F519A-7E31-24D2-659F-3BCF088FBADA}"/>
              </a:ext>
            </a:extLst>
          </p:cNvPr>
          <p:cNvSpPr txBox="1"/>
          <p:nvPr/>
        </p:nvSpPr>
        <p:spPr bwMode="auto">
          <a:xfrm>
            <a:off x="709358" y="1470029"/>
            <a:ext cx="10773284" cy="50475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sz="2000" kern="0" dirty="0">
                <a:solidFill>
                  <a:srgbClr val="294171"/>
                </a:solidFill>
              </a:rPr>
              <a:t>Een int(</a:t>
            </a:r>
            <a:r>
              <a:rPr lang="nl-NL" sz="2000" kern="0" dirty="0" err="1">
                <a:solidFill>
                  <a:srgbClr val="294171"/>
                </a:solidFill>
              </a:rPr>
              <a:t>eger</a:t>
            </a:r>
            <a:r>
              <a:rPr lang="nl-NL" sz="2000" kern="0" dirty="0">
                <a:solidFill>
                  <a:srgbClr val="294171"/>
                </a:solidFill>
              </a:rPr>
              <a:t>) = geheel getal (positief, negatief of 0) :</a:t>
            </a:r>
          </a:p>
          <a:p>
            <a:pPr lvl="0" fontAlgn="base">
              <a:spcBef>
                <a:spcPct val="0"/>
              </a:spcBef>
              <a:spcAft>
                <a:spcPct val="0"/>
              </a:spcAft>
              <a:defRPr/>
            </a:pPr>
            <a:endParaRPr lang="nl-NL" sz="2000" kern="0" dirty="0">
              <a:solidFill>
                <a:srgbClr val="294171"/>
              </a:solidFill>
            </a:endParaRPr>
          </a:p>
          <a:p>
            <a:pPr marL="914400" lvl="1" indent="-4572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13</a:t>
            </a:r>
          </a:p>
          <a:p>
            <a:pPr marL="914400" lvl="1" indent="-4572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3</a:t>
            </a:r>
          </a:p>
          <a:p>
            <a:pPr marL="914400" lvl="1" indent="-4572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-12</a:t>
            </a:r>
          </a:p>
          <a:p>
            <a:pPr marL="914400" lvl="1" indent="-4572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0</a:t>
            </a:r>
          </a:p>
          <a:p>
            <a:pPr marL="914400" lvl="1" indent="-4572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1311387716367178381899133114</a:t>
            </a:r>
          </a:p>
          <a:p>
            <a:pPr lvl="0" fontAlgn="base">
              <a:spcBef>
                <a:spcPct val="0"/>
              </a:spcBef>
              <a:spcAft>
                <a:spcPct val="0"/>
              </a:spcAft>
              <a:defRPr/>
            </a:pPr>
            <a:endParaRPr lang="nl-NL" sz="2000" kern="0" dirty="0">
              <a:solidFill>
                <a:srgbClr val="294171"/>
              </a:solidFill>
            </a:endParaRPr>
          </a:p>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Een </a:t>
            </a:r>
            <a:r>
              <a:rPr lang="nl-NL" sz="2000" kern="0" dirty="0" err="1">
                <a:solidFill>
                  <a:srgbClr val="294171"/>
                </a:solidFill>
              </a:rPr>
              <a:t>float</a:t>
            </a:r>
            <a:r>
              <a:rPr lang="nl-NL" sz="2000" kern="0" dirty="0">
                <a:solidFill>
                  <a:srgbClr val="294171"/>
                </a:solidFill>
              </a:rPr>
              <a:t>(</a:t>
            </a:r>
            <a:r>
              <a:rPr lang="nl-NL" sz="2000" kern="0" dirty="0" err="1">
                <a:solidFill>
                  <a:srgbClr val="294171"/>
                </a:solidFill>
              </a:rPr>
              <a:t>ing</a:t>
            </a:r>
            <a:r>
              <a:rPr lang="nl-NL" sz="2000" kern="0" dirty="0">
                <a:solidFill>
                  <a:srgbClr val="294171"/>
                </a:solidFill>
              </a:rPr>
              <a:t> point) = getal (positief, negatief of 0) met decimalen:</a:t>
            </a:r>
          </a:p>
          <a:p>
            <a:pPr marR="0" lvl="0" defTabSz="914400" eaLnBrk="1" fontAlgn="base" latinLnBrk="0" hangingPunct="1">
              <a:lnSpc>
                <a:spcPct val="100000"/>
              </a:lnSpc>
              <a:spcBef>
                <a:spcPct val="0"/>
              </a:spcBef>
              <a:spcAft>
                <a:spcPct val="0"/>
              </a:spcAft>
              <a:buClrTx/>
              <a:buSzTx/>
              <a:tabLst/>
              <a:defRPr/>
            </a:pPr>
            <a:endParaRPr lang="nl-NL" sz="2000"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2.0</a:t>
            </a: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2.123</a:t>
            </a: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-1213.29813</a:t>
            </a: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0.0</a:t>
            </a:r>
          </a:p>
          <a:p>
            <a:pPr marL="800100" lvl="1"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lvl="1" fontAlgn="base">
              <a:spcBef>
                <a:spcPct val="0"/>
              </a:spcBef>
              <a:spcAft>
                <a:spcPct val="0"/>
              </a:spcAft>
              <a:defRPr/>
            </a:pPr>
            <a:r>
              <a:rPr lang="nl-NL" kern="0" dirty="0">
                <a:solidFill>
                  <a:srgbClr val="294171"/>
                </a:solidFill>
              </a:rPr>
              <a:t>Merk op: het scheidingsteken is een punt, geen komma!</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kern="0" dirty="0">
              <a:solidFill>
                <a:srgbClr val="294171"/>
              </a:solidFill>
            </a:endParaRPr>
          </a:p>
        </p:txBody>
      </p:sp>
    </p:spTree>
    <p:extLst>
      <p:ext uri="{BB962C8B-B14F-4D97-AF65-F5344CB8AC3E}">
        <p14:creationId xmlns:p14="http://schemas.microsoft.com/office/powerpoint/2010/main" val="4255692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2AF4F-67E4-6B21-F346-742064E288FA}"/>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3B4F5A23-A4CF-519D-02A7-B51A0E0CB4FD}"/>
              </a:ext>
            </a:extLst>
          </p:cNvPr>
          <p:cNvSpPr txBox="1">
            <a:spLocks/>
          </p:cNvSpPr>
          <p:nvPr/>
        </p:nvSpPr>
        <p:spPr bwMode="auto">
          <a:xfrm>
            <a:off x="709358" y="4"/>
            <a:ext cx="962336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Expressies</a:t>
            </a:r>
            <a:r>
              <a:rPr kumimoji="0" lang="en-US" sz="3600" b="1" i="0" u="none" strike="noStrike" kern="0" cap="none" spc="0" normalizeH="0" baseline="0" noProof="0" dirty="0">
                <a:ln>
                  <a:noFill/>
                </a:ln>
                <a:solidFill>
                  <a:prstClr val="black"/>
                </a:solidFill>
                <a:effectLst/>
                <a:uLnTx/>
                <a:uFillTx/>
              </a:rPr>
              <a:t> – </a:t>
            </a:r>
            <a:r>
              <a:rPr kumimoji="0" lang="en-US" sz="3600" b="1" i="0" u="none" strike="noStrike" kern="0" cap="none" spc="0" normalizeH="0" baseline="0" noProof="0" dirty="0" err="1">
                <a:ln>
                  <a:noFill/>
                </a:ln>
                <a:solidFill>
                  <a:prstClr val="black"/>
                </a:solidFill>
                <a:effectLst/>
                <a:uLnTx/>
                <a:uFillTx/>
              </a:rPr>
              <a:t>eenvoudige</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berekeningen</a:t>
            </a:r>
            <a:r>
              <a:rPr kumimoji="0" lang="en-US" sz="3600" b="1" i="0" u="none" strike="noStrike" kern="0" cap="none" spc="0" normalizeH="0" baseline="0" noProof="0" dirty="0">
                <a:ln>
                  <a:noFill/>
                </a:ln>
                <a:solidFill>
                  <a:prstClr val="black"/>
                </a:solidFill>
                <a:effectLst/>
                <a:uLnTx/>
                <a:uFillTx/>
              </a:rPr>
              <a:t> </a:t>
            </a:r>
            <a:r>
              <a:rPr kumimoji="0" lang="en-US" sz="2000" b="1" i="0" u="none" strike="noStrike" kern="0" cap="none" spc="0" normalizeH="0" baseline="0" noProof="0" dirty="0">
                <a:ln>
                  <a:noFill/>
                </a:ln>
                <a:solidFill>
                  <a:prstClr val="black"/>
                </a:solidFill>
                <a:effectLst/>
                <a:uLnTx/>
                <a:uFillTx/>
              </a:rPr>
              <a:t>(</a:t>
            </a:r>
            <a:r>
              <a:rPr lang="en-US" sz="2000" b="1" kern="0" dirty="0">
                <a:solidFill>
                  <a:prstClr val="black"/>
                </a:solidFill>
              </a:rPr>
              <a:t>§3.3.2)</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0F1F51BA-2D02-3B52-2033-E8FAB92FE3A3}"/>
              </a:ext>
            </a:extLst>
          </p:cNvPr>
          <p:cNvSpPr txBox="1"/>
          <p:nvPr/>
        </p:nvSpPr>
        <p:spPr bwMode="auto">
          <a:xfrm>
            <a:off x="709362" y="1515958"/>
            <a:ext cx="10492038" cy="132343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Een eenvoudige expressie (‘berekening’)</a:t>
            </a:r>
            <a:r>
              <a:rPr kumimoji="0" lang="nl-NL" sz="2000" b="0" i="0" u="none" strike="noStrike" kern="0" cap="none" spc="0" normalizeH="0" noProof="0" dirty="0">
                <a:ln>
                  <a:noFill/>
                </a:ln>
                <a:solidFill>
                  <a:srgbClr val="294171"/>
                </a:solidFill>
                <a:effectLst/>
                <a:uLnTx/>
                <a:uFillTx/>
              </a:rPr>
              <a:t> combineert twee waardes en een ‘operator’. </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Je hebt bijv. rekenkundige operators: +, -, *, /</a:t>
            </a:r>
          </a:p>
          <a:p>
            <a:pPr marL="0" marR="0" lvl="0" indent="0" defTabSz="914400" eaLnBrk="1" fontAlgn="base" latinLnBrk="0" hangingPunct="1">
              <a:lnSpc>
                <a:spcPct val="100000"/>
              </a:lnSpc>
              <a:spcBef>
                <a:spcPct val="0"/>
              </a:spcBef>
              <a:spcAft>
                <a:spcPct val="0"/>
              </a:spcAft>
              <a:buClrTx/>
              <a:buSzTx/>
              <a:buFontTx/>
              <a:buNone/>
              <a:tabLst/>
              <a:defRPr/>
            </a:pPr>
            <a:endParaRPr kumimoji="0" lang="nl-NL" sz="2000" b="0" i="0" u="none" strike="noStrike" kern="0" cap="none" spc="0" normalizeH="0" noProof="0" dirty="0">
              <a:ln>
                <a:noFill/>
              </a:ln>
              <a:solidFill>
                <a:srgbClr val="294171"/>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nl-NL" sz="2000" b="0" i="0" u="none" strike="noStrike" kern="0" cap="none" spc="0" normalizeH="0" noProof="0" dirty="0">
                <a:ln>
                  <a:noFill/>
                </a:ln>
                <a:solidFill>
                  <a:srgbClr val="294171"/>
                </a:solidFill>
                <a:effectLst/>
                <a:uLnTx/>
                <a:uFillTx/>
              </a:rPr>
              <a:t>Een expressie resulteert in een nieuwe waarde. Voorbeeld:</a:t>
            </a:r>
            <a:endParaRPr kumimoji="0" lang="nl-NL" sz="2000" b="0" i="0" u="none" strike="noStrike" kern="0" cap="none" spc="0" normalizeH="0" baseline="0" noProof="0" dirty="0">
              <a:ln>
                <a:noFill/>
              </a:ln>
              <a:solidFill>
                <a:srgbClr val="294171"/>
              </a:solidFill>
              <a:effectLst/>
              <a:uLnTx/>
              <a:uFillTx/>
            </a:endParaRPr>
          </a:p>
        </p:txBody>
      </p:sp>
      <p:sp>
        <p:nvSpPr>
          <p:cNvPr id="3" name="Tekstvak 2">
            <a:extLst>
              <a:ext uri="{FF2B5EF4-FFF2-40B4-BE49-F238E27FC236}">
                <a16:creationId xmlns:a16="http://schemas.microsoft.com/office/drawing/2014/main" id="{83091F98-212C-8396-9628-CC27BB5085AF}"/>
              </a:ext>
            </a:extLst>
          </p:cNvPr>
          <p:cNvSpPr txBox="1"/>
          <p:nvPr/>
        </p:nvSpPr>
        <p:spPr>
          <a:xfrm>
            <a:off x="1499071" y="3258062"/>
            <a:ext cx="1734790" cy="2554545"/>
          </a:xfrm>
          <a:prstGeom prst="rect">
            <a:avLst/>
          </a:prstGeom>
          <a:noFill/>
        </p:spPr>
        <p:txBody>
          <a:bodyPr wrap="square">
            <a:spAutoFit/>
          </a:bodyPr>
          <a:lstStyle/>
          <a:p>
            <a:r>
              <a:rPr lang="nl-NL" sz="2000" dirty="0">
                <a:latin typeface="Consolas" panose="020B0609020204030204" pitchFamily="49" charset="0"/>
              </a:rPr>
              <a:t>&gt;&gt;&gt; 15 + 4</a:t>
            </a:r>
          </a:p>
          <a:p>
            <a:r>
              <a:rPr lang="nl-NL" sz="2000" dirty="0">
                <a:latin typeface="Consolas" panose="020B0609020204030204" pitchFamily="49" charset="0"/>
              </a:rPr>
              <a:t>&gt;&gt;&gt; 15 - 4</a:t>
            </a:r>
          </a:p>
          <a:p>
            <a:r>
              <a:rPr lang="nl-NL" sz="2000" dirty="0">
                <a:latin typeface="Consolas" panose="020B0609020204030204" pitchFamily="49" charset="0"/>
              </a:rPr>
              <a:t>&gt;&gt;&gt; 15 * 4</a:t>
            </a:r>
          </a:p>
          <a:p>
            <a:r>
              <a:rPr lang="nl-NL" sz="2000" dirty="0">
                <a:latin typeface="Consolas" panose="020B0609020204030204" pitchFamily="49" charset="0"/>
              </a:rPr>
              <a:t>&gt;&gt;&gt; 15 / 4</a:t>
            </a:r>
          </a:p>
          <a:p>
            <a:r>
              <a:rPr lang="nl-NL" sz="2000" dirty="0">
                <a:latin typeface="Consolas" panose="020B0609020204030204" pitchFamily="49" charset="0"/>
              </a:rPr>
              <a:t>&gt;&gt;&gt; 15 // 4</a:t>
            </a:r>
          </a:p>
          <a:p>
            <a:r>
              <a:rPr lang="nl-NL" sz="2000" dirty="0">
                <a:latin typeface="Consolas" panose="020B0609020204030204" pitchFamily="49" charset="0"/>
              </a:rPr>
              <a:t>&gt;&gt;&gt; 15 ** 4</a:t>
            </a:r>
          </a:p>
          <a:p>
            <a:r>
              <a:rPr lang="nl-NL" sz="2000" dirty="0">
                <a:latin typeface="Consolas" panose="020B0609020204030204" pitchFamily="49" charset="0"/>
              </a:rPr>
              <a:t>&gt;&gt;&gt; 15 % 4</a:t>
            </a:r>
          </a:p>
          <a:p>
            <a:r>
              <a:rPr lang="nl-NL" sz="2000" dirty="0">
                <a:latin typeface="Consolas" panose="020B0609020204030204" pitchFamily="49" charset="0"/>
              </a:rPr>
              <a:t>&gt;&gt;&gt; 16 % 4</a:t>
            </a:r>
          </a:p>
        </p:txBody>
      </p:sp>
      <p:sp>
        <p:nvSpPr>
          <p:cNvPr id="4" name="Tekstvak 3">
            <a:extLst>
              <a:ext uri="{FF2B5EF4-FFF2-40B4-BE49-F238E27FC236}">
                <a16:creationId xmlns:a16="http://schemas.microsoft.com/office/drawing/2014/main" id="{038BFA06-0EC8-A734-88B1-94A10C91F8B5}"/>
              </a:ext>
            </a:extLst>
          </p:cNvPr>
          <p:cNvSpPr txBox="1"/>
          <p:nvPr/>
        </p:nvSpPr>
        <p:spPr>
          <a:xfrm>
            <a:off x="4994592" y="3258062"/>
            <a:ext cx="1196984" cy="2554545"/>
          </a:xfrm>
          <a:prstGeom prst="rect">
            <a:avLst/>
          </a:prstGeom>
          <a:noFill/>
        </p:spPr>
        <p:txBody>
          <a:bodyPr wrap="square">
            <a:spAutoFit/>
          </a:bodyPr>
          <a:lstStyle/>
          <a:p>
            <a:r>
              <a:rPr lang="nl-NL" sz="2000" dirty="0">
                <a:latin typeface="Consolas" panose="020B0609020204030204" pitchFamily="49" charset="0"/>
              </a:rPr>
              <a:t>= 19</a:t>
            </a:r>
          </a:p>
          <a:p>
            <a:r>
              <a:rPr lang="nl-NL" sz="2000" dirty="0">
                <a:latin typeface="Consolas" panose="020B0609020204030204" pitchFamily="49" charset="0"/>
              </a:rPr>
              <a:t>= 11</a:t>
            </a:r>
          </a:p>
          <a:p>
            <a:r>
              <a:rPr lang="nl-NL" sz="2000" dirty="0">
                <a:latin typeface="Consolas" panose="020B0609020204030204" pitchFamily="49" charset="0"/>
              </a:rPr>
              <a:t>= 60</a:t>
            </a:r>
          </a:p>
          <a:p>
            <a:r>
              <a:rPr lang="nl-NL" sz="2000" dirty="0">
                <a:latin typeface="Consolas" panose="020B0609020204030204" pitchFamily="49" charset="0"/>
              </a:rPr>
              <a:t>= 3.75</a:t>
            </a:r>
          </a:p>
          <a:p>
            <a:r>
              <a:rPr lang="nl-NL" sz="2000" dirty="0">
                <a:latin typeface="Consolas" panose="020B0609020204030204" pitchFamily="49" charset="0"/>
              </a:rPr>
              <a:t>= 3</a:t>
            </a:r>
          </a:p>
          <a:p>
            <a:r>
              <a:rPr lang="nl-NL" sz="2000" dirty="0">
                <a:latin typeface="Consolas" panose="020B0609020204030204" pitchFamily="49" charset="0"/>
              </a:rPr>
              <a:t>= 50625</a:t>
            </a:r>
          </a:p>
          <a:p>
            <a:r>
              <a:rPr lang="nl-NL" sz="2000" dirty="0">
                <a:latin typeface="Consolas" panose="020B0609020204030204" pitchFamily="49" charset="0"/>
              </a:rPr>
              <a:t>= 3</a:t>
            </a:r>
          </a:p>
          <a:p>
            <a:r>
              <a:rPr lang="nl-NL" sz="2000" dirty="0">
                <a:latin typeface="Consolas" panose="020B0609020204030204" pitchFamily="49" charset="0"/>
              </a:rPr>
              <a:t>= 0</a:t>
            </a:r>
          </a:p>
        </p:txBody>
      </p:sp>
      <p:sp>
        <p:nvSpPr>
          <p:cNvPr id="5" name="Tekstvak 4">
            <a:extLst>
              <a:ext uri="{FF2B5EF4-FFF2-40B4-BE49-F238E27FC236}">
                <a16:creationId xmlns:a16="http://schemas.microsoft.com/office/drawing/2014/main" id="{63867135-E7BB-E419-BCC7-B1A158519A6D}"/>
              </a:ext>
            </a:extLst>
          </p:cNvPr>
          <p:cNvSpPr txBox="1"/>
          <p:nvPr/>
        </p:nvSpPr>
        <p:spPr>
          <a:xfrm>
            <a:off x="6880662" y="3258062"/>
            <a:ext cx="5209738" cy="2246769"/>
          </a:xfrm>
          <a:prstGeom prst="rect">
            <a:avLst/>
          </a:prstGeom>
          <a:noFill/>
        </p:spPr>
        <p:txBody>
          <a:bodyPr wrap="square">
            <a:spAutoFit/>
          </a:bodyPr>
          <a:lstStyle/>
          <a:p>
            <a:endParaRPr lang="nl-NL" sz="2000" dirty="0">
              <a:latin typeface="Consolas" panose="020B0609020204030204" pitchFamily="49" charset="0"/>
            </a:endParaRPr>
          </a:p>
          <a:p>
            <a:endParaRPr lang="nl-NL" sz="2000" dirty="0">
              <a:latin typeface="Consolas" panose="020B0609020204030204" pitchFamily="49" charset="0"/>
            </a:endParaRPr>
          </a:p>
          <a:p>
            <a:endParaRPr lang="nl-NL" sz="2000" dirty="0">
              <a:latin typeface="Consolas" panose="020B0609020204030204" pitchFamily="49" charset="0"/>
            </a:endParaRPr>
          </a:p>
          <a:p>
            <a:endParaRPr lang="nl-NL" sz="2000" dirty="0">
              <a:latin typeface="Consolas" panose="020B0609020204030204" pitchFamily="49" charset="0"/>
            </a:endParaRPr>
          </a:p>
          <a:p>
            <a:r>
              <a:rPr lang="nl-NL" sz="2000" dirty="0">
                <a:latin typeface="Consolas" panose="020B0609020204030204" pitchFamily="49" charset="0"/>
              </a:rPr>
              <a:t>integer deling / floor </a:t>
            </a:r>
            <a:r>
              <a:rPr lang="nl-NL" sz="2000" dirty="0" err="1">
                <a:latin typeface="Consolas" panose="020B0609020204030204" pitchFamily="49" charset="0"/>
              </a:rPr>
              <a:t>division</a:t>
            </a:r>
            <a:endParaRPr lang="nl-NL" sz="2000" dirty="0">
              <a:latin typeface="Consolas" panose="020B0609020204030204" pitchFamily="49" charset="0"/>
            </a:endParaRPr>
          </a:p>
          <a:p>
            <a:r>
              <a:rPr lang="nl-NL" sz="2000" dirty="0">
                <a:latin typeface="Consolas" panose="020B0609020204030204" pitchFamily="49" charset="0"/>
              </a:rPr>
              <a:t>machtsverheffing</a:t>
            </a:r>
          </a:p>
          <a:p>
            <a:r>
              <a:rPr lang="nl-NL" sz="2000" dirty="0">
                <a:latin typeface="Consolas" panose="020B0609020204030204" pitchFamily="49" charset="0"/>
              </a:rPr>
              <a:t>modulo </a:t>
            </a:r>
            <a:r>
              <a:rPr lang="nl-NL" dirty="0">
                <a:latin typeface="Consolas" panose="020B0609020204030204" pitchFamily="49" charset="0"/>
              </a:rPr>
              <a:t>(rest na delen)</a:t>
            </a:r>
            <a:endParaRPr lang="nl-NL" sz="2000" dirty="0">
              <a:latin typeface="Consolas" panose="020B0609020204030204" pitchFamily="49" charset="0"/>
            </a:endParaRPr>
          </a:p>
        </p:txBody>
      </p:sp>
    </p:spTree>
    <p:extLst>
      <p:ext uri="{BB962C8B-B14F-4D97-AF65-F5344CB8AC3E}">
        <p14:creationId xmlns:p14="http://schemas.microsoft.com/office/powerpoint/2010/main" val="100733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500"/>
                                        <p:tgtEl>
                                          <p:spTgt spid="4">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Effect transition="in" filter="fade">
                                      <p:cBhvr>
                                        <p:cTn id="34" dur="500"/>
                                        <p:tgtEl>
                                          <p:spTgt spid="5">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500"/>
                                        <p:tgtEl>
                                          <p:spTgt spid="4">
                                            <p:txEl>
                                              <p:pRg st="6" end="6"/>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fade">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Effect transition="in" filter="fade">
                                      <p:cBhvr>
                                        <p:cTn id="4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07FDE-599F-7500-26CB-21E6F0003B58}"/>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85D39C49-F584-B8CF-BAC5-9CE642F74F8B}"/>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Expressies</a:t>
            </a:r>
            <a:r>
              <a:rPr kumimoji="0" lang="en-US" sz="3600" b="1" i="0" u="none" strike="noStrike" kern="0" cap="none" spc="0" normalizeH="0" baseline="0" noProof="0" dirty="0">
                <a:ln>
                  <a:noFill/>
                </a:ln>
                <a:solidFill>
                  <a:prstClr val="black"/>
                </a:solidFill>
                <a:effectLst/>
                <a:uLnTx/>
                <a:uFillTx/>
              </a:rPr>
              <a:t> – </a:t>
            </a:r>
            <a:r>
              <a:rPr kumimoji="0" lang="en-US" sz="3600" b="1" i="0" u="none" strike="noStrike" kern="0" cap="none" spc="0" normalizeH="0" baseline="0" noProof="0" dirty="0" err="1">
                <a:ln>
                  <a:noFill/>
                </a:ln>
                <a:solidFill>
                  <a:prstClr val="black"/>
                </a:solidFill>
                <a:effectLst/>
                <a:uLnTx/>
                <a:uFillTx/>
              </a:rPr>
              <a:t>complexe</a:t>
            </a:r>
            <a:r>
              <a:rPr kumimoji="0" lang="en-US" sz="3600" b="1" i="0" u="none" strike="noStrike" kern="0" cap="none" spc="0" normalizeH="0" baseline="0" noProof="0" dirty="0">
                <a:ln>
                  <a:noFill/>
                </a:ln>
                <a:solidFill>
                  <a:prstClr val="black"/>
                </a:solidFill>
                <a:effectLst/>
                <a:uLnTx/>
                <a:uFillTx/>
              </a:rPr>
              <a:t>(re) </a:t>
            </a:r>
            <a:r>
              <a:rPr kumimoji="0" lang="en-US" sz="3600" b="1" i="0" u="none" strike="noStrike" kern="0" cap="none" spc="0" normalizeH="0" baseline="0" noProof="0" dirty="0" err="1">
                <a:ln>
                  <a:noFill/>
                </a:ln>
                <a:solidFill>
                  <a:prstClr val="black"/>
                </a:solidFill>
                <a:effectLst/>
                <a:uLnTx/>
                <a:uFillTx/>
              </a:rPr>
              <a:t>berekeningen</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(§3.3.2)</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CE481713-1819-8394-623A-3419FB5EB196}"/>
              </a:ext>
            </a:extLst>
          </p:cNvPr>
          <p:cNvSpPr txBox="1"/>
          <p:nvPr/>
        </p:nvSpPr>
        <p:spPr bwMode="auto">
          <a:xfrm>
            <a:off x="709358" y="1470029"/>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Je mag ook meer dan twee waardes en/of operators combineren.</a:t>
            </a:r>
            <a:endParaRPr kumimoji="0" lang="nl-NL" sz="2000" b="0" i="0" u="none" strike="noStrike" kern="0" cap="none" spc="0" normalizeH="0" noProof="0" dirty="0">
              <a:ln>
                <a:noFill/>
              </a:ln>
              <a:solidFill>
                <a:srgbClr val="294171"/>
              </a:solidFill>
              <a:effectLst/>
              <a:uLnTx/>
              <a:uFillTx/>
            </a:endParaRPr>
          </a:p>
        </p:txBody>
      </p:sp>
      <p:sp>
        <p:nvSpPr>
          <p:cNvPr id="3" name="Tekstvak 2">
            <a:extLst>
              <a:ext uri="{FF2B5EF4-FFF2-40B4-BE49-F238E27FC236}">
                <a16:creationId xmlns:a16="http://schemas.microsoft.com/office/drawing/2014/main" id="{24A5B4FB-B288-3336-EB9C-3CC04E468070}"/>
              </a:ext>
            </a:extLst>
          </p:cNvPr>
          <p:cNvSpPr txBox="1"/>
          <p:nvPr/>
        </p:nvSpPr>
        <p:spPr>
          <a:xfrm>
            <a:off x="1681950" y="2232168"/>
            <a:ext cx="3432666" cy="707886"/>
          </a:xfrm>
          <a:prstGeom prst="rect">
            <a:avLst/>
          </a:prstGeom>
          <a:noFill/>
        </p:spPr>
        <p:txBody>
          <a:bodyPr wrap="square">
            <a:spAutoFit/>
          </a:bodyPr>
          <a:lstStyle/>
          <a:p>
            <a:r>
              <a:rPr lang="nl-NL" sz="2000" dirty="0">
                <a:latin typeface="Consolas" panose="020B0609020204030204" pitchFamily="49" charset="0"/>
              </a:rPr>
              <a:t>&gt;&gt;&gt; 5*2-3+4/2</a:t>
            </a:r>
          </a:p>
          <a:p>
            <a:r>
              <a:rPr lang="nl-NL" sz="2000" dirty="0">
                <a:latin typeface="Consolas" panose="020B0609020204030204" pitchFamily="49" charset="0"/>
              </a:rPr>
              <a:t>&gt;&gt;&gt; 5*2 - 3+4    / 2</a:t>
            </a:r>
          </a:p>
        </p:txBody>
      </p:sp>
      <p:sp>
        <p:nvSpPr>
          <p:cNvPr id="4" name="Tekstvak 3">
            <a:extLst>
              <a:ext uri="{FF2B5EF4-FFF2-40B4-BE49-F238E27FC236}">
                <a16:creationId xmlns:a16="http://schemas.microsoft.com/office/drawing/2014/main" id="{D9217EB8-AA7E-957E-1246-B4526398FCC6}"/>
              </a:ext>
            </a:extLst>
          </p:cNvPr>
          <p:cNvSpPr txBox="1"/>
          <p:nvPr/>
        </p:nvSpPr>
        <p:spPr>
          <a:xfrm>
            <a:off x="5793954" y="2232168"/>
            <a:ext cx="1196984" cy="707886"/>
          </a:xfrm>
          <a:prstGeom prst="rect">
            <a:avLst/>
          </a:prstGeom>
          <a:noFill/>
        </p:spPr>
        <p:txBody>
          <a:bodyPr wrap="square">
            <a:spAutoFit/>
          </a:bodyPr>
          <a:lstStyle/>
          <a:p>
            <a:r>
              <a:rPr lang="nl-NL" sz="2000" dirty="0">
                <a:latin typeface="Consolas" panose="020B0609020204030204" pitchFamily="49" charset="0"/>
              </a:rPr>
              <a:t>= 9.0</a:t>
            </a:r>
          </a:p>
          <a:p>
            <a:r>
              <a:rPr lang="nl-NL" sz="2000" dirty="0">
                <a:latin typeface="Consolas" panose="020B0609020204030204" pitchFamily="49" charset="0"/>
              </a:rPr>
              <a:t>= 9.0</a:t>
            </a:r>
          </a:p>
        </p:txBody>
      </p:sp>
      <p:sp>
        <p:nvSpPr>
          <p:cNvPr id="5" name="Tekstvak 4">
            <a:extLst>
              <a:ext uri="{FF2B5EF4-FFF2-40B4-BE49-F238E27FC236}">
                <a16:creationId xmlns:a16="http://schemas.microsoft.com/office/drawing/2014/main" id="{B2781573-37AF-65D8-0AE2-7390E47DA12B}"/>
              </a:ext>
            </a:extLst>
          </p:cNvPr>
          <p:cNvSpPr txBox="1"/>
          <p:nvPr/>
        </p:nvSpPr>
        <p:spPr>
          <a:xfrm>
            <a:off x="7285578" y="2232168"/>
            <a:ext cx="4491704" cy="707886"/>
          </a:xfrm>
          <a:prstGeom prst="rect">
            <a:avLst/>
          </a:prstGeom>
          <a:noFill/>
        </p:spPr>
        <p:txBody>
          <a:bodyPr wrap="square">
            <a:spAutoFit/>
          </a:bodyPr>
          <a:lstStyle/>
          <a:p>
            <a:r>
              <a:rPr lang="nl-NL" sz="2000" dirty="0">
                <a:latin typeface="Consolas" panose="020B0609020204030204" pitchFamily="49" charset="0"/>
              </a:rPr>
              <a:t> </a:t>
            </a:r>
            <a:r>
              <a:rPr lang="nl-NL" sz="1600" dirty="0">
                <a:latin typeface="Consolas" panose="020B0609020204030204" pitchFamily="49" charset="0"/>
              </a:rPr>
              <a:t>(</a:t>
            </a:r>
            <a:r>
              <a:rPr lang="nl-NL" sz="1600" dirty="0" err="1">
                <a:latin typeface="Consolas" panose="020B0609020204030204" pitchFamily="49" charset="0"/>
              </a:rPr>
              <a:t>float</a:t>
            </a:r>
            <a:r>
              <a:rPr lang="nl-NL" sz="1600" dirty="0">
                <a:latin typeface="Consolas" panose="020B0609020204030204" pitchFamily="49" charset="0"/>
              </a:rPr>
              <a:t> vanwege deling)</a:t>
            </a:r>
          </a:p>
          <a:p>
            <a:r>
              <a:rPr lang="nl-NL" sz="2000" dirty="0">
                <a:latin typeface="Consolas" panose="020B0609020204030204" pitchFamily="49" charset="0"/>
              </a:rPr>
              <a:t> </a:t>
            </a:r>
            <a:r>
              <a:rPr lang="nl-NL" sz="1600" dirty="0">
                <a:latin typeface="Consolas" panose="020B0609020204030204" pitchFamily="49" charset="0"/>
              </a:rPr>
              <a:t>(spaties hebben geen invloed)</a:t>
            </a:r>
            <a:endParaRPr lang="nl-NL" sz="2000" dirty="0">
              <a:latin typeface="Consolas" panose="020B0609020204030204" pitchFamily="49" charset="0"/>
            </a:endParaRPr>
          </a:p>
        </p:txBody>
      </p:sp>
      <p:sp>
        <p:nvSpPr>
          <p:cNvPr id="7" name="TextBox 22">
            <a:extLst>
              <a:ext uri="{FF2B5EF4-FFF2-40B4-BE49-F238E27FC236}">
                <a16:creationId xmlns:a16="http://schemas.microsoft.com/office/drawing/2014/main" id="{4B344772-983A-E2C8-CF98-B79F527586D2}"/>
              </a:ext>
            </a:extLst>
          </p:cNvPr>
          <p:cNvSpPr txBox="1"/>
          <p:nvPr/>
        </p:nvSpPr>
        <p:spPr bwMode="auto">
          <a:xfrm>
            <a:off x="709358" y="3775640"/>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Met haakjes ( en ) kan je de volgorde van uitrekenen (evalueren) van de expressie beïnvloeden:</a:t>
            </a:r>
            <a:endParaRPr kumimoji="0" lang="nl-NL" sz="2000" b="0" i="0" u="none" strike="noStrike" kern="0" cap="none" spc="0" normalizeH="0" noProof="0" dirty="0">
              <a:ln>
                <a:noFill/>
              </a:ln>
              <a:solidFill>
                <a:srgbClr val="294171"/>
              </a:solidFill>
              <a:effectLst/>
              <a:uLnTx/>
              <a:uFillTx/>
            </a:endParaRPr>
          </a:p>
        </p:txBody>
      </p:sp>
      <p:sp>
        <p:nvSpPr>
          <p:cNvPr id="8" name="Tekstvak 7">
            <a:extLst>
              <a:ext uri="{FF2B5EF4-FFF2-40B4-BE49-F238E27FC236}">
                <a16:creationId xmlns:a16="http://schemas.microsoft.com/office/drawing/2014/main" id="{0039D5A7-065C-BFD2-1EDC-68C5C6777CDF}"/>
              </a:ext>
            </a:extLst>
          </p:cNvPr>
          <p:cNvSpPr txBox="1"/>
          <p:nvPr/>
        </p:nvSpPr>
        <p:spPr>
          <a:xfrm>
            <a:off x="1681950" y="4537779"/>
            <a:ext cx="3432666" cy="707886"/>
          </a:xfrm>
          <a:prstGeom prst="rect">
            <a:avLst/>
          </a:prstGeom>
          <a:noFill/>
        </p:spPr>
        <p:txBody>
          <a:bodyPr wrap="square">
            <a:spAutoFit/>
          </a:bodyPr>
          <a:lstStyle/>
          <a:p>
            <a:r>
              <a:rPr lang="nl-NL" sz="2000" dirty="0">
                <a:latin typeface="Consolas" panose="020B0609020204030204" pitchFamily="49" charset="0"/>
              </a:rPr>
              <a:t>&gt;&gt;&gt; 5 * (2 - 3) + 4 / 2</a:t>
            </a:r>
          </a:p>
          <a:p>
            <a:r>
              <a:rPr lang="nl-NL" sz="2000" dirty="0">
                <a:latin typeface="Consolas" panose="020B0609020204030204" pitchFamily="49" charset="0"/>
              </a:rPr>
              <a:t>&gt;&gt;&gt; 5 * 2 - (3 + 4) / 2</a:t>
            </a:r>
          </a:p>
        </p:txBody>
      </p:sp>
      <p:sp>
        <p:nvSpPr>
          <p:cNvPr id="9" name="Tekstvak 8">
            <a:extLst>
              <a:ext uri="{FF2B5EF4-FFF2-40B4-BE49-F238E27FC236}">
                <a16:creationId xmlns:a16="http://schemas.microsoft.com/office/drawing/2014/main" id="{CE1C91FF-8F62-08EF-0731-0A269BAACC98}"/>
              </a:ext>
            </a:extLst>
          </p:cNvPr>
          <p:cNvSpPr txBox="1"/>
          <p:nvPr/>
        </p:nvSpPr>
        <p:spPr>
          <a:xfrm>
            <a:off x="5946165" y="4537779"/>
            <a:ext cx="1196984" cy="707886"/>
          </a:xfrm>
          <a:prstGeom prst="rect">
            <a:avLst/>
          </a:prstGeom>
          <a:noFill/>
        </p:spPr>
        <p:txBody>
          <a:bodyPr wrap="square">
            <a:spAutoFit/>
          </a:bodyPr>
          <a:lstStyle/>
          <a:p>
            <a:r>
              <a:rPr lang="nl-NL" sz="2000" dirty="0">
                <a:latin typeface="Consolas" panose="020B0609020204030204" pitchFamily="49" charset="0"/>
              </a:rPr>
              <a:t>= -3.0</a:t>
            </a:r>
          </a:p>
          <a:p>
            <a:r>
              <a:rPr lang="nl-NL" sz="2000" dirty="0">
                <a:latin typeface="Consolas" panose="020B0609020204030204" pitchFamily="49" charset="0"/>
              </a:rPr>
              <a:t>= 6.5</a:t>
            </a:r>
          </a:p>
        </p:txBody>
      </p:sp>
    </p:spTree>
    <p:extLst>
      <p:ext uri="{BB962C8B-B14F-4D97-AF65-F5344CB8AC3E}">
        <p14:creationId xmlns:p14="http://schemas.microsoft.com/office/powerpoint/2010/main" val="311543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500"/>
                                        <p:tgtEl>
                                          <p:spTgt spid="4">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fade">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nodeType="with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fade">
                                      <p:cBhvr>
                                        <p:cTn id="31" dur="500"/>
                                        <p:tgtEl>
                                          <p:spTgt spid="8">
                                            <p:txEl>
                                              <p:pRg st="0" end="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9">
                                            <p:txEl>
                                              <p:pRg st="0" end="0"/>
                                            </p:txEl>
                                          </p:spTgt>
                                        </p:tgtEl>
                                        <p:attrNameLst>
                                          <p:attrName>style.visibility</p:attrName>
                                        </p:attrNameLst>
                                      </p:cBhvr>
                                      <p:to>
                                        <p:strVal val="visible"/>
                                      </p:to>
                                    </p:set>
                                    <p:animEffect transition="in" filter="fade">
                                      <p:cBhvr>
                                        <p:cTn id="34" dur="500"/>
                                        <p:tgtEl>
                                          <p:spTgt spid="9">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animEffect transition="in" filter="fade">
                                      <p:cBhvr>
                                        <p:cTn id="39" dur="500"/>
                                        <p:tgtEl>
                                          <p:spTgt spid="8">
                                            <p:txEl>
                                              <p:pRg st="1" end="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9">
                                            <p:txEl>
                                              <p:pRg st="1" end="1"/>
                                            </p:txEl>
                                          </p:spTgt>
                                        </p:tgtEl>
                                        <p:attrNameLst>
                                          <p:attrName>style.visibility</p:attrName>
                                        </p:attrNameLst>
                                      </p:cBhvr>
                                      <p:to>
                                        <p:strVal val="visible"/>
                                      </p:to>
                                    </p:set>
                                    <p:animEffect transition="in" filter="fade">
                                      <p:cBhvr>
                                        <p:cTn id="4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F4C07-E1D2-5EB5-60A5-171E45571244}"/>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7E1FBA6D-19E3-E789-547F-4A3C4C5EE130}"/>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a:ln>
                  <a:noFill/>
                </a:ln>
                <a:solidFill>
                  <a:prstClr val="black"/>
                </a:solidFill>
                <a:effectLst/>
                <a:uLnTx/>
                <a:uFillTx/>
              </a:rPr>
              <a:t>String </a:t>
            </a:r>
            <a:r>
              <a:rPr kumimoji="0" lang="en-US" sz="3600" b="1" i="0" u="none" strike="noStrike" kern="0" cap="none" spc="0" normalizeH="0" baseline="0" noProof="0" dirty="0" err="1">
                <a:ln>
                  <a:noFill/>
                </a:ln>
                <a:solidFill>
                  <a:prstClr val="black"/>
                </a:solidFill>
                <a:effectLst/>
                <a:uLnTx/>
                <a:uFillTx/>
              </a:rPr>
              <a:t>expressies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(§3.3.3)</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56C28B65-EE4F-E2E2-77AB-A3C86563D472}"/>
              </a:ext>
            </a:extLst>
          </p:cNvPr>
          <p:cNvSpPr txBox="1"/>
          <p:nvPr/>
        </p:nvSpPr>
        <p:spPr bwMode="auto">
          <a:xfrm>
            <a:off x="709358" y="1470029"/>
            <a:ext cx="10492038"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Je hoeft niet per se getallen te gebruiken in een expressie! </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Je mag ook een string-expressie maken:</a:t>
            </a:r>
            <a:endParaRPr kumimoji="0" lang="nl-NL" sz="2000" b="0" i="0" u="none" strike="noStrike" kern="0" cap="none" spc="0" normalizeH="0" noProof="0" dirty="0">
              <a:ln>
                <a:noFill/>
              </a:ln>
              <a:solidFill>
                <a:srgbClr val="294171"/>
              </a:solidFill>
              <a:effectLst/>
              <a:uLnTx/>
              <a:uFillTx/>
            </a:endParaRPr>
          </a:p>
        </p:txBody>
      </p:sp>
      <p:sp>
        <p:nvSpPr>
          <p:cNvPr id="3" name="Tekstvak 2">
            <a:extLst>
              <a:ext uri="{FF2B5EF4-FFF2-40B4-BE49-F238E27FC236}">
                <a16:creationId xmlns:a16="http://schemas.microsoft.com/office/drawing/2014/main" id="{6956FD5D-0426-3DC0-595E-934485940184}"/>
              </a:ext>
            </a:extLst>
          </p:cNvPr>
          <p:cNvSpPr txBox="1"/>
          <p:nvPr/>
        </p:nvSpPr>
        <p:spPr>
          <a:xfrm>
            <a:off x="1681950" y="2468946"/>
            <a:ext cx="2951010" cy="1323439"/>
          </a:xfrm>
          <a:prstGeom prst="rect">
            <a:avLst/>
          </a:prstGeom>
          <a:noFill/>
        </p:spPr>
        <p:txBody>
          <a:bodyPr wrap="square">
            <a:spAutoFit/>
          </a:bodyPr>
          <a:lstStyle/>
          <a:p>
            <a:r>
              <a:rPr lang="nl-NL" sz="2000" dirty="0">
                <a:latin typeface="Consolas" panose="020B0609020204030204" pitchFamily="49" charset="0"/>
              </a:rPr>
              <a:t>"</a:t>
            </a:r>
            <a:r>
              <a:rPr lang="nl-NL" sz="2000" dirty="0" err="1">
                <a:latin typeface="Consolas" panose="020B0609020204030204" pitchFamily="49" charset="0"/>
              </a:rPr>
              <a:t>tot"+"ziens</a:t>
            </a:r>
            <a:r>
              <a:rPr lang="nl-NL" sz="2000" dirty="0">
                <a:latin typeface="Consolas" panose="020B0609020204030204" pitchFamily="49" charset="0"/>
              </a:rPr>
              <a:t>"</a:t>
            </a:r>
          </a:p>
          <a:p>
            <a:r>
              <a:rPr lang="nl-NL" sz="2000" dirty="0">
                <a:latin typeface="Consolas" panose="020B0609020204030204" pitchFamily="49" charset="0"/>
              </a:rPr>
              <a:t>3* "hallo"</a:t>
            </a:r>
          </a:p>
          <a:p>
            <a:r>
              <a:rPr lang="nl-NL" sz="2000" dirty="0">
                <a:latin typeface="Consolas" panose="020B0609020204030204" pitchFamily="49" charset="0"/>
              </a:rPr>
              <a:t>"tot ziens" *3</a:t>
            </a:r>
          </a:p>
          <a:p>
            <a:r>
              <a:rPr lang="nl-NL" sz="2000" dirty="0">
                <a:latin typeface="Consolas" panose="020B0609020204030204" pitchFamily="49" charset="0"/>
              </a:rPr>
              <a:t>2 * 2 * 'abc'</a:t>
            </a:r>
          </a:p>
        </p:txBody>
      </p:sp>
      <p:sp>
        <p:nvSpPr>
          <p:cNvPr id="5" name="Tekstvak 4">
            <a:extLst>
              <a:ext uri="{FF2B5EF4-FFF2-40B4-BE49-F238E27FC236}">
                <a16:creationId xmlns:a16="http://schemas.microsoft.com/office/drawing/2014/main" id="{F542DF67-3433-D961-8F9B-914DBCD592D0}"/>
              </a:ext>
            </a:extLst>
          </p:cNvPr>
          <p:cNvSpPr txBox="1"/>
          <p:nvPr/>
        </p:nvSpPr>
        <p:spPr>
          <a:xfrm>
            <a:off x="5114616" y="2468946"/>
            <a:ext cx="5502584" cy="1323439"/>
          </a:xfrm>
          <a:prstGeom prst="rect">
            <a:avLst/>
          </a:prstGeom>
          <a:noFill/>
        </p:spPr>
        <p:txBody>
          <a:bodyPr wrap="square">
            <a:spAutoFit/>
          </a:bodyPr>
          <a:lstStyle/>
          <a:p>
            <a:r>
              <a:rPr lang="nl-NL" sz="2000" dirty="0">
                <a:latin typeface="Consolas" panose="020B0609020204030204" pitchFamily="49" charset="0"/>
              </a:rPr>
              <a:t>= "</a:t>
            </a:r>
            <a:r>
              <a:rPr lang="nl-NL" sz="2000" dirty="0" err="1">
                <a:latin typeface="Consolas" panose="020B0609020204030204" pitchFamily="49" charset="0"/>
              </a:rPr>
              <a:t>totziens</a:t>
            </a:r>
            <a:r>
              <a:rPr lang="nl-NL" sz="2000" dirty="0">
                <a:latin typeface="Consolas" panose="020B0609020204030204" pitchFamily="49" charset="0"/>
              </a:rPr>
              <a:t>"</a:t>
            </a:r>
          </a:p>
          <a:p>
            <a:r>
              <a:rPr lang="nl-NL" sz="2000" dirty="0">
                <a:latin typeface="Consolas" panose="020B0609020204030204" pitchFamily="49" charset="0"/>
              </a:rPr>
              <a:t>= "</a:t>
            </a:r>
            <a:r>
              <a:rPr lang="nl-NL" sz="2000" dirty="0" err="1">
                <a:latin typeface="Consolas" panose="020B0609020204030204" pitchFamily="49" charset="0"/>
              </a:rPr>
              <a:t>hallohallohallo</a:t>
            </a:r>
            <a:r>
              <a:rPr lang="nl-NL" sz="2000" dirty="0">
                <a:latin typeface="Consolas" panose="020B0609020204030204" pitchFamily="49" charset="0"/>
              </a:rPr>
              <a:t>"</a:t>
            </a:r>
          </a:p>
          <a:p>
            <a:r>
              <a:rPr lang="nl-NL" sz="2000" dirty="0">
                <a:latin typeface="Consolas" panose="020B0609020204030204" pitchFamily="49" charset="0"/>
              </a:rPr>
              <a:t>= "tot </a:t>
            </a:r>
            <a:r>
              <a:rPr lang="nl-NL" sz="2000" dirty="0" err="1">
                <a:latin typeface="Consolas" panose="020B0609020204030204" pitchFamily="49" charset="0"/>
              </a:rPr>
              <a:t>zienstot</a:t>
            </a:r>
            <a:r>
              <a:rPr lang="nl-NL" sz="2000" dirty="0">
                <a:latin typeface="Consolas" panose="020B0609020204030204" pitchFamily="49" charset="0"/>
              </a:rPr>
              <a:t> </a:t>
            </a:r>
            <a:r>
              <a:rPr lang="nl-NL" sz="2000" dirty="0" err="1">
                <a:latin typeface="Consolas" panose="020B0609020204030204" pitchFamily="49" charset="0"/>
              </a:rPr>
              <a:t>zienstot</a:t>
            </a:r>
            <a:r>
              <a:rPr lang="nl-NL" sz="2000" dirty="0">
                <a:latin typeface="Consolas" panose="020B0609020204030204" pitchFamily="49" charset="0"/>
              </a:rPr>
              <a:t> ziens"</a:t>
            </a:r>
          </a:p>
          <a:p>
            <a:r>
              <a:rPr lang="nl-NL" sz="2000" dirty="0">
                <a:latin typeface="Consolas" panose="020B0609020204030204" pitchFamily="49" charset="0"/>
              </a:rPr>
              <a:t>= "</a:t>
            </a:r>
            <a:r>
              <a:rPr lang="nl-NL" sz="2000" dirty="0" err="1">
                <a:latin typeface="Consolas" panose="020B0609020204030204" pitchFamily="49" charset="0"/>
              </a:rPr>
              <a:t>abcabcabcabc</a:t>
            </a:r>
            <a:r>
              <a:rPr lang="nl-NL" sz="2000" dirty="0">
                <a:latin typeface="Consolas" panose="020B0609020204030204" pitchFamily="49" charset="0"/>
              </a:rPr>
              <a:t>"</a:t>
            </a:r>
          </a:p>
        </p:txBody>
      </p:sp>
      <p:sp>
        <p:nvSpPr>
          <p:cNvPr id="7" name="TextBox 22">
            <a:extLst>
              <a:ext uri="{FF2B5EF4-FFF2-40B4-BE49-F238E27FC236}">
                <a16:creationId xmlns:a16="http://schemas.microsoft.com/office/drawing/2014/main" id="{B0F2E144-D47F-A4E1-6224-A98511B65D2D}"/>
              </a:ext>
            </a:extLst>
          </p:cNvPr>
          <p:cNvSpPr txBox="1"/>
          <p:nvPr/>
        </p:nvSpPr>
        <p:spPr bwMode="auto">
          <a:xfrm>
            <a:off x="709358" y="4141400"/>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Niet alle operators kan je combineren met strings:</a:t>
            </a:r>
            <a:endParaRPr kumimoji="0" lang="nl-NL" sz="2000" b="0" i="0" u="none" strike="noStrike" kern="0" cap="none" spc="0" normalizeH="0" noProof="0" dirty="0">
              <a:ln>
                <a:noFill/>
              </a:ln>
              <a:solidFill>
                <a:srgbClr val="294171"/>
              </a:solidFill>
              <a:effectLst/>
              <a:uLnTx/>
              <a:uFillTx/>
            </a:endParaRPr>
          </a:p>
        </p:txBody>
      </p:sp>
      <p:sp>
        <p:nvSpPr>
          <p:cNvPr id="8" name="Tekstvak 7">
            <a:extLst>
              <a:ext uri="{FF2B5EF4-FFF2-40B4-BE49-F238E27FC236}">
                <a16:creationId xmlns:a16="http://schemas.microsoft.com/office/drawing/2014/main" id="{EA5345D4-FCAE-5077-E421-255CCEDA6E8E}"/>
              </a:ext>
            </a:extLst>
          </p:cNvPr>
          <p:cNvSpPr txBox="1"/>
          <p:nvPr/>
        </p:nvSpPr>
        <p:spPr>
          <a:xfrm>
            <a:off x="1681950" y="4924874"/>
            <a:ext cx="9148610" cy="1323439"/>
          </a:xfrm>
          <a:prstGeom prst="rect">
            <a:avLst/>
          </a:prstGeom>
          <a:noFill/>
        </p:spPr>
        <p:txBody>
          <a:bodyPr wrap="square">
            <a:spAutoFit/>
          </a:bodyPr>
          <a:lstStyle/>
          <a:p>
            <a:r>
              <a:rPr lang="en-US" sz="2000" dirty="0">
                <a:latin typeface="Consolas" panose="020B0609020204030204" pitchFamily="49" charset="0"/>
              </a:rPr>
              <a:t>&gt;&gt;&gt; "tot </a:t>
            </a:r>
            <a:r>
              <a:rPr lang="en-US" sz="2000" dirty="0" err="1">
                <a:latin typeface="Consolas" panose="020B0609020204030204" pitchFamily="49" charset="0"/>
              </a:rPr>
              <a:t>ziens</a:t>
            </a:r>
            <a:r>
              <a:rPr lang="en-US" sz="2000" dirty="0">
                <a:latin typeface="Consolas" panose="020B0609020204030204" pitchFamily="49" charset="0"/>
              </a:rPr>
              <a:t>" / 2</a:t>
            </a:r>
          </a:p>
          <a:p>
            <a:r>
              <a:rPr lang="en-US" sz="2000" dirty="0">
                <a:latin typeface="Consolas" panose="020B0609020204030204" pitchFamily="49" charset="0"/>
              </a:rPr>
              <a:t>Traceback (most recent call last):</a:t>
            </a:r>
          </a:p>
          <a:p>
            <a:r>
              <a:rPr lang="en-US" sz="2000" dirty="0">
                <a:latin typeface="Consolas" panose="020B0609020204030204" pitchFamily="49" charset="0"/>
              </a:rPr>
              <a:t>  File "&lt;stdin&gt;", line 1, in &lt;module&gt;</a:t>
            </a:r>
          </a:p>
          <a:p>
            <a:r>
              <a:rPr lang="en-US" sz="2000" dirty="0" err="1">
                <a:latin typeface="Consolas" panose="020B0609020204030204" pitchFamily="49" charset="0"/>
              </a:rPr>
              <a:t>TypeError</a:t>
            </a:r>
            <a:r>
              <a:rPr lang="en-US" sz="2000" dirty="0">
                <a:latin typeface="Consolas" panose="020B0609020204030204" pitchFamily="49" charset="0"/>
              </a:rPr>
              <a:t>: unsupported operand type(s) for /: 'str' and 'int'</a:t>
            </a:r>
            <a:endParaRPr lang="nl-NL" sz="2000" dirty="0">
              <a:latin typeface="Consolas" panose="020B0609020204030204" pitchFamily="49" charset="0"/>
            </a:endParaRPr>
          </a:p>
        </p:txBody>
      </p:sp>
    </p:spTree>
    <p:extLst>
      <p:ext uri="{BB962C8B-B14F-4D97-AF65-F5344CB8AC3E}">
        <p14:creationId xmlns:p14="http://schemas.microsoft.com/office/powerpoint/2010/main" val="100650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58E42-2983-94E4-B32C-A32378532F33}"/>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827B2ABE-F638-AA44-71B4-EE90F33A3982}"/>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 </a:t>
            </a:r>
            <a:r>
              <a:rPr lang="en-US" sz="2000" b="1" kern="0" dirty="0">
                <a:solidFill>
                  <a:prstClr val="black"/>
                </a:solidFill>
              </a:rPr>
              <a:t>(3.1)</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074498A8-349D-8D43-FB97-1D7819432BD1}"/>
              </a:ext>
            </a:extLst>
          </p:cNvPr>
          <p:cNvSpPr txBox="1"/>
          <p:nvPr/>
        </p:nvSpPr>
        <p:spPr bwMode="auto">
          <a:xfrm>
            <a:off x="709358" y="1316141"/>
            <a:ext cx="10492038" cy="224676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Een boek kost in de winkel  €24,95, maar boekwinkels krijgen 40 procent korting bij inkoop bij de groothandel. De groothandel rekent voor het versturen van boeken €3 voor het eerste boek, en 75 cent voor ieder volgend boek. </a:t>
            </a:r>
          </a:p>
          <a:p>
            <a:pPr marR="0" lvl="0" defTabSz="914400" eaLnBrk="1" fontAlgn="base" latinLnBrk="0" hangingPunct="1">
              <a:lnSpc>
                <a:spcPct val="100000"/>
              </a:lnSpc>
              <a:spcBef>
                <a:spcPct val="0"/>
              </a:spcBef>
              <a:spcAft>
                <a:spcPct val="0"/>
              </a:spcAft>
              <a:buClrTx/>
              <a:buSzTx/>
              <a:tabLst/>
              <a:defRPr/>
            </a:pPr>
            <a:endParaRPr lang="nl-NL" sz="2000" kern="0" dirty="0">
              <a:solidFill>
                <a:srgbClr val="294171"/>
              </a:solidFill>
            </a:endParaRPr>
          </a:p>
          <a:p>
            <a:pPr marR="0" lvl="0" defTabSz="914400" eaLnBrk="1" fontAlgn="base" latinLnBrk="0" hangingPunct="1">
              <a:lnSpc>
                <a:spcPct val="100000"/>
              </a:lnSpc>
              <a:spcBef>
                <a:spcPct val="0"/>
              </a:spcBef>
              <a:spcAft>
                <a:spcPct val="0"/>
              </a:spcAft>
              <a:buClrTx/>
              <a:buSzTx/>
              <a:tabLst/>
              <a:defRPr/>
            </a:pPr>
            <a:endParaRPr lang="nl-NL" sz="2000" kern="0" dirty="0">
              <a:solidFill>
                <a:srgbClr val="294171"/>
              </a:solidFill>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lang="nl-NL" sz="2000" kern="0" dirty="0">
                <a:solidFill>
                  <a:srgbClr val="294171"/>
                </a:solidFill>
              </a:rPr>
              <a:t>Schrijf een expressie om te berekenen hoeveel de winkel betaalt voor 60 boeken.</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lang="nl-NL" sz="2000" kern="0" dirty="0">
                <a:solidFill>
                  <a:srgbClr val="294171"/>
                </a:solidFill>
              </a:rPr>
              <a:t>Begin in de shell/console. Test, als je klaar bent, je expressie ook een .</a:t>
            </a:r>
            <a:r>
              <a:rPr lang="nl-NL" sz="2000" kern="0" dirty="0" err="1">
                <a:solidFill>
                  <a:srgbClr val="294171"/>
                </a:solidFill>
              </a:rPr>
              <a:t>py</a:t>
            </a:r>
            <a:r>
              <a:rPr lang="nl-NL" sz="2000" kern="0" dirty="0">
                <a:solidFill>
                  <a:srgbClr val="294171"/>
                </a:solidFill>
              </a:rPr>
              <a:t> bestand!</a:t>
            </a:r>
          </a:p>
        </p:txBody>
      </p:sp>
      <p:sp>
        <p:nvSpPr>
          <p:cNvPr id="2" name="TextBox 22">
            <a:extLst>
              <a:ext uri="{FF2B5EF4-FFF2-40B4-BE49-F238E27FC236}">
                <a16:creationId xmlns:a16="http://schemas.microsoft.com/office/drawing/2014/main" id="{FF1D25F7-17FA-EC15-EED5-E687A90C041E}"/>
              </a:ext>
            </a:extLst>
          </p:cNvPr>
          <p:cNvSpPr txBox="1"/>
          <p:nvPr/>
        </p:nvSpPr>
        <p:spPr bwMode="auto">
          <a:xfrm>
            <a:off x="709358" y="5968190"/>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Vanaf nu gaan we in de slides uit van code die je in een .</a:t>
            </a:r>
            <a:r>
              <a:rPr lang="nl-NL" sz="2000" kern="0" dirty="0" err="1">
                <a:solidFill>
                  <a:srgbClr val="294171"/>
                </a:solidFill>
              </a:rPr>
              <a:t>py</a:t>
            </a:r>
            <a:r>
              <a:rPr lang="nl-NL" sz="2000" kern="0" dirty="0">
                <a:solidFill>
                  <a:srgbClr val="294171"/>
                </a:solidFill>
              </a:rPr>
              <a:t> bestand schrijft!</a:t>
            </a:r>
          </a:p>
        </p:txBody>
      </p:sp>
    </p:spTree>
    <p:extLst>
      <p:ext uri="{BB962C8B-B14F-4D97-AF65-F5344CB8AC3E}">
        <p14:creationId xmlns:p14="http://schemas.microsoft.com/office/powerpoint/2010/main" val="2360995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4313-A4C8-0B50-0954-E7FA36A1E53B}"/>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B2EABF19-6F7F-9727-55A1-B237A87E7E87}"/>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Variabelen </a:t>
            </a:r>
            <a:r>
              <a:rPr lang="nl-NL" sz="2000" b="1" dirty="0"/>
              <a:t>(</a:t>
            </a:r>
            <a:r>
              <a:rPr lang="en-US" sz="2000" b="1" kern="0" dirty="0">
                <a:solidFill>
                  <a:prstClr val="black"/>
                </a:solidFill>
              </a:rPr>
              <a:t>§4.1)</a:t>
            </a:r>
            <a:endParaRPr lang="nl-NL" sz="3600" dirty="0"/>
          </a:p>
        </p:txBody>
      </p:sp>
      <p:sp>
        <p:nvSpPr>
          <p:cNvPr id="27" name="TextBox 22">
            <a:extLst>
              <a:ext uri="{FF2B5EF4-FFF2-40B4-BE49-F238E27FC236}">
                <a16:creationId xmlns:a16="http://schemas.microsoft.com/office/drawing/2014/main" id="{B203A864-CCCF-75F2-A1D3-D01826DF072A}"/>
              </a:ext>
            </a:extLst>
          </p:cNvPr>
          <p:cNvSpPr txBox="1"/>
          <p:nvPr/>
        </p:nvSpPr>
        <p:spPr bwMode="auto">
          <a:xfrm>
            <a:off x="709358" y="1470029"/>
            <a:ext cx="10773284" cy="4770537"/>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sz="2000" kern="0" dirty="0">
                <a:solidFill>
                  <a:srgbClr val="294171"/>
                </a:solidFill>
              </a:rPr>
              <a:t>Resultaten van expressies kan je ook opslaan in het geheugen van je computer:</a:t>
            </a:r>
          </a:p>
          <a:p>
            <a:pPr lvl="0" fontAlgn="base">
              <a:spcBef>
                <a:spcPct val="0"/>
              </a:spcBef>
              <a:spcAft>
                <a:spcPct val="0"/>
              </a:spcAft>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Met een variabele kan je een plaats in het geheugen van je computer een ‘naam’ geven</a:t>
            </a: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Op deze plaats kan je een waarde (int / </a:t>
            </a:r>
            <a:r>
              <a:rPr lang="nl-NL" sz="2000" kern="0" dirty="0" err="1">
                <a:solidFill>
                  <a:srgbClr val="294171"/>
                </a:solidFill>
              </a:rPr>
              <a:t>float</a:t>
            </a:r>
            <a:r>
              <a:rPr lang="nl-NL" sz="2000" kern="0" dirty="0">
                <a:solidFill>
                  <a:srgbClr val="294171"/>
                </a:solidFill>
              </a:rPr>
              <a:t> / </a:t>
            </a:r>
            <a:r>
              <a:rPr lang="nl-NL" sz="2000" kern="0" dirty="0" err="1">
                <a:solidFill>
                  <a:srgbClr val="294171"/>
                </a:solidFill>
              </a:rPr>
              <a:t>bool</a:t>
            </a:r>
            <a:r>
              <a:rPr lang="nl-NL" sz="2000" kern="0" dirty="0">
                <a:solidFill>
                  <a:srgbClr val="294171"/>
                </a:solidFill>
              </a:rPr>
              <a:t> etc.) opslaan. </a:t>
            </a: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De naam mag je zelf kiezen, en wordt over het algemeen de “variabele naam” genoemd:</a:t>
            </a:r>
          </a:p>
          <a:p>
            <a:pPr lvl="0" fontAlgn="base">
              <a:spcBef>
                <a:spcPct val="0"/>
              </a:spcBef>
              <a:spcAft>
                <a:spcPct val="0"/>
              </a:spcAft>
              <a:defRPr/>
            </a:pPr>
            <a:endParaRPr lang="nl-NL" sz="2000" kern="0" dirty="0">
              <a:solidFill>
                <a:srgbClr val="294171"/>
              </a:solidFill>
            </a:endParaRPr>
          </a:p>
          <a:p>
            <a:pPr lvl="0" fontAlgn="base">
              <a:spcBef>
                <a:spcPct val="0"/>
              </a:spcBef>
              <a:spcAft>
                <a:spcPct val="0"/>
              </a:spcAft>
              <a:defRPr/>
            </a:pPr>
            <a:endParaRPr lang="nl-NL" sz="2000" kern="0" dirty="0">
              <a:solidFill>
                <a:srgbClr val="294171"/>
              </a:solidFill>
            </a:endParaRPr>
          </a:p>
          <a:p>
            <a:pPr lvl="3" fontAlgn="base">
              <a:spcBef>
                <a:spcPct val="0"/>
              </a:spcBef>
              <a:spcAft>
                <a:spcPct val="0"/>
              </a:spcAft>
              <a:defRPr/>
            </a:pPr>
            <a:r>
              <a:rPr lang="nl-NL" kern="0" dirty="0">
                <a:solidFill>
                  <a:srgbClr val="294171"/>
                </a:solidFill>
                <a:latin typeface="Consolas" panose="020B0609020204030204" pitchFamily="49" charset="0"/>
              </a:rPr>
              <a:t>x = 5</a:t>
            </a:r>
          </a:p>
          <a:p>
            <a:pPr lvl="3" fontAlgn="base">
              <a:spcBef>
                <a:spcPct val="0"/>
              </a:spcBef>
              <a:spcAft>
                <a:spcPct val="0"/>
              </a:spcAft>
              <a:defRPr/>
            </a:pPr>
            <a:r>
              <a:rPr lang="nl-NL" kern="0" dirty="0">
                <a:solidFill>
                  <a:srgbClr val="294171"/>
                </a:solidFill>
                <a:latin typeface="Consolas" panose="020B0609020204030204" pitchFamily="49" charset="0"/>
              </a:rPr>
              <a:t>print( x )</a:t>
            </a:r>
          </a:p>
          <a:p>
            <a:pPr lvl="3" fontAlgn="base">
              <a:spcBef>
                <a:spcPct val="0"/>
              </a:spcBef>
              <a:spcAft>
                <a:spcPct val="0"/>
              </a:spcAft>
              <a:defRPr/>
            </a:pPr>
            <a:endParaRPr lang="nl-NL" kern="0" dirty="0">
              <a:solidFill>
                <a:srgbClr val="294171"/>
              </a:solidFill>
              <a:latin typeface="Consolas" panose="020B0609020204030204" pitchFamily="49" charset="0"/>
            </a:endParaRPr>
          </a:p>
          <a:p>
            <a:pPr lvl="3" fontAlgn="base">
              <a:spcBef>
                <a:spcPct val="0"/>
              </a:spcBef>
              <a:spcAft>
                <a:spcPct val="0"/>
              </a:spcAft>
              <a:defRPr/>
            </a:pPr>
            <a:r>
              <a:rPr lang="nl-NL" kern="0" dirty="0">
                <a:solidFill>
                  <a:srgbClr val="294171"/>
                </a:solidFill>
                <a:latin typeface="Consolas" panose="020B0609020204030204" pitchFamily="49" charset="0"/>
              </a:rPr>
              <a:t>y = x * 4</a:t>
            </a:r>
          </a:p>
          <a:p>
            <a:pPr lvl="3" fontAlgn="base">
              <a:spcBef>
                <a:spcPct val="0"/>
              </a:spcBef>
              <a:spcAft>
                <a:spcPct val="0"/>
              </a:spcAft>
              <a:defRPr/>
            </a:pPr>
            <a:r>
              <a:rPr lang="nl-NL" kern="0" dirty="0">
                <a:solidFill>
                  <a:srgbClr val="294171"/>
                </a:solidFill>
                <a:latin typeface="Consolas" panose="020B0609020204030204" pitchFamily="49" charset="0"/>
              </a:rPr>
              <a:t>x = 8</a:t>
            </a:r>
          </a:p>
          <a:p>
            <a:pPr lvl="3" fontAlgn="base">
              <a:spcBef>
                <a:spcPct val="0"/>
              </a:spcBef>
              <a:spcAft>
                <a:spcPct val="0"/>
              </a:spcAft>
              <a:defRPr/>
            </a:pPr>
            <a:endParaRPr lang="nl-NL" kern="0" dirty="0">
              <a:solidFill>
                <a:srgbClr val="294171"/>
              </a:solidFill>
              <a:latin typeface="Consolas" panose="020B0609020204030204" pitchFamily="49" charset="0"/>
            </a:endParaRPr>
          </a:p>
          <a:p>
            <a:pPr lvl="3" fontAlgn="base">
              <a:spcBef>
                <a:spcPct val="0"/>
              </a:spcBef>
              <a:spcAft>
                <a:spcPct val="0"/>
              </a:spcAft>
              <a:defRPr/>
            </a:pPr>
            <a:r>
              <a:rPr lang="nl-NL" kern="0" dirty="0">
                <a:solidFill>
                  <a:srgbClr val="294171"/>
                </a:solidFill>
                <a:latin typeface="Consolas" panose="020B0609020204030204" pitchFamily="49" charset="0"/>
              </a:rPr>
              <a:t>print( x )				</a:t>
            </a:r>
            <a:r>
              <a:rPr lang="nl-NL" dirty="0"/>
              <a:t>toont 8 op het scherm</a:t>
            </a:r>
            <a:endParaRPr lang="nl-NL" sz="1200" dirty="0"/>
          </a:p>
          <a:p>
            <a:pPr lvl="3" fontAlgn="base">
              <a:spcBef>
                <a:spcPct val="0"/>
              </a:spcBef>
              <a:spcAft>
                <a:spcPct val="0"/>
              </a:spcAft>
              <a:defRPr/>
            </a:pPr>
            <a:r>
              <a:rPr lang="nl-NL" kern="0" dirty="0">
                <a:solidFill>
                  <a:srgbClr val="294171"/>
                </a:solidFill>
                <a:latin typeface="Consolas" panose="020B0609020204030204" pitchFamily="49" charset="0"/>
              </a:rPr>
              <a:t>print( y )				</a:t>
            </a:r>
            <a:r>
              <a:rPr lang="nl-NL" dirty="0"/>
              <a:t>toont 20 op het scherm</a:t>
            </a:r>
          </a:p>
        </p:txBody>
      </p:sp>
    </p:spTree>
    <p:extLst>
      <p:ext uri="{BB962C8B-B14F-4D97-AF65-F5344CB8AC3E}">
        <p14:creationId xmlns:p14="http://schemas.microsoft.com/office/powerpoint/2010/main" val="421414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14" end="14"/>
                                            </p:txEl>
                                          </p:spTgt>
                                        </p:tgtEl>
                                        <p:attrNameLst>
                                          <p:attrName>style.visibility</p:attrName>
                                        </p:attrNameLst>
                                      </p:cBhvr>
                                      <p:to>
                                        <p:strVal val="visible"/>
                                      </p:to>
                                    </p:set>
                                    <p:animEffect transition="in" filter="fade">
                                      <p:cBhvr>
                                        <p:cTn id="7" dur="500"/>
                                        <p:tgtEl>
                                          <p:spTgt spid="27">
                                            <p:txEl>
                                              <p:pRg st="14"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5" end="15"/>
                                            </p:txEl>
                                          </p:spTgt>
                                        </p:tgtEl>
                                        <p:attrNameLst>
                                          <p:attrName>style.visibility</p:attrName>
                                        </p:attrNameLst>
                                      </p:cBhvr>
                                      <p:to>
                                        <p:strVal val="visible"/>
                                      </p:to>
                                    </p:set>
                                    <p:animEffect transition="in" filter="fade">
                                      <p:cBhvr>
                                        <p:cTn id="12" dur="500"/>
                                        <p:tgtEl>
                                          <p:spTgt spid="2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6F4A5-AC65-BD63-9D3E-FC01352E49F6}"/>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F62E3185-0603-6072-5E1C-FD550417CD39}"/>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Variabele namen </a:t>
            </a:r>
            <a:r>
              <a:rPr lang="nl-NL" sz="2000" b="1" dirty="0"/>
              <a:t>(</a:t>
            </a:r>
            <a:r>
              <a:rPr lang="en-US" sz="2000" b="1" kern="0" dirty="0">
                <a:solidFill>
                  <a:prstClr val="black"/>
                </a:solidFill>
              </a:rPr>
              <a:t>§4.2)</a:t>
            </a:r>
            <a:endParaRPr lang="nl-NL" sz="3600" dirty="0"/>
          </a:p>
        </p:txBody>
      </p:sp>
      <p:sp>
        <p:nvSpPr>
          <p:cNvPr id="27" name="TextBox 22">
            <a:extLst>
              <a:ext uri="{FF2B5EF4-FFF2-40B4-BE49-F238E27FC236}">
                <a16:creationId xmlns:a16="http://schemas.microsoft.com/office/drawing/2014/main" id="{EC43D0F1-4CFF-A766-7C15-E7655209D215}"/>
              </a:ext>
            </a:extLst>
          </p:cNvPr>
          <p:cNvSpPr txBox="1"/>
          <p:nvPr/>
        </p:nvSpPr>
        <p:spPr bwMode="auto">
          <a:xfrm>
            <a:off x="709358" y="1470029"/>
            <a:ext cx="10773284" cy="317009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sz="2000" kern="0" dirty="0">
                <a:solidFill>
                  <a:srgbClr val="294171"/>
                </a:solidFill>
              </a:rPr>
              <a:t>Er zijn wel een paar regels voor de namen die je kiest! Een variabele naam…</a:t>
            </a:r>
          </a:p>
          <a:p>
            <a:pPr lvl="0" fontAlgn="base">
              <a:spcBef>
                <a:spcPct val="0"/>
              </a:spcBef>
              <a:spcAft>
                <a:spcPct val="0"/>
              </a:spcAft>
              <a:defRPr/>
            </a:pPr>
            <a:endParaRPr lang="nl-NL" sz="2000"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sz="2000" dirty="0"/>
              <a:t>… mag alleen bestaan uit letters, cijfers, en “</a:t>
            </a:r>
            <a:r>
              <a:rPr lang="nl-NL" sz="2000" dirty="0" err="1"/>
              <a:t>underscores</a:t>
            </a:r>
            <a:r>
              <a:rPr lang="nl-NL" sz="2000" dirty="0"/>
              <a:t>” (_) </a:t>
            </a:r>
          </a:p>
          <a:p>
            <a:pPr marL="800100" lvl="1" indent="-342900" fontAlgn="base">
              <a:spcBef>
                <a:spcPct val="0"/>
              </a:spcBef>
              <a:spcAft>
                <a:spcPct val="0"/>
              </a:spcAft>
              <a:buFont typeface="Arial" panose="020B0604020202020204" pitchFamily="34" charset="0"/>
              <a:buChar char="•"/>
              <a:defRPr/>
            </a:pPr>
            <a:r>
              <a:rPr lang="nl-NL" sz="2000" dirty="0"/>
              <a:t>… moet beginnen met een letter of een </a:t>
            </a:r>
            <a:r>
              <a:rPr lang="nl-NL" sz="2000" dirty="0" err="1"/>
              <a:t>underscore</a:t>
            </a:r>
            <a:endParaRPr lang="nl-NL" sz="2000" dirty="0"/>
          </a:p>
          <a:p>
            <a:pPr marL="800100" lvl="1" indent="-342900" fontAlgn="base">
              <a:spcBef>
                <a:spcPct val="0"/>
              </a:spcBef>
              <a:spcAft>
                <a:spcPct val="0"/>
              </a:spcAft>
              <a:buFont typeface="Arial" panose="020B0604020202020204" pitchFamily="34" charset="0"/>
              <a:buChar char="•"/>
              <a:defRPr/>
            </a:pPr>
            <a:r>
              <a:rPr lang="nl-NL" sz="2000" dirty="0"/>
              <a:t>… mag geen gereserveerd woord (</a:t>
            </a:r>
            <a:r>
              <a:rPr lang="nl-NL" sz="2000" dirty="0">
                <a:hlinkClick r:id="rId2"/>
              </a:rPr>
              <a:t>keyword</a:t>
            </a:r>
            <a:r>
              <a:rPr lang="nl-NL" sz="2000" dirty="0"/>
              <a:t>) zijn dat Python zelf gebruikt</a:t>
            </a:r>
            <a:endParaRPr lang="nl-NL" sz="2000" kern="0" dirty="0">
              <a:solidFill>
                <a:srgbClr val="294171"/>
              </a:solidFill>
            </a:endParaRPr>
          </a:p>
          <a:p>
            <a:pPr fontAlgn="base">
              <a:spcBef>
                <a:spcPct val="0"/>
              </a:spcBef>
              <a:spcAft>
                <a:spcPct val="0"/>
              </a:spcAft>
              <a:defRPr/>
            </a:pPr>
            <a:endParaRPr lang="nl-NL" sz="2000" kern="0" dirty="0">
              <a:solidFill>
                <a:srgbClr val="294171"/>
              </a:solidFill>
            </a:endParaRPr>
          </a:p>
          <a:p>
            <a:pPr fontAlgn="base">
              <a:spcBef>
                <a:spcPct val="0"/>
              </a:spcBef>
              <a:spcAft>
                <a:spcPct val="0"/>
              </a:spcAft>
              <a:defRPr/>
            </a:pPr>
            <a:endParaRPr lang="nl-NL" sz="2000" kern="0" dirty="0">
              <a:solidFill>
                <a:srgbClr val="294171"/>
              </a:solidFill>
            </a:endParaRPr>
          </a:p>
          <a:p>
            <a:pPr fontAlgn="base">
              <a:spcBef>
                <a:spcPct val="0"/>
              </a:spcBef>
              <a:spcAft>
                <a:spcPct val="0"/>
              </a:spcAft>
              <a:defRPr/>
            </a:pPr>
            <a:endParaRPr lang="nl-NL" sz="2000" kern="0" dirty="0">
              <a:solidFill>
                <a:srgbClr val="294171"/>
              </a:solidFill>
            </a:endParaRPr>
          </a:p>
          <a:p>
            <a:pPr fontAlgn="base">
              <a:spcBef>
                <a:spcPct val="0"/>
              </a:spcBef>
              <a:spcAft>
                <a:spcPct val="0"/>
              </a:spcAft>
              <a:defRPr/>
            </a:pPr>
            <a:endParaRPr lang="nl-NL" sz="2000" kern="0" dirty="0">
              <a:solidFill>
                <a:srgbClr val="294171"/>
              </a:solidFill>
            </a:endParaRPr>
          </a:p>
          <a:p>
            <a:pPr fontAlgn="base">
              <a:spcBef>
                <a:spcPct val="0"/>
              </a:spcBef>
              <a:spcAft>
                <a:spcPct val="0"/>
              </a:spcAft>
              <a:defRPr/>
            </a:pPr>
            <a:r>
              <a:rPr lang="nl-NL" sz="2000" kern="0" dirty="0">
                <a:solidFill>
                  <a:srgbClr val="294171"/>
                </a:solidFill>
              </a:rPr>
              <a:t>Let op: de naam ‘x’ is een andere naam dan ‘X’ (hoofdlettergevoelig dus)</a:t>
            </a:r>
          </a:p>
        </p:txBody>
      </p:sp>
    </p:spTree>
    <p:extLst>
      <p:ext uri="{BB962C8B-B14F-4D97-AF65-F5344CB8AC3E}">
        <p14:creationId xmlns:p14="http://schemas.microsoft.com/office/powerpoint/2010/main" val="2894071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D3F7-D5C1-26D7-1AA6-89FF19C63B02}"/>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500D096F-3D4B-913F-A71C-8222FF84B603}"/>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Variabele namen - conventies </a:t>
            </a:r>
            <a:r>
              <a:rPr lang="nl-NL" sz="2000" b="1" dirty="0"/>
              <a:t>(</a:t>
            </a:r>
            <a:r>
              <a:rPr lang="en-US" sz="2000" b="1" kern="0" dirty="0">
                <a:solidFill>
                  <a:prstClr val="black"/>
                </a:solidFill>
              </a:rPr>
              <a:t>§4.2.1)</a:t>
            </a:r>
            <a:endParaRPr lang="nl-NL" sz="3600" dirty="0"/>
          </a:p>
        </p:txBody>
      </p:sp>
      <p:sp>
        <p:nvSpPr>
          <p:cNvPr id="27" name="TextBox 22">
            <a:extLst>
              <a:ext uri="{FF2B5EF4-FFF2-40B4-BE49-F238E27FC236}">
                <a16:creationId xmlns:a16="http://schemas.microsoft.com/office/drawing/2014/main" id="{0E18477F-F181-09DC-7458-099015971E6C}"/>
              </a:ext>
            </a:extLst>
          </p:cNvPr>
          <p:cNvSpPr txBox="1"/>
          <p:nvPr/>
        </p:nvSpPr>
        <p:spPr bwMode="auto">
          <a:xfrm>
            <a:off x="709358" y="1623917"/>
            <a:ext cx="10773284" cy="224676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sz="2000" kern="0" dirty="0">
                <a:solidFill>
                  <a:srgbClr val="294171"/>
                </a:solidFill>
              </a:rPr>
              <a:t>Er bestaan een aantal gebruiken/gewoonten in de Python-wereld:</a:t>
            </a:r>
          </a:p>
          <a:p>
            <a:pPr lvl="0" fontAlgn="base">
              <a:spcBef>
                <a:spcPct val="0"/>
              </a:spcBef>
              <a:spcAft>
                <a:spcPct val="0"/>
              </a:spcAft>
              <a:defRPr/>
            </a:pPr>
            <a:endParaRPr lang="nl-NL" sz="2000"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sz="2000" dirty="0"/>
              <a:t>Gebruik alleen kleine letters</a:t>
            </a:r>
          </a:p>
          <a:p>
            <a:pPr marL="800100" lvl="1" indent="-342900" fontAlgn="base">
              <a:spcBef>
                <a:spcPct val="0"/>
              </a:spcBef>
              <a:spcAft>
                <a:spcPct val="0"/>
              </a:spcAft>
              <a:buFont typeface="Arial" panose="020B0604020202020204" pitchFamily="34" charset="0"/>
              <a:buChar char="•"/>
              <a:defRPr/>
            </a:pPr>
            <a:r>
              <a:rPr lang="nl-NL" sz="2000" dirty="0"/>
              <a:t>Gebruik ‘_’ tussen woorden, </a:t>
            </a:r>
            <a:r>
              <a:rPr lang="nl-NL" sz="2000" dirty="0" err="1"/>
              <a:t>bijv</a:t>
            </a:r>
            <a:r>
              <a:rPr lang="nl-NL" sz="2000" dirty="0"/>
              <a:t>: 	</a:t>
            </a:r>
            <a:r>
              <a:rPr lang="nl-NL" sz="2000" dirty="0" err="1"/>
              <a:t>seconds_per_week</a:t>
            </a:r>
            <a:r>
              <a:rPr lang="nl-NL" sz="2000" dirty="0"/>
              <a:t>, of: </a:t>
            </a:r>
            <a:r>
              <a:rPr lang="nl-NL" sz="2000" dirty="0" err="1"/>
              <a:t>students_in_class</a:t>
            </a:r>
            <a:endParaRPr lang="nl-NL" sz="2000" dirty="0"/>
          </a:p>
          <a:p>
            <a:pPr marL="1257300" lvl="2" indent="-342900" fontAlgn="base">
              <a:spcBef>
                <a:spcPct val="0"/>
              </a:spcBef>
              <a:spcAft>
                <a:spcPct val="0"/>
              </a:spcAft>
              <a:buFont typeface="Arial" panose="020B0604020202020204" pitchFamily="34" charset="0"/>
              <a:buChar char="•"/>
              <a:defRPr/>
            </a:pPr>
            <a:endParaRPr lang="nl-NL" sz="2000" dirty="0"/>
          </a:p>
          <a:p>
            <a:pPr marL="800100" lvl="1" indent="-342900" fontAlgn="base">
              <a:spcBef>
                <a:spcPct val="0"/>
              </a:spcBef>
              <a:spcAft>
                <a:spcPct val="0"/>
              </a:spcAft>
              <a:buFont typeface="Arial" panose="020B0604020202020204" pitchFamily="34" charset="0"/>
              <a:buChar char="•"/>
              <a:defRPr/>
            </a:pPr>
            <a:r>
              <a:rPr lang="nl-NL" sz="2000" dirty="0"/>
              <a:t>Kies betekenisvolle namen! </a:t>
            </a:r>
          </a:p>
          <a:p>
            <a:pPr lvl="1" fontAlgn="base">
              <a:spcBef>
                <a:spcPct val="0"/>
              </a:spcBef>
              <a:spcAft>
                <a:spcPct val="0"/>
              </a:spcAft>
              <a:defRPr/>
            </a:pPr>
            <a:r>
              <a:rPr lang="nl-NL" sz="2000" dirty="0"/>
              <a:t>      Vergelijk:</a:t>
            </a:r>
            <a:endParaRPr lang="nl-NL" sz="2000" kern="0" dirty="0">
              <a:solidFill>
                <a:srgbClr val="294171"/>
              </a:solidFill>
            </a:endParaRPr>
          </a:p>
        </p:txBody>
      </p:sp>
      <p:sp>
        <p:nvSpPr>
          <p:cNvPr id="2" name="Tekstvak 1">
            <a:extLst>
              <a:ext uri="{FF2B5EF4-FFF2-40B4-BE49-F238E27FC236}">
                <a16:creationId xmlns:a16="http://schemas.microsoft.com/office/drawing/2014/main" id="{D1097623-C80C-A92A-022F-1D2A24C5CD1D}"/>
              </a:ext>
            </a:extLst>
          </p:cNvPr>
          <p:cNvSpPr txBox="1"/>
          <p:nvPr/>
        </p:nvSpPr>
        <p:spPr>
          <a:xfrm>
            <a:off x="363918" y="4455471"/>
            <a:ext cx="3612824" cy="1631216"/>
          </a:xfrm>
          <a:prstGeom prst="rect">
            <a:avLst/>
          </a:prstGeom>
          <a:noFill/>
          <a:ln>
            <a:solidFill>
              <a:schemeClr val="accent1"/>
            </a:solidFill>
          </a:ln>
        </p:spPr>
        <p:txBody>
          <a:bodyPr wrap="square">
            <a:spAutoFit/>
          </a:bodyPr>
          <a:lstStyle/>
          <a:p>
            <a:r>
              <a:rPr lang="nl-NL" sz="2000" dirty="0">
                <a:latin typeface="Consolas" panose="020B0609020204030204" pitchFamily="49" charset="0"/>
              </a:rPr>
              <a:t>a = 3.14159265 </a:t>
            </a:r>
          </a:p>
          <a:p>
            <a:r>
              <a:rPr lang="nl-NL" sz="2000" dirty="0">
                <a:latin typeface="Consolas" panose="020B0609020204030204" pitchFamily="49" charset="0"/>
              </a:rPr>
              <a:t>b = 7.5 </a:t>
            </a:r>
          </a:p>
          <a:p>
            <a:r>
              <a:rPr lang="nl-NL" sz="2000" dirty="0">
                <a:latin typeface="Consolas" panose="020B0609020204030204" pitchFamily="49" charset="0"/>
              </a:rPr>
              <a:t>c = 8.25 </a:t>
            </a:r>
          </a:p>
          <a:p>
            <a:r>
              <a:rPr lang="nl-NL" sz="2000" dirty="0">
                <a:latin typeface="Consolas" panose="020B0609020204030204" pitchFamily="49" charset="0"/>
              </a:rPr>
              <a:t>d = a * b * b * c / 3 </a:t>
            </a:r>
          </a:p>
          <a:p>
            <a:r>
              <a:rPr lang="nl-NL" sz="2000" dirty="0">
                <a:latin typeface="Consolas" panose="020B0609020204030204" pitchFamily="49" charset="0"/>
              </a:rPr>
              <a:t>print( d )</a:t>
            </a:r>
          </a:p>
        </p:txBody>
      </p:sp>
      <p:sp>
        <p:nvSpPr>
          <p:cNvPr id="3" name="Tekstvak 2">
            <a:extLst>
              <a:ext uri="{FF2B5EF4-FFF2-40B4-BE49-F238E27FC236}">
                <a16:creationId xmlns:a16="http://schemas.microsoft.com/office/drawing/2014/main" id="{DF0FE5FC-1BE4-1855-8E3F-300094AD3B9A}"/>
              </a:ext>
            </a:extLst>
          </p:cNvPr>
          <p:cNvSpPr txBox="1"/>
          <p:nvPr/>
        </p:nvSpPr>
        <p:spPr>
          <a:xfrm>
            <a:off x="4289362" y="4460862"/>
            <a:ext cx="7538720" cy="1631216"/>
          </a:xfrm>
          <a:prstGeom prst="rect">
            <a:avLst/>
          </a:prstGeom>
          <a:noFill/>
          <a:ln>
            <a:solidFill>
              <a:schemeClr val="accent1"/>
            </a:solidFill>
          </a:ln>
        </p:spPr>
        <p:txBody>
          <a:bodyPr wrap="square">
            <a:spAutoFit/>
          </a:bodyPr>
          <a:lstStyle/>
          <a:p>
            <a:r>
              <a:rPr lang="nl-NL" sz="2000" dirty="0">
                <a:latin typeface="Consolas" panose="020B0609020204030204" pitchFamily="49" charset="0"/>
              </a:rPr>
              <a:t>pi = 3.14159265 </a:t>
            </a:r>
          </a:p>
          <a:p>
            <a:r>
              <a:rPr lang="nl-NL" sz="2000" dirty="0">
                <a:latin typeface="Consolas" panose="020B0609020204030204" pitchFamily="49" charset="0"/>
              </a:rPr>
              <a:t>straal = 7.5 </a:t>
            </a:r>
          </a:p>
          <a:p>
            <a:r>
              <a:rPr lang="nl-NL" sz="2000" dirty="0">
                <a:latin typeface="Consolas" panose="020B0609020204030204" pitchFamily="49" charset="0"/>
              </a:rPr>
              <a:t>hoogte = 8.25 </a:t>
            </a:r>
          </a:p>
          <a:p>
            <a:r>
              <a:rPr lang="nl-NL" sz="2000" dirty="0" err="1">
                <a:latin typeface="Consolas" panose="020B0609020204030204" pitchFamily="49" charset="0"/>
              </a:rPr>
              <a:t>volume_van_kegel</a:t>
            </a:r>
            <a:r>
              <a:rPr lang="nl-NL" sz="2000" dirty="0">
                <a:latin typeface="Consolas" panose="020B0609020204030204" pitchFamily="49" charset="0"/>
              </a:rPr>
              <a:t> = pi * straal * straal * hoogte / 3</a:t>
            </a:r>
          </a:p>
          <a:p>
            <a:r>
              <a:rPr lang="nl-NL" sz="2000" dirty="0">
                <a:latin typeface="Consolas" panose="020B0609020204030204" pitchFamily="49" charset="0"/>
              </a:rPr>
              <a:t>print( </a:t>
            </a:r>
            <a:r>
              <a:rPr lang="nl-NL" sz="2000" dirty="0" err="1">
                <a:latin typeface="Consolas" panose="020B0609020204030204" pitchFamily="49" charset="0"/>
              </a:rPr>
              <a:t>volume_van_kegel</a:t>
            </a:r>
            <a:r>
              <a:rPr lang="nl-NL" sz="2000" dirty="0">
                <a:latin typeface="Consolas" panose="020B0609020204030204" pitchFamily="49" charset="0"/>
              </a:rPr>
              <a:t> )</a:t>
            </a:r>
          </a:p>
        </p:txBody>
      </p:sp>
    </p:spTree>
    <p:extLst>
      <p:ext uri="{BB962C8B-B14F-4D97-AF65-F5344CB8AC3E}">
        <p14:creationId xmlns:p14="http://schemas.microsoft.com/office/powerpoint/2010/main" val="398849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5" end="5"/>
                                            </p:txEl>
                                          </p:spTgt>
                                        </p:tgtEl>
                                        <p:attrNameLst>
                                          <p:attrName>style.visibility</p:attrName>
                                        </p:attrNameLst>
                                      </p:cBhvr>
                                      <p:to>
                                        <p:strVal val="visible"/>
                                      </p:to>
                                    </p:set>
                                    <p:animEffect transition="in" filter="fade">
                                      <p:cBhvr>
                                        <p:cTn id="7" dur="500"/>
                                        <p:tgtEl>
                                          <p:spTgt spid="2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6" end="6"/>
                                            </p:txEl>
                                          </p:spTgt>
                                        </p:tgtEl>
                                        <p:attrNameLst>
                                          <p:attrName>style.visibility</p:attrName>
                                        </p:attrNameLst>
                                      </p:cBhvr>
                                      <p:to>
                                        <p:strVal val="visible"/>
                                      </p:to>
                                    </p:set>
                                    <p:animEffect transition="in" filter="fade">
                                      <p:cBhvr>
                                        <p:cTn id="12" dur="500"/>
                                        <p:tgtEl>
                                          <p:spTgt spid="27">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63567-675A-BEEF-0C60-244F86AFD8B2}"/>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13DAA8D5-134A-C11E-584B-F60D3914E889}"/>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Enkele basisfuncties </a:t>
            </a:r>
            <a:r>
              <a:rPr lang="nl-NL" sz="2000" b="1" dirty="0"/>
              <a:t>(</a:t>
            </a:r>
            <a:r>
              <a:rPr lang="en-US" sz="2000" b="1" kern="0" dirty="0">
                <a:solidFill>
                  <a:prstClr val="black"/>
                </a:solidFill>
              </a:rPr>
              <a:t>§5.2.2 &amp; 5.2.3)</a:t>
            </a:r>
            <a:endParaRPr lang="nl-NL" sz="3600" dirty="0"/>
          </a:p>
        </p:txBody>
      </p:sp>
      <p:sp>
        <p:nvSpPr>
          <p:cNvPr id="27" name="TextBox 22">
            <a:extLst>
              <a:ext uri="{FF2B5EF4-FFF2-40B4-BE49-F238E27FC236}">
                <a16:creationId xmlns:a16="http://schemas.microsoft.com/office/drawing/2014/main" id="{89CEDE64-733B-B144-FD0C-7D662D6CEE8D}"/>
              </a:ext>
            </a:extLst>
          </p:cNvPr>
          <p:cNvSpPr txBox="1"/>
          <p:nvPr/>
        </p:nvSpPr>
        <p:spPr bwMode="auto">
          <a:xfrm>
            <a:off x="709358" y="1470029"/>
            <a:ext cx="10773284"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sz="2000" kern="0" dirty="0">
                <a:solidFill>
                  <a:srgbClr val="294171"/>
                </a:solidFill>
              </a:rPr>
              <a:t>Naast print kent Python nog meer basisfuncties waarvan we er nu alvast enkele bespreken:</a:t>
            </a:r>
          </a:p>
        </p:txBody>
      </p:sp>
      <p:sp>
        <p:nvSpPr>
          <p:cNvPr id="4" name="Tekstvak 3">
            <a:extLst>
              <a:ext uri="{FF2B5EF4-FFF2-40B4-BE49-F238E27FC236}">
                <a16:creationId xmlns:a16="http://schemas.microsoft.com/office/drawing/2014/main" id="{FB7A3E70-40DA-4B62-CEE5-640DD0BD0D85}"/>
              </a:ext>
            </a:extLst>
          </p:cNvPr>
          <p:cNvSpPr txBox="1"/>
          <p:nvPr/>
        </p:nvSpPr>
        <p:spPr>
          <a:xfrm>
            <a:off x="1127760" y="2228758"/>
            <a:ext cx="3891280" cy="3477875"/>
          </a:xfrm>
          <a:prstGeom prst="rect">
            <a:avLst/>
          </a:prstGeom>
          <a:noFill/>
        </p:spPr>
        <p:txBody>
          <a:bodyPr wrap="square">
            <a:spAutoFit/>
          </a:bodyPr>
          <a:lstStyle/>
          <a:p>
            <a:r>
              <a:rPr lang="fr-FR" sz="2000" dirty="0">
                <a:latin typeface="Consolas" panose="020B0609020204030204" pitchFamily="49" charset="0"/>
              </a:rPr>
              <a:t>x = -2 </a:t>
            </a:r>
          </a:p>
          <a:p>
            <a:r>
              <a:rPr lang="fr-FR" sz="2000" dirty="0">
                <a:latin typeface="Consolas" panose="020B0609020204030204" pitchFamily="49" charset="0"/>
              </a:rPr>
              <a:t>y = 3 </a:t>
            </a:r>
          </a:p>
          <a:p>
            <a:r>
              <a:rPr lang="fr-FR" sz="2000" dirty="0">
                <a:latin typeface="Consolas" panose="020B0609020204030204" pitchFamily="49" charset="0"/>
              </a:rPr>
              <a:t>z = 1.27 </a:t>
            </a:r>
          </a:p>
          <a:p>
            <a:r>
              <a:rPr lang="fr-FR" sz="2000" dirty="0" err="1">
                <a:latin typeface="Consolas" panose="020B0609020204030204" pitchFamily="49" charset="0"/>
              </a:rPr>
              <a:t>woonplaats</a:t>
            </a:r>
            <a:r>
              <a:rPr lang="fr-FR" sz="2000" dirty="0">
                <a:latin typeface="Consolas" panose="020B0609020204030204" pitchFamily="49" charset="0"/>
              </a:rPr>
              <a:t> = "Utrecht"</a:t>
            </a:r>
          </a:p>
          <a:p>
            <a:endParaRPr lang="fr-FR" sz="2000" dirty="0">
              <a:latin typeface="Consolas" panose="020B0609020204030204" pitchFamily="49" charset="0"/>
            </a:endParaRPr>
          </a:p>
          <a:p>
            <a:r>
              <a:rPr lang="fr-FR" sz="2000" dirty="0">
                <a:solidFill>
                  <a:schemeClr val="bg1">
                    <a:lumMod val="75000"/>
                  </a:schemeClr>
                </a:solidFill>
                <a:latin typeface="Consolas" panose="020B0609020204030204" pitchFamily="49" charset="0"/>
              </a:rPr>
              <a:t>print(</a:t>
            </a:r>
            <a:r>
              <a:rPr lang="fr-FR" sz="2000" dirty="0">
                <a:solidFill>
                  <a:schemeClr val="bg1">
                    <a:lumMod val="85000"/>
                  </a:schemeClr>
                </a:solidFill>
                <a:latin typeface="Consolas" panose="020B0609020204030204" pitchFamily="49" charset="0"/>
              </a:rPr>
              <a:t> </a:t>
            </a:r>
            <a:r>
              <a:rPr lang="fr-FR" sz="2000" dirty="0">
                <a:latin typeface="Consolas" panose="020B0609020204030204" pitchFamily="49" charset="0"/>
              </a:rPr>
              <a:t>abs( x ) </a:t>
            </a:r>
            <a:r>
              <a:rPr lang="fr-FR" sz="2000" dirty="0">
                <a:solidFill>
                  <a:schemeClr val="bg1">
                    <a:lumMod val="75000"/>
                  </a:schemeClr>
                </a:solidFill>
                <a:latin typeface="Consolas" panose="020B0609020204030204" pitchFamily="49" charset="0"/>
              </a:rPr>
              <a:t>)</a:t>
            </a:r>
            <a:r>
              <a:rPr lang="fr-FR" sz="2000" dirty="0">
                <a:latin typeface="Consolas" panose="020B0609020204030204" pitchFamily="49" charset="0"/>
              </a:rPr>
              <a:t> </a:t>
            </a:r>
          </a:p>
          <a:p>
            <a:r>
              <a:rPr lang="fr-FR" sz="2000" dirty="0">
                <a:solidFill>
                  <a:schemeClr val="bg1">
                    <a:lumMod val="75000"/>
                  </a:schemeClr>
                </a:solidFill>
                <a:latin typeface="Consolas" panose="020B0609020204030204" pitchFamily="49" charset="0"/>
              </a:rPr>
              <a:t>print( </a:t>
            </a:r>
            <a:r>
              <a:rPr lang="fr-FR" sz="2000" dirty="0">
                <a:latin typeface="Consolas" panose="020B0609020204030204" pitchFamily="49" charset="0"/>
              </a:rPr>
              <a:t>max( x, y, z ) </a:t>
            </a:r>
            <a:r>
              <a:rPr lang="fr-FR" sz="2000" dirty="0">
                <a:solidFill>
                  <a:schemeClr val="bg1">
                    <a:lumMod val="75000"/>
                  </a:schemeClr>
                </a:solidFill>
                <a:latin typeface="Consolas" panose="020B0609020204030204" pitchFamily="49" charset="0"/>
              </a:rPr>
              <a:t>)</a:t>
            </a:r>
            <a:r>
              <a:rPr lang="fr-FR" sz="2000" dirty="0">
                <a:latin typeface="Consolas" panose="020B0609020204030204" pitchFamily="49" charset="0"/>
              </a:rPr>
              <a:t> </a:t>
            </a:r>
          </a:p>
          <a:p>
            <a:r>
              <a:rPr lang="fr-FR" sz="2000" dirty="0">
                <a:solidFill>
                  <a:schemeClr val="bg1">
                    <a:lumMod val="75000"/>
                  </a:schemeClr>
                </a:solidFill>
                <a:latin typeface="Consolas" panose="020B0609020204030204" pitchFamily="49" charset="0"/>
              </a:rPr>
              <a:t>print( </a:t>
            </a:r>
            <a:r>
              <a:rPr lang="fr-FR" sz="2000" dirty="0">
                <a:latin typeface="Consolas" panose="020B0609020204030204" pitchFamily="49" charset="0"/>
              </a:rPr>
              <a:t>min( x, y, z ) </a:t>
            </a:r>
            <a:r>
              <a:rPr lang="fr-FR" sz="2000" dirty="0">
                <a:solidFill>
                  <a:schemeClr val="bg1">
                    <a:lumMod val="75000"/>
                  </a:schemeClr>
                </a:solidFill>
                <a:latin typeface="Consolas" panose="020B0609020204030204" pitchFamily="49" charset="0"/>
              </a:rPr>
              <a:t>)</a:t>
            </a:r>
            <a:r>
              <a:rPr lang="fr-FR" sz="2000" dirty="0">
                <a:latin typeface="Consolas" panose="020B0609020204030204" pitchFamily="49" charset="0"/>
              </a:rPr>
              <a:t> </a:t>
            </a:r>
          </a:p>
          <a:p>
            <a:r>
              <a:rPr lang="fr-FR" sz="2000" dirty="0">
                <a:solidFill>
                  <a:schemeClr val="bg1">
                    <a:lumMod val="75000"/>
                  </a:schemeClr>
                </a:solidFill>
                <a:latin typeface="Consolas" panose="020B0609020204030204" pitchFamily="49" charset="0"/>
              </a:rPr>
              <a:t>print( </a:t>
            </a:r>
            <a:r>
              <a:rPr lang="fr-FR" sz="2000" dirty="0" err="1">
                <a:latin typeface="Consolas" panose="020B0609020204030204" pitchFamily="49" charset="0"/>
              </a:rPr>
              <a:t>pow</a:t>
            </a:r>
            <a:r>
              <a:rPr lang="fr-FR" sz="2000" dirty="0">
                <a:latin typeface="Consolas" panose="020B0609020204030204" pitchFamily="49" charset="0"/>
              </a:rPr>
              <a:t>( x, y ) </a:t>
            </a:r>
            <a:r>
              <a:rPr lang="fr-FR" sz="2000" dirty="0">
                <a:solidFill>
                  <a:schemeClr val="bg1">
                    <a:lumMod val="75000"/>
                  </a:schemeClr>
                </a:solidFill>
                <a:latin typeface="Consolas" panose="020B0609020204030204" pitchFamily="49" charset="0"/>
              </a:rPr>
              <a:t>)</a:t>
            </a:r>
            <a:r>
              <a:rPr lang="fr-FR" sz="2000" dirty="0">
                <a:latin typeface="Consolas" panose="020B0609020204030204" pitchFamily="49" charset="0"/>
              </a:rPr>
              <a:t> </a:t>
            </a:r>
          </a:p>
          <a:p>
            <a:r>
              <a:rPr lang="fr-FR" sz="2000" dirty="0">
                <a:solidFill>
                  <a:schemeClr val="bg1">
                    <a:lumMod val="75000"/>
                  </a:schemeClr>
                </a:solidFill>
                <a:latin typeface="Consolas" panose="020B0609020204030204" pitchFamily="49" charset="0"/>
              </a:rPr>
              <a:t>print( </a:t>
            </a:r>
            <a:r>
              <a:rPr lang="fr-FR" sz="2000" dirty="0">
                <a:latin typeface="Consolas" panose="020B0609020204030204" pitchFamily="49" charset="0"/>
              </a:rPr>
              <a:t>round( z, 1 ) </a:t>
            </a:r>
            <a:r>
              <a:rPr lang="fr-FR" sz="2000" dirty="0">
                <a:solidFill>
                  <a:schemeClr val="bg1">
                    <a:lumMod val="75000"/>
                  </a:schemeClr>
                </a:solidFill>
                <a:latin typeface="Consolas" panose="020B0609020204030204" pitchFamily="49" charset="0"/>
              </a:rPr>
              <a:t>)</a:t>
            </a:r>
          </a:p>
          <a:p>
            <a:r>
              <a:rPr lang="fr-FR" sz="2000" dirty="0">
                <a:solidFill>
                  <a:schemeClr val="bg1">
                    <a:lumMod val="75000"/>
                  </a:schemeClr>
                </a:solidFill>
                <a:latin typeface="Consolas" panose="020B0609020204030204" pitchFamily="49" charset="0"/>
              </a:rPr>
              <a:t>print( </a:t>
            </a:r>
            <a:r>
              <a:rPr lang="fr-FR" sz="2000" dirty="0" err="1">
                <a:latin typeface="Consolas" panose="020B0609020204030204" pitchFamily="49" charset="0"/>
              </a:rPr>
              <a:t>len</a:t>
            </a:r>
            <a:r>
              <a:rPr lang="fr-FR" sz="2000" dirty="0">
                <a:latin typeface="Consolas" panose="020B0609020204030204" pitchFamily="49" charset="0"/>
              </a:rPr>
              <a:t>(</a:t>
            </a:r>
            <a:r>
              <a:rPr lang="fr-FR" sz="2000" dirty="0" err="1">
                <a:latin typeface="Consolas" panose="020B0609020204030204" pitchFamily="49" charset="0"/>
              </a:rPr>
              <a:t>woonplaats</a:t>
            </a:r>
            <a:r>
              <a:rPr lang="fr-FR" sz="2000" dirty="0">
                <a:latin typeface="Consolas" panose="020B0609020204030204" pitchFamily="49" charset="0"/>
              </a:rPr>
              <a:t>) </a:t>
            </a:r>
            <a:r>
              <a:rPr lang="fr-FR" sz="2000" dirty="0">
                <a:solidFill>
                  <a:schemeClr val="bg1">
                    <a:lumMod val="75000"/>
                  </a:schemeClr>
                </a:solidFill>
                <a:latin typeface="Consolas" panose="020B0609020204030204" pitchFamily="49" charset="0"/>
              </a:rPr>
              <a:t>)</a:t>
            </a:r>
            <a:endParaRPr lang="nl-NL" sz="2000" dirty="0">
              <a:solidFill>
                <a:schemeClr val="bg1">
                  <a:lumMod val="75000"/>
                </a:schemeClr>
              </a:solidFill>
              <a:latin typeface="Consolas" panose="020B0609020204030204" pitchFamily="49" charset="0"/>
            </a:endParaRPr>
          </a:p>
        </p:txBody>
      </p:sp>
      <p:sp>
        <p:nvSpPr>
          <p:cNvPr id="5" name="Tekstvak 4">
            <a:extLst>
              <a:ext uri="{FF2B5EF4-FFF2-40B4-BE49-F238E27FC236}">
                <a16:creationId xmlns:a16="http://schemas.microsoft.com/office/drawing/2014/main" id="{1427BCBD-53EE-A76C-1C9B-A4CF3491DFAE}"/>
              </a:ext>
            </a:extLst>
          </p:cNvPr>
          <p:cNvSpPr txBox="1"/>
          <p:nvPr/>
        </p:nvSpPr>
        <p:spPr>
          <a:xfrm>
            <a:off x="6258560" y="2228758"/>
            <a:ext cx="5425440" cy="3477875"/>
          </a:xfrm>
          <a:prstGeom prst="rect">
            <a:avLst/>
          </a:prstGeom>
          <a:noFill/>
        </p:spPr>
        <p:txBody>
          <a:bodyPr wrap="square">
            <a:spAutoFit/>
          </a:bodyPr>
          <a:lstStyle/>
          <a:p>
            <a:endParaRPr lang="fr-FR" sz="2000" dirty="0"/>
          </a:p>
          <a:p>
            <a:endParaRPr lang="fr-FR" sz="2000" dirty="0"/>
          </a:p>
          <a:p>
            <a:endParaRPr lang="fr-FR" sz="2000" dirty="0"/>
          </a:p>
          <a:p>
            <a:r>
              <a:rPr lang="fr-FR" sz="2000" b="1" dirty="0" err="1"/>
              <a:t>Uitvoer</a:t>
            </a:r>
            <a:r>
              <a:rPr lang="fr-FR" sz="2000" b="1" dirty="0"/>
              <a:t>:</a:t>
            </a:r>
          </a:p>
          <a:p>
            <a:endParaRPr lang="fr-FR" sz="2000" dirty="0"/>
          </a:p>
          <a:p>
            <a:r>
              <a:rPr lang="fr-FR" dirty="0"/>
              <a:t>2</a:t>
            </a:r>
            <a:r>
              <a:rPr lang="fr-FR" sz="2000" dirty="0"/>
              <a:t> 	</a:t>
            </a:r>
            <a:r>
              <a:rPr lang="fr-FR" dirty="0"/>
              <a:t>(de </a:t>
            </a:r>
            <a:r>
              <a:rPr lang="fr-FR" dirty="0" err="1"/>
              <a:t>absolute</a:t>
            </a:r>
            <a:r>
              <a:rPr lang="fr-FR" dirty="0"/>
              <a:t> </a:t>
            </a:r>
            <a:r>
              <a:rPr lang="fr-FR" dirty="0" err="1"/>
              <a:t>waarde</a:t>
            </a:r>
            <a:r>
              <a:rPr lang="fr-FR" dirty="0"/>
              <a:t> van -2)</a:t>
            </a:r>
            <a:r>
              <a:rPr lang="fr-FR" sz="2000" dirty="0"/>
              <a:t> </a:t>
            </a:r>
          </a:p>
          <a:p>
            <a:r>
              <a:rPr lang="fr-FR" dirty="0"/>
              <a:t>3 	(</a:t>
            </a:r>
            <a:r>
              <a:rPr lang="fr-FR" dirty="0" err="1"/>
              <a:t>want</a:t>
            </a:r>
            <a:r>
              <a:rPr lang="fr-FR" dirty="0"/>
              <a:t> </a:t>
            </a:r>
            <a:r>
              <a:rPr lang="fr-FR" dirty="0" err="1"/>
              <a:t>dat</a:t>
            </a:r>
            <a:r>
              <a:rPr lang="fr-FR" dirty="0"/>
              <a:t> </a:t>
            </a:r>
            <a:r>
              <a:rPr lang="fr-FR" dirty="0" err="1"/>
              <a:t>is</a:t>
            </a:r>
            <a:r>
              <a:rPr lang="fr-FR" dirty="0"/>
              <a:t> het </a:t>
            </a:r>
            <a:r>
              <a:rPr lang="fr-FR" dirty="0" err="1"/>
              <a:t>grootste</a:t>
            </a:r>
            <a:r>
              <a:rPr lang="fr-FR" dirty="0"/>
              <a:t> </a:t>
            </a:r>
            <a:r>
              <a:rPr lang="fr-FR" dirty="0" err="1"/>
              <a:t>getal</a:t>
            </a:r>
            <a:r>
              <a:rPr lang="fr-FR" dirty="0"/>
              <a:t>)</a:t>
            </a:r>
            <a:r>
              <a:rPr lang="fr-FR" sz="2000" dirty="0"/>
              <a:t> </a:t>
            </a:r>
          </a:p>
          <a:p>
            <a:r>
              <a:rPr lang="fr-FR" dirty="0"/>
              <a:t>-2 	(</a:t>
            </a:r>
            <a:r>
              <a:rPr lang="fr-FR" dirty="0" err="1"/>
              <a:t>want</a:t>
            </a:r>
            <a:r>
              <a:rPr lang="fr-FR" dirty="0"/>
              <a:t> </a:t>
            </a:r>
            <a:r>
              <a:rPr lang="fr-FR" dirty="0" err="1"/>
              <a:t>dat</a:t>
            </a:r>
            <a:r>
              <a:rPr lang="fr-FR" dirty="0"/>
              <a:t> </a:t>
            </a:r>
            <a:r>
              <a:rPr lang="fr-FR" dirty="0" err="1"/>
              <a:t>is</a:t>
            </a:r>
            <a:r>
              <a:rPr lang="fr-FR" dirty="0"/>
              <a:t> het </a:t>
            </a:r>
            <a:r>
              <a:rPr lang="fr-FR" dirty="0" err="1"/>
              <a:t>kleinste</a:t>
            </a:r>
            <a:r>
              <a:rPr lang="fr-FR" dirty="0"/>
              <a:t> </a:t>
            </a:r>
            <a:r>
              <a:rPr lang="fr-FR" dirty="0" err="1"/>
              <a:t>getal</a:t>
            </a:r>
            <a:r>
              <a:rPr lang="fr-FR" dirty="0"/>
              <a:t>)</a:t>
            </a:r>
            <a:r>
              <a:rPr lang="fr-FR" sz="2000" dirty="0"/>
              <a:t> </a:t>
            </a:r>
          </a:p>
          <a:p>
            <a:r>
              <a:rPr lang="fr-FR" dirty="0"/>
              <a:t>-8 	(</a:t>
            </a:r>
            <a:r>
              <a:rPr lang="fr-FR" dirty="0" err="1"/>
              <a:t>want</a:t>
            </a:r>
            <a:r>
              <a:rPr lang="fr-FR" dirty="0"/>
              <a:t> </a:t>
            </a:r>
            <a:r>
              <a:rPr lang="fr-FR" dirty="0" err="1"/>
              <a:t>dat</a:t>
            </a:r>
            <a:r>
              <a:rPr lang="fr-FR" dirty="0"/>
              <a:t> </a:t>
            </a:r>
            <a:r>
              <a:rPr lang="fr-FR" dirty="0" err="1"/>
              <a:t>is</a:t>
            </a:r>
            <a:r>
              <a:rPr lang="fr-FR" dirty="0"/>
              <a:t> -2</a:t>
            </a:r>
            <a:r>
              <a:rPr lang="fr-FR" baseline="30000" dirty="0"/>
              <a:t>3</a:t>
            </a:r>
            <a:r>
              <a:rPr lang="fr-FR" sz="2000" dirty="0"/>
              <a:t>)</a:t>
            </a:r>
          </a:p>
          <a:p>
            <a:r>
              <a:rPr lang="fr-FR" dirty="0"/>
              <a:t>1.3 	(het </a:t>
            </a:r>
            <a:r>
              <a:rPr lang="fr-FR" dirty="0" err="1"/>
              <a:t>getal</a:t>
            </a:r>
            <a:r>
              <a:rPr lang="fr-FR" dirty="0"/>
              <a:t> 1.27 </a:t>
            </a:r>
            <a:r>
              <a:rPr lang="fr-FR" dirty="0" err="1"/>
              <a:t>afgerond</a:t>
            </a:r>
            <a:r>
              <a:rPr lang="fr-FR" dirty="0"/>
              <a:t> op 1 </a:t>
            </a:r>
            <a:r>
              <a:rPr lang="fr-FR" dirty="0" err="1"/>
              <a:t>decimaal</a:t>
            </a:r>
            <a:r>
              <a:rPr lang="fr-FR" dirty="0"/>
              <a:t>)</a:t>
            </a:r>
            <a:r>
              <a:rPr lang="fr-FR" sz="2000" dirty="0"/>
              <a:t> </a:t>
            </a:r>
          </a:p>
          <a:p>
            <a:r>
              <a:rPr lang="fr-FR" dirty="0"/>
              <a:t>7	(het </a:t>
            </a:r>
            <a:r>
              <a:rPr lang="fr-FR" dirty="0" err="1"/>
              <a:t>aantal</a:t>
            </a:r>
            <a:r>
              <a:rPr lang="fr-FR" dirty="0"/>
              <a:t> </a:t>
            </a:r>
            <a:r>
              <a:rPr lang="fr-FR" dirty="0" err="1"/>
              <a:t>karakters</a:t>
            </a:r>
            <a:r>
              <a:rPr lang="fr-FR" dirty="0"/>
              <a:t> in </a:t>
            </a:r>
            <a:r>
              <a:rPr lang="fr-FR" dirty="0" err="1"/>
              <a:t>deze</a:t>
            </a:r>
            <a:r>
              <a:rPr lang="fr-FR" dirty="0"/>
              <a:t> string)</a:t>
            </a:r>
            <a:r>
              <a:rPr lang="fr-FR" sz="2000" dirty="0"/>
              <a:t> </a:t>
            </a:r>
            <a:endParaRPr lang="nl-NL" sz="2000" dirty="0"/>
          </a:p>
        </p:txBody>
      </p:sp>
    </p:spTree>
    <p:extLst>
      <p:ext uri="{BB962C8B-B14F-4D97-AF65-F5344CB8AC3E}">
        <p14:creationId xmlns:p14="http://schemas.microsoft.com/office/powerpoint/2010/main" val="1770842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3D46-FE33-B9E4-6E20-3B3D3E77C52A}"/>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5870E4F7-555D-D9A1-54EA-E9A6F23F4837}"/>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368AE0A6-E369-C12D-DD01-6F0EB87C8BC8}"/>
              </a:ext>
            </a:extLst>
          </p:cNvPr>
          <p:cNvSpPr txBox="1"/>
          <p:nvPr/>
        </p:nvSpPr>
        <p:spPr bwMode="auto">
          <a:xfrm>
            <a:off x="709358" y="1470029"/>
            <a:ext cx="10492038" cy="1938992"/>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lang="nl-NL" sz="2000" dirty="0"/>
              <a:t>Definieer drie (numerieke) variabelen var1, var2 en var3. Bereken het gemiddelde en stop het in een variabele gemiddelde. Toon het gemiddelde. </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dirty="0"/>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lang="nl-NL" sz="2000" dirty="0"/>
              <a:t>Bepaal (en toon) met de functie max en min wat de grootste en kleinste variabelen zijn.</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dirty="0"/>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lang="nl-NL" sz="2000" dirty="0"/>
              <a:t>Print het gemiddelde uit, afgerond op 3 decimalen!</a:t>
            </a:r>
          </a:p>
        </p:txBody>
      </p:sp>
    </p:spTree>
    <p:extLst>
      <p:ext uri="{BB962C8B-B14F-4D97-AF65-F5344CB8AC3E}">
        <p14:creationId xmlns:p14="http://schemas.microsoft.com/office/powerpoint/2010/main" val="1754167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DF53F-681E-77FD-4A68-B324F45A2FCF}"/>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1390322E-65FA-6C84-C042-97BF8D7C1CDE}"/>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Data Types – </a:t>
            </a:r>
            <a:r>
              <a:rPr lang="nl-NL" sz="3600" b="1" dirty="0" err="1"/>
              <a:t>Booleans</a:t>
            </a:r>
            <a:r>
              <a:rPr lang="nl-NL" sz="3600" b="1" dirty="0"/>
              <a:t> </a:t>
            </a:r>
            <a:r>
              <a:rPr lang="nl-NL" sz="2000" b="1" dirty="0"/>
              <a:t>(</a:t>
            </a:r>
            <a:r>
              <a:rPr lang="en-US" sz="2000" b="1" kern="0" dirty="0">
                <a:solidFill>
                  <a:prstClr val="black"/>
                </a:solidFill>
              </a:rPr>
              <a:t>§6.1.1)</a:t>
            </a:r>
            <a:endParaRPr lang="nl-NL" sz="3600" dirty="0"/>
          </a:p>
        </p:txBody>
      </p:sp>
      <p:sp>
        <p:nvSpPr>
          <p:cNvPr id="27" name="TextBox 22">
            <a:extLst>
              <a:ext uri="{FF2B5EF4-FFF2-40B4-BE49-F238E27FC236}">
                <a16:creationId xmlns:a16="http://schemas.microsoft.com/office/drawing/2014/main" id="{5DD88B34-5514-9E07-4E18-BA49D0277F24}"/>
              </a:ext>
            </a:extLst>
          </p:cNvPr>
          <p:cNvSpPr txBox="1"/>
          <p:nvPr/>
        </p:nvSpPr>
        <p:spPr bwMode="auto">
          <a:xfrm>
            <a:off x="709358" y="1470029"/>
            <a:ext cx="10773284" cy="126188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sz="2000" kern="0" dirty="0">
                <a:solidFill>
                  <a:srgbClr val="294171"/>
                </a:solidFill>
              </a:rPr>
              <a:t>Een </a:t>
            </a:r>
            <a:r>
              <a:rPr lang="nl-NL" sz="2000" kern="0" dirty="0" err="1">
                <a:solidFill>
                  <a:srgbClr val="294171"/>
                </a:solidFill>
              </a:rPr>
              <a:t>bool</a:t>
            </a:r>
            <a:r>
              <a:rPr lang="nl-NL" sz="2000" kern="0" dirty="0">
                <a:solidFill>
                  <a:srgbClr val="294171"/>
                </a:solidFill>
              </a:rPr>
              <a:t>(</a:t>
            </a:r>
            <a:r>
              <a:rPr lang="nl-NL" sz="2000" kern="0" dirty="0" err="1">
                <a:solidFill>
                  <a:srgbClr val="294171"/>
                </a:solidFill>
              </a:rPr>
              <a:t>ean</a:t>
            </a:r>
            <a:r>
              <a:rPr lang="nl-NL" sz="2000" kern="0" dirty="0">
                <a:solidFill>
                  <a:srgbClr val="294171"/>
                </a:solidFill>
              </a:rPr>
              <a:t>) = kan True (waar) of </a:t>
            </a:r>
            <a:r>
              <a:rPr lang="nl-NL" sz="2000" kern="0" dirty="0" err="1">
                <a:solidFill>
                  <a:srgbClr val="294171"/>
                </a:solidFill>
              </a:rPr>
              <a:t>False</a:t>
            </a:r>
            <a:r>
              <a:rPr lang="nl-NL" sz="2000" kern="0" dirty="0">
                <a:solidFill>
                  <a:srgbClr val="294171"/>
                </a:solidFill>
              </a:rPr>
              <a:t> (onwaar) zijn:</a:t>
            </a:r>
          </a:p>
          <a:p>
            <a:pPr lvl="0" fontAlgn="base">
              <a:spcBef>
                <a:spcPct val="0"/>
              </a:spcBef>
              <a:spcAft>
                <a:spcPct val="0"/>
              </a:spcAft>
              <a:defRPr/>
            </a:pPr>
            <a:endParaRPr lang="nl-NL" sz="2000" kern="0" dirty="0">
              <a:solidFill>
                <a:srgbClr val="294171"/>
              </a:solidFill>
            </a:endParaRPr>
          </a:p>
          <a:p>
            <a:pPr marL="914400" lvl="1" indent="-457200" fontAlgn="base">
              <a:spcBef>
                <a:spcPct val="0"/>
              </a:spcBef>
              <a:spcAft>
                <a:spcPct val="0"/>
              </a:spcAft>
              <a:buFont typeface="Arial" panose="020B0604020202020204" pitchFamily="34" charset="0"/>
              <a:buChar char="•"/>
              <a:defRPr/>
            </a:pPr>
            <a:r>
              <a:rPr lang="nl-NL" kern="0" dirty="0">
                <a:solidFill>
                  <a:srgbClr val="294171"/>
                </a:solidFill>
                <a:latin typeface="Consolas" panose="020B0609020204030204" pitchFamily="49" charset="0"/>
              </a:rPr>
              <a:t>True</a:t>
            </a:r>
          </a:p>
          <a:p>
            <a:pPr marL="914400" lvl="1" indent="-457200" fontAlgn="base">
              <a:spcBef>
                <a:spcPct val="0"/>
              </a:spcBef>
              <a:spcAft>
                <a:spcPct val="0"/>
              </a:spcAft>
              <a:buFont typeface="Arial" panose="020B0604020202020204" pitchFamily="34" charset="0"/>
              <a:buChar char="•"/>
              <a:defRPr/>
            </a:pPr>
            <a:r>
              <a:rPr lang="nl-NL" kern="0" dirty="0" err="1">
                <a:solidFill>
                  <a:srgbClr val="294171"/>
                </a:solidFill>
                <a:latin typeface="Consolas" panose="020B0609020204030204" pitchFamily="49" charset="0"/>
              </a:rPr>
              <a:t>False</a:t>
            </a:r>
            <a:endParaRPr lang="nl-NL" kern="0" dirty="0">
              <a:solidFill>
                <a:srgbClr val="294171"/>
              </a:solidFill>
              <a:latin typeface="Consolas" panose="020B0609020204030204" pitchFamily="49" charset="0"/>
            </a:endParaRPr>
          </a:p>
        </p:txBody>
      </p:sp>
      <p:pic>
        <p:nvPicPr>
          <p:cNvPr id="3" name="Afbeelding 2" descr="Afbeelding met ontwerp&#10;&#10;Door AI gegenereerde inhoud is mogelijk onjuist.">
            <a:extLst>
              <a:ext uri="{FF2B5EF4-FFF2-40B4-BE49-F238E27FC236}">
                <a16:creationId xmlns:a16="http://schemas.microsoft.com/office/drawing/2014/main" id="{D0D9A6DB-2B39-1FE3-58AF-D7C7EBF2975B}"/>
              </a:ext>
            </a:extLst>
          </p:cNvPr>
          <p:cNvPicPr>
            <a:picLocks noChangeAspect="1"/>
          </p:cNvPicPr>
          <p:nvPr/>
        </p:nvPicPr>
        <p:blipFill>
          <a:blip r:embed="rId2">
            <a:extLst>
              <a:ext uri="{28A0092B-C50C-407E-A947-70E740481C1C}">
                <a14:useLocalDpi xmlns:a14="http://schemas.microsoft.com/office/drawing/2010/main" val="0"/>
              </a:ext>
            </a:extLst>
          </a:blip>
          <a:srcRect l="6" r="39170"/>
          <a:stretch/>
        </p:blipFill>
        <p:spPr>
          <a:xfrm>
            <a:off x="9620340" y="4368694"/>
            <a:ext cx="2069433" cy="2323047"/>
          </a:xfrm>
          <a:prstGeom prst="rect">
            <a:avLst/>
          </a:prstGeom>
        </p:spPr>
      </p:pic>
    </p:spTree>
    <p:extLst>
      <p:ext uri="{BB962C8B-B14F-4D97-AF65-F5344CB8AC3E}">
        <p14:creationId xmlns:p14="http://schemas.microsoft.com/office/powerpoint/2010/main" val="3638911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A40BB-12C9-196A-2A9D-39CDE1EFBB53}"/>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379FBB8C-2F1D-1FA5-F792-8BCB2CDBF43E}"/>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Booleaans</a:t>
            </a:r>
            <a:r>
              <a:rPr lang="en-US" sz="3600" b="1" kern="0" dirty="0">
                <a:solidFill>
                  <a:prstClr val="black"/>
                </a:solidFill>
              </a:rPr>
              <a:t>e </a:t>
            </a:r>
            <a:r>
              <a:rPr kumimoji="0" lang="en-US" sz="3600" b="1" i="0" u="none" strike="noStrike" kern="0" cap="none" spc="0" normalizeH="0" baseline="0" noProof="0" dirty="0" err="1">
                <a:ln>
                  <a:noFill/>
                </a:ln>
                <a:solidFill>
                  <a:prstClr val="black"/>
                </a:solidFill>
                <a:effectLst/>
                <a:uLnTx/>
                <a:uFillTx/>
              </a:rPr>
              <a:t>Expressies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(§6.1)</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5AA75A78-3D01-B75E-982A-D680531BE7F6}"/>
              </a:ext>
            </a:extLst>
          </p:cNvPr>
          <p:cNvSpPr txBox="1"/>
          <p:nvPr/>
        </p:nvSpPr>
        <p:spPr bwMode="auto">
          <a:xfrm>
            <a:off x="709358" y="1316141"/>
            <a:ext cx="10492038" cy="153888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Heel vaak gelden er voorwaarden voor het uitvoeren van code:</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rPr>
              <a:t>Waarschuwen dat een batterij bijna leeg is, maar alleen ALS batterij &lt; 5%</a:t>
            </a: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rPr>
              <a:t>Korting berekenen, maar alleen ALS iemand een klantenpas heeft</a:t>
            </a:r>
          </a:p>
          <a:p>
            <a:pPr marL="800100" lvl="1" indent="-342900" fontAlgn="base">
              <a:spcBef>
                <a:spcPct val="0"/>
              </a:spcBef>
              <a:spcAft>
                <a:spcPct val="0"/>
              </a:spcAft>
              <a:buFont typeface="Arial" panose="020B0604020202020204" pitchFamily="34" charset="0"/>
              <a:buChar char="•"/>
              <a:defRPr/>
            </a:pPr>
            <a:r>
              <a:rPr kumimoji="0" lang="nl-NL" b="0" i="0" u="none" strike="noStrike" kern="0" cap="none" spc="0" normalizeH="0" noProof="0" dirty="0">
                <a:ln>
                  <a:noFill/>
                </a:ln>
                <a:solidFill>
                  <a:srgbClr val="294171"/>
                </a:solidFill>
                <a:effectLst/>
                <a:uLnTx/>
                <a:uFillTx/>
              </a:rPr>
              <a:t>Verlichting aan</a:t>
            </a:r>
            <a:r>
              <a:rPr lang="nl-NL" kern="0" dirty="0">
                <a:solidFill>
                  <a:srgbClr val="294171"/>
                </a:solidFill>
              </a:rPr>
              <a:t>zetten, maar alleen ALS er te weinig daglicht is</a:t>
            </a:r>
            <a:endParaRPr kumimoji="0" lang="nl-NL" b="0" i="0" u="none" strike="noStrike" kern="0" cap="none" spc="0" normalizeH="0" noProof="0" dirty="0">
              <a:ln>
                <a:noFill/>
              </a:ln>
              <a:solidFill>
                <a:srgbClr val="294171"/>
              </a:solidFill>
              <a:effectLst/>
              <a:uLnTx/>
              <a:uFillTx/>
            </a:endParaRPr>
          </a:p>
        </p:txBody>
      </p:sp>
      <p:sp>
        <p:nvSpPr>
          <p:cNvPr id="7" name="TextBox 22">
            <a:extLst>
              <a:ext uri="{FF2B5EF4-FFF2-40B4-BE49-F238E27FC236}">
                <a16:creationId xmlns:a16="http://schemas.microsoft.com/office/drawing/2014/main" id="{F7998FCF-14EC-C721-70CC-E86412B39B5F}"/>
              </a:ext>
            </a:extLst>
          </p:cNvPr>
          <p:cNvSpPr txBox="1"/>
          <p:nvPr/>
        </p:nvSpPr>
        <p:spPr bwMode="auto">
          <a:xfrm>
            <a:off x="709358" y="3248770"/>
            <a:ext cx="10492038"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Hiervoor gebruiken we </a:t>
            </a:r>
            <a:r>
              <a:rPr lang="nl-NL" sz="2000" b="1" kern="0" dirty="0">
                <a:solidFill>
                  <a:srgbClr val="294171"/>
                </a:solidFill>
              </a:rPr>
              <a:t>booleaanse</a:t>
            </a:r>
            <a:r>
              <a:rPr lang="nl-NL" sz="2000" kern="0" dirty="0">
                <a:solidFill>
                  <a:srgbClr val="294171"/>
                </a:solidFill>
              </a:rPr>
              <a:t> </a:t>
            </a:r>
            <a:r>
              <a:rPr lang="nl-NL" sz="2000" b="1" kern="0" dirty="0">
                <a:solidFill>
                  <a:srgbClr val="294171"/>
                </a:solidFill>
              </a:rPr>
              <a:t>expressies</a:t>
            </a:r>
            <a:r>
              <a:rPr lang="nl-NL" sz="2000" kern="0" dirty="0">
                <a:solidFill>
                  <a:srgbClr val="294171"/>
                </a:solidFill>
              </a:rPr>
              <a:t> (evalueert altijd naar True OF </a:t>
            </a:r>
            <a:r>
              <a:rPr lang="nl-NL" sz="2000" kern="0" dirty="0" err="1">
                <a:solidFill>
                  <a:srgbClr val="294171"/>
                </a:solidFill>
              </a:rPr>
              <a:t>False</a:t>
            </a:r>
            <a:r>
              <a:rPr lang="nl-NL" sz="2000" kern="0" dirty="0">
                <a:solidFill>
                  <a:srgbClr val="294171"/>
                </a:solidFill>
              </a:rPr>
              <a:t>)</a:t>
            </a:r>
            <a:endParaRPr kumimoji="0" lang="nl-NL" sz="2000" b="0" i="0" u="none" strike="noStrike" kern="0" cap="none" spc="0" normalizeH="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We hebben daarvoor de volgende operators:</a:t>
            </a:r>
            <a:endParaRPr kumimoji="0" lang="nl-NL" sz="2000" b="0" i="0" u="none" strike="noStrike" kern="0" cap="none" spc="0" normalizeH="0" noProof="0" dirty="0">
              <a:ln>
                <a:noFill/>
              </a:ln>
              <a:solidFill>
                <a:srgbClr val="294171"/>
              </a:solidFill>
              <a:effectLst/>
              <a:uLnTx/>
              <a:uFillTx/>
            </a:endParaRPr>
          </a:p>
        </p:txBody>
      </p:sp>
      <p:sp>
        <p:nvSpPr>
          <p:cNvPr id="8" name="Tekstvak 7">
            <a:extLst>
              <a:ext uri="{FF2B5EF4-FFF2-40B4-BE49-F238E27FC236}">
                <a16:creationId xmlns:a16="http://schemas.microsoft.com/office/drawing/2014/main" id="{03E90284-F1AF-B732-F529-9FE0833FECE8}"/>
              </a:ext>
            </a:extLst>
          </p:cNvPr>
          <p:cNvSpPr txBox="1"/>
          <p:nvPr/>
        </p:nvSpPr>
        <p:spPr>
          <a:xfrm>
            <a:off x="1600670" y="4171161"/>
            <a:ext cx="3944452" cy="1938992"/>
          </a:xfrm>
          <a:prstGeom prst="rect">
            <a:avLst/>
          </a:prstGeom>
          <a:noFill/>
        </p:spPr>
        <p:txBody>
          <a:bodyPr wrap="square">
            <a:spAutoFit/>
          </a:bodyPr>
          <a:lstStyle/>
          <a:p>
            <a:r>
              <a:rPr lang="nl-NL" sz="2000" dirty="0"/>
              <a:t>&lt;	kleiner dan</a:t>
            </a:r>
          </a:p>
          <a:p>
            <a:r>
              <a:rPr lang="nl-NL" sz="2000" dirty="0"/>
              <a:t>&lt;=	kleiner dan of gelijk aan </a:t>
            </a:r>
          </a:p>
          <a:p>
            <a:r>
              <a:rPr lang="nl-NL" sz="2000" dirty="0"/>
              <a:t>==	gelijk aan</a:t>
            </a:r>
          </a:p>
          <a:p>
            <a:r>
              <a:rPr lang="nl-NL" sz="2000" dirty="0"/>
              <a:t>&gt;=	groter dan of gelijk aan </a:t>
            </a:r>
          </a:p>
          <a:p>
            <a:r>
              <a:rPr lang="nl-NL" sz="2000" dirty="0"/>
              <a:t>&gt; 	groter dan</a:t>
            </a:r>
          </a:p>
          <a:p>
            <a:r>
              <a:rPr lang="nl-NL" sz="2000" dirty="0"/>
              <a:t>!=	niet gelijk aan</a:t>
            </a:r>
            <a:endParaRPr lang="nl-NL" sz="2000" dirty="0">
              <a:latin typeface="Consolas" panose="020B0609020204030204" pitchFamily="49" charset="0"/>
            </a:endParaRPr>
          </a:p>
        </p:txBody>
      </p:sp>
    </p:spTree>
    <p:extLst>
      <p:ext uri="{BB962C8B-B14F-4D97-AF65-F5344CB8AC3E}">
        <p14:creationId xmlns:p14="http://schemas.microsoft.com/office/powerpoint/2010/main" val="403010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A1EEC-A49F-17CE-F690-E2172A41E141}"/>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2784A5CA-F859-84AD-0EA5-DA3C8E8227BD}"/>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Oefening</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(§6.1.2)</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60E53F7E-11AD-B13A-A22F-F7A457566D1A}"/>
              </a:ext>
            </a:extLst>
          </p:cNvPr>
          <p:cNvSpPr txBox="1"/>
          <p:nvPr/>
        </p:nvSpPr>
        <p:spPr bwMode="auto">
          <a:xfrm>
            <a:off x="709358" y="1470029"/>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Neem even kort de</a:t>
            </a:r>
            <a:r>
              <a:rPr kumimoji="0" lang="nl-NL" sz="2000" b="0" i="0" u="none" strike="noStrike" kern="0" cap="none" spc="0" normalizeH="0" noProof="0" dirty="0">
                <a:ln>
                  <a:noFill/>
                </a:ln>
                <a:solidFill>
                  <a:srgbClr val="294171"/>
                </a:solidFill>
                <a:effectLst/>
                <a:uLnTx/>
                <a:uFillTx/>
              </a:rPr>
              <a:t> tijd om te bedenken wat de uitkomst van elke expressie is:</a:t>
            </a:r>
            <a:endParaRPr kumimoji="0" lang="nl-NL" sz="2000" b="0" i="0" u="none" strike="noStrike" kern="0" cap="none" spc="0" normalizeH="0" baseline="0" noProof="0" dirty="0">
              <a:ln>
                <a:noFill/>
              </a:ln>
              <a:solidFill>
                <a:srgbClr val="294171"/>
              </a:solidFill>
              <a:effectLst/>
              <a:uLnTx/>
              <a:uFillTx/>
            </a:endParaRPr>
          </a:p>
        </p:txBody>
      </p:sp>
      <p:sp>
        <p:nvSpPr>
          <p:cNvPr id="9" name="Tekstvak 8">
            <a:extLst>
              <a:ext uri="{FF2B5EF4-FFF2-40B4-BE49-F238E27FC236}">
                <a16:creationId xmlns:a16="http://schemas.microsoft.com/office/drawing/2014/main" id="{6ED2A0AB-0CBA-8DEA-6787-D1E0A6519386}"/>
              </a:ext>
            </a:extLst>
          </p:cNvPr>
          <p:cNvSpPr txBox="1"/>
          <p:nvPr/>
        </p:nvSpPr>
        <p:spPr>
          <a:xfrm>
            <a:off x="808190" y="1972046"/>
            <a:ext cx="4596930" cy="4401205"/>
          </a:xfrm>
          <a:prstGeom prst="rect">
            <a:avLst/>
          </a:prstGeom>
          <a:noFill/>
        </p:spPr>
        <p:txBody>
          <a:bodyPr wrap="square">
            <a:spAutoFit/>
          </a:bodyPr>
          <a:lstStyle/>
          <a:p>
            <a:pPr marL="457200" indent="-457200">
              <a:buFont typeface="+mj-lt"/>
              <a:buAutoNum type="arabicPeriod"/>
            </a:pPr>
            <a:r>
              <a:rPr lang="nl-NL" sz="2000" dirty="0">
                <a:latin typeface="Consolas" panose="020B0609020204030204" pitchFamily="49" charset="0"/>
              </a:rPr>
              <a:t> 2 &lt; 5</a:t>
            </a:r>
          </a:p>
          <a:p>
            <a:pPr marL="457200" indent="-457200">
              <a:buFont typeface="+mj-lt"/>
              <a:buAutoNum type="arabicPeriod"/>
            </a:pPr>
            <a:r>
              <a:rPr lang="nl-NL" sz="2000" dirty="0">
                <a:latin typeface="Consolas" panose="020B0609020204030204" pitchFamily="49" charset="0"/>
              </a:rPr>
              <a:t> 2 &lt;= 5</a:t>
            </a:r>
          </a:p>
          <a:p>
            <a:pPr marL="457200" indent="-457200">
              <a:buFont typeface="+mj-lt"/>
              <a:buAutoNum type="arabicPeriod"/>
            </a:pPr>
            <a:r>
              <a:rPr lang="nl-NL" sz="2000" dirty="0">
                <a:latin typeface="Consolas" panose="020B0609020204030204" pitchFamily="49" charset="0"/>
              </a:rPr>
              <a:t> 3 &gt; 3 </a:t>
            </a:r>
          </a:p>
          <a:p>
            <a:pPr marL="457200" indent="-457200">
              <a:buFont typeface="+mj-lt"/>
              <a:buAutoNum type="arabicPeriod"/>
            </a:pPr>
            <a:r>
              <a:rPr lang="nl-NL" sz="2000" dirty="0">
                <a:latin typeface="Consolas" panose="020B0609020204030204" pitchFamily="49" charset="0"/>
              </a:rPr>
              <a:t> 3 &gt;= 3</a:t>
            </a:r>
          </a:p>
          <a:p>
            <a:pPr marL="457200" indent="-457200">
              <a:buFont typeface="+mj-lt"/>
              <a:buAutoNum type="arabicPeriod"/>
            </a:pPr>
            <a:r>
              <a:rPr lang="nl-NL" sz="2000" dirty="0">
                <a:latin typeface="Consolas" panose="020B0609020204030204" pitchFamily="49" charset="0"/>
              </a:rPr>
              <a:t> 3 == 3.0 </a:t>
            </a:r>
          </a:p>
          <a:p>
            <a:pPr marL="457200" indent="-457200">
              <a:buFont typeface="+mj-lt"/>
              <a:buAutoNum type="arabicPeriod"/>
            </a:pPr>
            <a:r>
              <a:rPr lang="nl-NL" sz="2000" dirty="0">
                <a:latin typeface="Consolas" panose="020B0609020204030204" pitchFamily="49" charset="0"/>
              </a:rPr>
              <a:t> 3 == "3"</a:t>
            </a:r>
          </a:p>
          <a:p>
            <a:pPr marL="457200" indent="-457200">
              <a:buFont typeface="+mj-lt"/>
              <a:buAutoNum type="arabicPeriod"/>
            </a:pPr>
            <a:r>
              <a:rPr lang="nl-NL" sz="2000" dirty="0">
                <a:latin typeface="Consolas" panose="020B0609020204030204" pitchFamily="49" charset="0"/>
              </a:rPr>
              <a:t> "syntax" == "syntax"</a:t>
            </a:r>
          </a:p>
          <a:p>
            <a:pPr marL="457200" indent="-457200">
              <a:buFont typeface="+mj-lt"/>
              <a:buAutoNum type="arabicPeriod"/>
            </a:pPr>
            <a:r>
              <a:rPr lang="nl-NL" sz="2000" dirty="0">
                <a:latin typeface="Consolas" panose="020B0609020204030204" pitchFamily="49" charset="0"/>
              </a:rPr>
              <a:t> "syntax" == "semantiek"</a:t>
            </a:r>
          </a:p>
          <a:p>
            <a:pPr marL="457200" indent="-457200">
              <a:buFont typeface="+mj-lt"/>
              <a:buAutoNum type="arabicPeriod"/>
            </a:pPr>
            <a:r>
              <a:rPr lang="nl-NL" sz="2000" dirty="0">
                <a:latin typeface="Consolas" panose="020B0609020204030204" pitchFamily="49" charset="0"/>
              </a:rPr>
              <a:t> "syntax" == " syntax"</a:t>
            </a:r>
          </a:p>
          <a:p>
            <a:pPr marL="457200" indent="-457200">
              <a:buFont typeface="+mj-lt"/>
              <a:buAutoNum type="arabicPeriod"/>
            </a:pPr>
            <a:r>
              <a:rPr lang="nl-NL" sz="2000" dirty="0">
                <a:latin typeface="Consolas" panose="020B0609020204030204" pitchFamily="49" charset="0"/>
              </a:rPr>
              <a:t> "Python" != "rotzooi"</a:t>
            </a:r>
          </a:p>
          <a:p>
            <a:pPr marL="457200" indent="-457200">
              <a:buFont typeface="+mj-lt"/>
              <a:buAutoNum type="arabicPeriod"/>
            </a:pPr>
            <a:r>
              <a:rPr lang="nl-NL" sz="2000" dirty="0">
                <a:latin typeface="Consolas" panose="020B0609020204030204" pitchFamily="49" charset="0"/>
              </a:rPr>
              <a:t> "Python" &gt; "Perl"</a:t>
            </a:r>
          </a:p>
          <a:p>
            <a:pPr marL="457200" indent="-457200">
              <a:buFont typeface="+mj-lt"/>
              <a:buAutoNum type="arabicPeriod"/>
            </a:pPr>
            <a:r>
              <a:rPr lang="nl-NL" sz="2000" dirty="0">
                <a:latin typeface="Consolas" panose="020B0609020204030204" pitchFamily="49" charset="0"/>
              </a:rPr>
              <a:t> "banaan" &lt; "mango" </a:t>
            </a:r>
          </a:p>
          <a:p>
            <a:pPr marL="457200" indent="-457200">
              <a:buFont typeface="+mj-lt"/>
              <a:buAutoNum type="arabicPeriod"/>
            </a:pPr>
            <a:r>
              <a:rPr lang="nl-NL" sz="2000" dirty="0">
                <a:latin typeface="Consolas" panose="020B0609020204030204" pitchFamily="49" charset="0"/>
              </a:rPr>
              <a:t> "banaan" &lt; "Mango"</a:t>
            </a:r>
          </a:p>
          <a:p>
            <a:pPr marL="457200" indent="-457200">
              <a:buFont typeface="+mj-lt"/>
              <a:buAutoNum type="arabicPeriod"/>
            </a:pPr>
            <a:r>
              <a:rPr lang="nl-NL" sz="2000" dirty="0">
                <a:latin typeface="Consolas" panose="020B0609020204030204" pitchFamily="49" charset="0"/>
              </a:rPr>
              <a:t> "3" &lt; "13"</a:t>
            </a:r>
          </a:p>
        </p:txBody>
      </p:sp>
      <p:sp>
        <p:nvSpPr>
          <p:cNvPr id="10" name="Tekstvak 9">
            <a:extLst>
              <a:ext uri="{FF2B5EF4-FFF2-40B4-BE49-F238E27FC236}">
                <a16:creationId xmlns:a16="http://schemas.microsoft.com/office/drawing/2014/main" id="{F08122EC-7A05-2C96-77CD-3C58ED959B7A}"/>
              </a:ext>
            </a:extLst>
          </p:cNvPr>
          <p:cNvSpPr txBox="1"/>
          <p:nvPr/>
        </p:nvSpPr>
        <p:spPr>
          <a:xfrm>
            <a:off x="4917440" y="1972046"/>
            <a:ext cx="7112000" cy="4401205"/>
          </a:xfrm>
          <a:prstGeom prst="rect">
            <a:avLst/>
          </a:prstGeom>
          <a:noFill/>
        </p:spPr>
        <p:txBody>
          <a:bodyPr wrap="square">
            <a:spAutoFit/>
          </a:bodyPr>
          <a:lstStyle/>
          <a:p>
            <a:r>
              <a:rPr lang="nl-NL" sz="2000" dirty="0">
                <a:latin typeface="Consolas" panose="020B0609020204030204" pitchFamily="49" charset="0"/>
              </a:rPr>
              <a:t>True</a:t>
            </a:r>
          </a:p>
          <a:p>
            <a:r>
              <a:rPr lang="nl-NL" sz="2000" dirty="0">
                <a:latin typeface="Consolas" panose="020B0609020204030204" pitchFamily="49" charset="0"/>
              </a:rPr>
              <a:t>True</a:t>
            </a:r>
          </a:p>
          <a:p>
            <a:r>
              <a:rPr lang="nl-NL" sz="2000" dirty="0" err="1">
                <a:latin typeface="Consolas" panose="020B0609020204030204" pitchFamily="49" charset="0"/>
              </a:rPr>
              <a:t>False</a:t>
            </a:r>
            <a:endParaRPr lang="nl-NL" sz="2000" dirty="0">
              <a:latin typeface="Consolas" panose="020B0609020204030204" pitchFamily="49" charset="0"/>
            </a:endParaRPr>
          </a:p>
          <a:p>
            <a:r>
              <a:rPr lang="nl-NL" sz="2000" dirty="0">
                <a:latin typeface="Consolas" panose="020B0609020204030204" pitchFamily="49" charset="0"/>
              </a:rPr>
              <a:t>True</a:t>
            </a:r>
          </a:p>
          <a:p>
            <a:r>
              <a:rPr lang="nl-NL" sz="2000" dirty="0">
                <a:latin typeface="Consolas" panose="020B0609020204030204" pitchFamily="49" charset="0"/>
              </a:rPr>
              <a:t>True</a:t>
            </a:r>
          </a:p>
          <a:p>
            <a:r>
              <a:rPr lang="nl-NL" sz="2000" dirty="0" err="1">
                <a:latin typeface="Consolas" panose="020B0609020204030204" pitchFamily="49" charset="0"/>
              </a:rPr>
              <a:t>False</a:t>
            </a:r>
            <a:endParaRPr lang="nl-NL" sz="2000" dirty="0">
              <a:latin typeface="Consolas" panose="020B0609020204030204" pitchFamily="49" charset="0"/>
            </a:endParaRPr>
          </a:p>
          <a:p>
            <a:r>
              <a:rPr lang="nl-NL" sz="2000" dirty="0">
                <a:latin typeface="Consolas" panose="020B0609020204030204" pitchFamily="49" charset="0"/>
              </a:rPr>
              <a:t>True</a:t>
            </a:r>
          </a:p>
          <a:p>
            <a:r>
              <a:rPr lang="nl-NL" sz="2000" dirty="0" err="1">
                <a:latin typeface="Consolas" panose="020B0609020204030204" pitchFamily="49" charset="0"/>
              </a:rPr>
              <a:t>False</a:t>
            </a:r>
            <a:endParaRPr lang="nl-NL" sz="2000" dirty="0">
              <a:latin typeface="Consolas" panose="020B0609020204030204" pitchFamily="49" charset="0"/>
            </a:endParaRPr>
          </a:p>
          <a:p>
            <a:r>
              <a:rPr lang="nl-NL" sz="2000" dirty="0" err="1">
                <a:latin typeface="Consolas" panose="020B0609020204030204" pitchFamily="49" charset="0"/>
              </a:rPr>
              <a:t>False</a:t>
            </a:r>
            <a:endParaRPr lang="nl-NL" sz="2000" dirty="0">
              <a:latin typeface="Consolas" panose="020B0609020204030204" pitchFamily="49" charset="0"/>
            </a:endParaRPr>
          </a:p>
          <a:p>
            <a:r>
              <a:rPr lang="nl-NL" sz="2000" dirty="0">
                <a:latin typeface="Consolas" panose="020B0609020204030204" pitchFamily="49" charset="0"/>
              </a:rPr>
              <a:t>True</a:t>
            </a:r>
          </a:p>
          <a:p>
            <a:r>
              <a:rPr lang="nl-NL" sz="2000" dirty="0">
                <a:latin typeface="Consolas" panose="020B0609020204030204" pitchFamily="49" charset="0"/>
              </a:rPr>
              <a:t>True		</a:t>
            </a:r>
            <a:r>
              <a:rPr lang="nl-NL" sz="1200" dirty="0"/>
              <a:t>(alle karakters hebben een </a:t>
            </a:r>
            <a:r>
              <a:rPr lang="nl-NL" sz="1200" dirty="0">
                <a:hlinkClick r:id="rId2"/>
              </a:rPr>
              <a:t>nummer/codepunt</a:t>
            </a:r>
            <a:r>
              <a:rPr lang="nl-NL" sz="1200" dirty="0"/>
              <a:t>, letters op alfabetische volgorde)</a:t>
            </a:r>
          </a:p>
          <a:p>
            <a:r>
              <a:rPr lang="nl-NL" sz="2000" dirty="0">
                <a:latin typeface="Consolas" panose="020B0609020204030204" pitchFamily="49" charset="0"/>
              </a:rPr>
              <a:t>True			</a:t>
            </a:r>
          </a:p>
          <a:p>
            <a:r>
              <a:rPr lang="nl-NL" sz="2000" dirty="0" err="1">
                <a:latin typeface="Consolas" panose="020B0609020204030204" pitchFamily="49" charset="0"/>
              </a:rPr>
              <a:t>False</a:t>
            </a:r>
            <a:r>
              <a:rPr lang="nl-NL" sz="2000" dirty="0">
                <a:latin typeface="Consolas" panose="020B0609020204030204" pitchFamily="49" charset="0"/>
              </a:rPr>
              <a:t>		</a:t>
            </a:r>
            <a:r>
              <a:rPr lang="nl-NL" sz="1200" dirty="0"/>
              <a:t>(hoofdletters hebben een ander en lager codepunt dan kleine letters)</a:t>
            </a:r>
          </a:p>
          <a:p>
            <a:r>
              <a:rPr lang="nl-NL" sz="2000" dirty="0" err="1">
                <a:latin typeface="Consolas" panose="020B0609020204030204" pitchFamily="49" charset="0"/>
              </a:rPr>
              <a:t>False</a:t>
            </a:r>
            <a:r>
              <a:rPr lang="nl-NL" sz="2000" dirty="0">
                <a:latin typeface="Consolas" panose="020B0609020204030204" pitchFamily="49" charset="0"/>
              </a:rPr>
              <a:t>		</a:t>
            </a:r>
            <a:r>
              <a:rPr lang="nl-NL" sz="1200" dirty="0"/>
              <a:t>(de voorste tekens worden eerst vergeleken: ‘3’ heeft een hoger codepunt dan ’1’)</a:t>
            </a:r>
            <a:endParaRPr lang="nl-NL" sz="1200" dirty="0">
              <a:latin typeface="Consolas" panose="020B0609020204030204" pitchFamily="49" charset="0"/>
            </a:endParaRPr>
          </a:p>
        </p:txBody>
      </p:sp>
    </p:spTree>
    <p:extLst>
      <p:ext uri="{BB962C8B-B14F-4D97-AF65-F5344CB8AC3E}">
        <p14:creationId xmlns:p14="http://schemas.microsoft.com/office/powerpoint/2010/main" val="345339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fade">
                                      <p:cBhvr>
                                        <p:cTn id="32" dur="500"/>
                                        <p:tgtEl>
                                          <p:spTgt spid="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fade">
                                      <p:cBhvr>
                                        <p:cTn id="37" dur="500"/>
                                        <p:tgtEl>
                                          <p:spTgt spid="1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fade">
                                      <p:cBhvr>
                                        <p:cTn id="42" dur="500"/>
                                        <p:tgtEl>
                                          <p:spTgt spid="1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fade">
                                      <p:cBhvr>
                                        <p:cTn id="47" dur="500"/>
                                        <p:tgtEl>
                                          <p:spTgt spid="1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
                                            <p:txEl>
                                              <p:pRg st="9" end="9"/>
                                            </p:txEl>
                                          </p:spTgt>
                                        </p:tgtEl>
                                        <p:attrNameLst>
                                          <p:attrName>style.visibility</p:attrName>
                                        </p:attrNameLst>
                                      </p:cBhvr>
                                      <p:to>
                                        <p:strVal val="visible"/>
                                      </p:to>
                                    </p:set>
                                    <p:animEffect transition="in" filter="fade">
                                      <p:cBhvr>
                                        <p:cTn id="52" dur="500"/>
                                        <p:tgtEl>
                                          <p:spTgt spid="1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
                                            <p:txEl>
                                              <p:pRg st="10" end="10"/>
                                            </p:txEl>
                                          </p:spTgt>
                                        </p:tgtEl>
                                        <p:attrNameLst>
                                          <p:attrName>style.visibility</p:attrName>
                                        </p:attrNameLst>
                                      </p:cBhvr>
                                      <p:to>
                                        <p:strVal val="visible"/>
                                      </p:to>
                                    </p:set>
                                    <p:animEffect transition="in" filter="fade">
                                      <p:cBhvr>
                                        <p:cTn id="57" dur="500"/>
                                        <p:tgtEl>
                                          <p:spTgt spid="1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
                                            <p:txEl>
                                              <p:pRg st="11" end="11"/>
                                            </p:txEl>
                                          </p:spTgt>
                                        </p:tgtEl>
                                        <p:attrNameLst>
                                          <p:attrName>style.visibility</p:attrName>
                                        </p:attrNameLst>
                                      </p:cBhvr>
                                      <p:to>
                                        <p:strVal val="visible"/>
                                      </p:to>
                                    </p:set>
                                    <p:animEffect transition="in" filter="fade">
                                      <p:cBhvr>
                                        <p:cTn id="62" dur="500"/>
                                        <p:tgtEl>
                                          <p:spTgt spid="1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
                                            <p:txEl>
                                              <p:pRg st="12" end="12"/>
                                            </p:txEl>
                                          </p:spTgt>
                                        </p:tgtEl>
                                        <p:attrNameLst>
                                          <p:attrName>style.visibility</p:attrName>
                                        </p:attrNameLst>
                                      </p:cBhvr>
                                      <p:to>
                                        <p:strVal val="visible"/>
                                      </p:to>
                                    </p:set>
                                    <p:animEffect transition="in" filter="fade">
                                      <p:cBhvr>
                                        <p:cTn id="67" dur="500"/>
                                        <p:tgtEl>
                                          <p:spTgt spid="10">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0">
                                            <p:txEl>
                                              <p:pRg st="13" end="13"/>
                                            </p:txEl>
                                          </p:spTgt>
                                        </p:tgtEl>
                                        <p:attrNameLst>
                                          <p:attrName>style.visibility</p:attrName>
                                        </p:attrNameLst>
                                      </p:cBhvr>
                                      <p:to>
                                        <p:strVal val="visible"/>
                                      </p:to>
                                    </p:set>
                                    <p:animEffect transition="in" filter="fade">
                                      <p:cBhvr>
                                        <p:cTn id="72" dur="500"/>
                                        <p:tgtEl>
                                          <p:spTgt spid="10">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A8A82-F475-0C64-006D-94B6B4009122}"/>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E49DA7B2-3E8A-0D1D-93BE-18914FFFC232}"/>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r>
              <a:rPr lang="nl-NL" sz="3600" b="1" dirty="0"/>
              <a:t>In-operator </a:t>
            </a:r>
            <a:r>
              <a:rPr lang="nl-NL" sz="2000" b="1" dirty="0"/>
              <a:t>(</a:t>
            </a:r>
            <a:r>
              <a:rPr lang="en-US" sz="2000" b="1" kern="0" dirty="0">
                <a:solidFill>
                  <a:prstClr val="black"/>
                </a:solidFill>
              </a:rPr>
              <a:t>§6.1.3)</a:t>
            </a:r>
            <a:endParaRPr lang="nl-NL" sz="3600" dirty="0"/>
          </a:p>
        </p:txBody>
      </p:sp>
      <p:sp>
        <p:nvSpPr>
          <p:cNvPr id="6" name="TextBox 22">
            <a:extLst>
              <a:ext uri="{FF2B5EF4-FFF2-40B4-BE49-F238E27FC236}">
                <a16:creationId xmlns:a16="http://schemas.microsoft.com/office/drawing/2014/main" id="{8678FE74-2523-1880-0CDB-B3A4B6BAEFDE}"/>
              </a:ext>
            </a:extLst>
          </p:cNvPr>
          <p:cNvSpPr txBox="1"/>
          <p:nvPr/>
        </p:nvSpPr>
        <p:spPr bwMode="auto">
          <a:xfrm>
            <a:off x="709358" y="1760557"/>
            <a:ext cx="10492038"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Een andere operator die naar een </a:t>
            </a:r>
            <a:r>
              <a:rPr kumimoji="0" lang="nl-NL" sz="2000" b="0" i="0" u="none" strike="noStrike" kern="0" cap="none" spc="0" normalizeH="0" baseline="0" noProof="0" dirty="0" err="1">
                <a:ln>
                  <a:noFill/>
                </a:ln>
                <a:solidFill>
                  <a:srgbClr val="294171"/>
                </a:solidFill>
                <a:effectLst/>
                <a:uLnTx/>
                <a:uFillTx/>
              </a:rPr>
              <a:t>boolean</a:t>
            </a:r>
            <a:r>
              <a:rPr kumimoji="0" lang="nl-NL" sz="2000" b="0" i="0" u="none" strike="noStrike" kern="0" cap="none" spc="0" normalizeH="0" baseline="0" noProof="0" dirty="0">
                <a:ln>
                  <a:noFill/>
                </a:ln>
                <a:solidFill>
                  <a:srgbClr val="294171"/>
                </a:solidFill>
                <a:effectLst/>
                <a:uLnTx/>
                <a:uFillTx/>
              </a:rPr>
              <a:t> evalueert,</a:t>
            </a:r>
            <a:r>
              <a:rPr kumimoji="0" lang="nl-NL" sz="2000" b="0" i="0" u="none" strike="noStrike" kern="0" cap="none" spc="0" normalizeH="0" noProof="0" dirty="0">
                <a:ln>
                  <a:noFill/>
                </a:ln>
                <a:solidFill>
                  <a:srgbClr val="294171"/>
                </a:solidFill>
                <a:effectLst/>
                <a:uLnTx/>
                <a:uFillTx/>
              </a:rPr>
              <a:t> is de in-operator</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baseline="0" dirty="0">
                <a:solidFill>
                  <a:srgbClr val="294171"/>
                </a:solidFill>
              </a:rPr>
              <a:t>Voor</a:t>
            </a:r>
            <a:r>
              <a:rPr lang="nl-NL" sz="2000" kern="0" dirty="0">
                <a:solidFill>
                  <a:srgbClr val="294171"/>
                </a:solidFill>
              </a:rPr>
              <a:t> de in-operator heb je een verzameling nodig, bijvoorbeeld een string:</a:t>
            </a:r>
            <a:endParaRPr kumimoji="0" lang="nl-NL" sz="2000" b="0" i="0" u="none" strike="noStrike" kern="0" cap="none" spc="0" normalizeH="0" baseline="0" noProof="0" dirty="0">
              <a:ln>
                <a:noFill/>
              </a:ln>
              <a:solidFill>
                <a:srgbClr val="294171"/>
              </a:solidFill>
              <a:effectLst/>
              <a:uLnTx/>
              <a:uFillTx/>
            </a:endParaRPr>
          </a:p>
        </p:txBody>
      </p:sp>
      <p:sp>
        <p:nvSpPr>
          <p:cNvPr id="7" name="Tekstvak 7">
            <a:extLst>
              <a:ext uri="{FF2B5EF4-FFF2-40B4-BE49-F238E27FC236}">
                <a16:creationId xmlns:a16="http://schemas.microsoft.com/office/drawing/2014/main" id="{ECC44AE1-6CFA-313E-4AB5-83CDEC1A5646}"/>
              </a:ext>
            </a:extLst>
          </p:cNvPr>
          <p:cNvSpPr txBox="1"/>
          <p:nvPr/>
        </p:nvSpPr>
        <p:spPr>
          <a:xfrm>
            <a:off x="2086733" y="3003193"/>
            <a:ext cx="4596930" cy="1015663"/>
          </a:xfrm>
          <a:prstGeom prst="rect">
            <a:avLst/>
          </a:prstGeom>
          <a:noFill/>
        </p:spPr>
        <p:txBody>
          <a:bodyPr wrap="square">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Font typeface="+mj-lt"/>
              <a:buAutoNum type="arabicPeriod"/>
            </a:pPr>
            <a:r>
              <a:rPr lang="en-US" sz="2000" dirty="0">
                <a:latin typeface="Consolas" panose="020B0609020204030204" pitchFamily="49" charset="0"/>
              </a:rPr>
              <a:t>"y" in "Python"</a:t>
            </a:r>
          </a:p>
          <a:p>
            <a:pPr marL="457200" indent="-457200">
              <a:buFont typeface="+mj-lt"/>
              <a:buAutoNum type="arabicPeriod"/>
            </a:pPr>
            <a:r>
              <a:rPr lang="en-US" sz="2000" dirty="0">
                <a:latin typeface="Consolas" panose="020B0609020204030204" pitchFamily="49" charset="0"/>
              </a:rPr>
              <a:t>"x" in "Python"</a:t>
            </a:r>
          </a:p>
          <a:p>
            <a:pPr marL="457200" indent="-457200">
              <a:buFont typeface="+mj-lt"/>
              <a:buAutoNum type="arabicPeriod"/>
            </a:pPr>
            <a:r>
              <a:rPr lang="en-US" sz="2000" dirty="0">
                <a:latin typeface="Consolas" panose="020B0609020204030204" pitchFamily="49" charset="0"/>
              </a:rPr>
              <a:t>"</a:t>
            </a:r>
            <a:r>
              <a:rPr lang="en-US" sz="2000" dirty="0" err="1">
                <a:latin typeface="Consolas" panose="020B0609020204030204" pitchFamily="49" charset="0"/>
              </a:rPr>
              <a:t>th</a:t>
            </a:r>
            <a:r>
              <a:rPr lang="en-US" sz="2000" dirty="0">
                <a:latin typeface="Consolas" panose="020B0609020204030204" pitchFamily="49" charset="0"/>
              </a:rPr>
              <a:t>" in "Python"</a:t>
            </a:r>
            <a:endParaRPr lang="nl-NL" sz="2000" dirty="0">
              <a:latin typeface="Consolas" panose="020B0609020204030204" pitchFamily="49" charset="0"/>
            </a:endParaRPr>
          </a:p>
        </p:txBody>
      </p:sp>
      <p:sp>
        <p:nvSpPr>
          <p:cNvPr id="8" name="TextBox 22">
            <a:extLst>
              <a:ext uri="{FF2B5EF4-FFF2-40B4-BE49-F238E27FC236}">
                <a16:creationId xmlns:a16="http://schemas.microsoft.com/office/drawing/2014/main" id="{F35B4324-8AD3-E8CE-978E-E6C587036708}"/>
              </a:ext>
            </a:extLst>
          </p:cNvPr>
          <p:cNvSpPr txBox="1"/>
          <p:nvPr/>
        </p:nvSpPr>
        <p:spPr bwMode="auto">
          <a:xfrm>
            <a:off x="849981" y="5097443"/>
            <a:ext cx="9907842"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De operator kijkt of wat links van ‘in’ staat voorkomt in de verzameling aan de rechterkant!</a:t>
            </a:r>
            <a:endParaRPr kumimoji="0" lang="nl-NL" sz="2000" b="0" i="0" u="none" strike="noStrike" kern="0" cap="none" spc="0" normalizeH="0" baseline="0" noProof="0" dirty="0">
              <a:ln>
                <a:noFill/>
              </a:ln>
              <a:solidFill>
                <a:srgbClr val="294171"/>
              </a:solidFill>
              <a:effectLst/>
              <a:uLnTx/>
              <a:uFillTx/>
            </a:endParaRPr>
          </a:p>
        </p:txBody>
      </p:sp>
    </p:spTree>
    <p:extLst>
      <p:ext uri="{BB962C8B-B14F-4D97-AF65-F5344CB8AC3E}">
        <p14:creationId xmlns:p14="http://schemas.microsoft.com/office/powerpoint/2010/main" val="3539269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CE69A-A317-5834-4B91-30D5BB0FF205}"/>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DE8C83C6-63F3-4C59-B4E3-1310294D7FFB}"/>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Logische</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operatoren</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(§6.1.4)</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B1991FDE-4046-7EEB-C6D3-7058F0C0557E}"/>
              </a:ext>
            </a:extLst>
          </p:cNvPr>
          <p:cNvSpPr txBox="1"/>
          <p:nvPr/>
        </p:nvSpPr>
        <p:spPr bwMode="auto">
          <a:xfrm>
            <a:off x="709358" y="1466848"/>
            <a:ext cx="11025442" cy="178510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Booleaanse expressies kan je combineren met de logische operatoren </a:t>
            </a:r>
            <a:r>
              <a:rPr kumimoji="0" lang="nl-NL" sz="2000" b="1" i="0" u="none" strike="noStrike" kern="0" cap="none" spc="0" normalizeH="0" baseline="0" noProof="0" dirty="0" err="1">
                <a:ln>
                  <a:noFill/>
                </a:ln>
                <a:solidFill>
                  <a:srgbClr val="294171"/>
                </a:solidFill>
                <a:effectLst/>
                <a:uLnTx/>
                <a:uFillTx/>
              </a:rPr>
              <a:t>and</a:t>
            </a:r>
            <a:r>
              <a:rPr kumimoji="0" lang="nl-NL" sz="2000" b="1" i="0" u="none" strike="noStrike" kern="0" cap="none" spc="0" normalizeH="0" baseline="0" noProof="0" dirty="0">
                <a:ln>
                  <a:noFill/>
                </a:ln>
                <a:solidFill>
                  <a:srgbClr val="294171"/>
                </a:solidFill>
                <a:effectLst/>
                <a:uLnTx/>
                <a:uFillTx/>
              </a:rPr>
              <a:t>,</a:t>
            </a:r>
            <a:r>
              <a:rPr kumimoji="0" lang="nl-NL" sz="2000" b="0" i="0" u="none" strike="noStrike" kern="0" cap="none" spc="0" normalizeH="0" baseline="0" noProof="0" dirty="0">
                <a:ln>
                  <a:noFill/>
                </a:ln>
                <a:solidFill>
                  <a:srgbClr val="294171"/>
                </a:solidFill>
                <a:effectLst/>
                <a:uLnTx/>
                <a:uFillTx/>
              </a:rPr>
              <a:t> </a:t>
            </a:r>
            <a:r>
              <a:rPr kumimoji="0" lang="nl-NL" sz="2000" b="1" i="0" u="none" strike="noStrike" kern="0" cap="none" spc="0" normalizeH="0" baseline="0" noProof="0" dirty="0">
                <a:ln>
                  <a:noFill/>
                </a:ln>
                <a:solidFill>
                  <a:srgbClr val="294171"/>
                </a:solidFill>
                <a:effectLst/>
                <a:uLnTx/>
                <a:uFillTx/>
              </a:rPr>
              <a:t>or</a:t>
            </a:r>
            <a:r>
              <a:rPr kumimoji="0" lang="nl-NL" sz="2000" b="0" i="0" u="none" strike="noStrike" kern="0" cap="none" spc="0" normalizeH="0" baseline="0" noProof="0" dirty="0">
                <a:ln>
                  <a:noFill/>
                </a:ln>
                <a:solidFill>
                  <a:srgbClr val="294171"/>
                </a:solidFill>
                <a:effectLst/>
                <a:uLnTx/>
                <a:uFillTx/>
              </a:rPr>
              <a:t> en </a:t>
            </a:r>
            <a:r>
              <a:rPr kumimoji="0" lang="nl-NL" sz="2000" b="1" i="0" u="none" strike="noStrike" kern="0" cap="none" spc="0" normalizeH="0" baseline="0" noProof="0" dirty="0" err="1">
                <a:ln>
                  <a:noFill/>
                </a:ln>
                <a:solidFill>
                  <a:srgbClr val="294171"/>
                </a:solidFill>
                <a:effectLst/>
                <a:uLnTx/>
                <a:uFillTx/>
              </a:rPr>
              <a:t>not</a:t>
            </a:r>
            <a:endParaRPr kumimoji="0" lang="nl-NL" sz="2000" b="0" i="0" u="none" strike="noStrike" kern="0" cap="none" spc="0" normalizeH="0" baseline="0" noProof="0" dirty="0">
              <a:ln>
                <a:noFill/>
              </a:ln>
              <a:solidFill>
                <a:srgbClr val="294171"/>
              </a:solidFill>
              <a:effectLst/>
              <a:uLnTx/>
              <a:uFillTx/>
            </a:endParaRPr>
          </a:p>
          <a:p>
            <a:pPr marL="800100" lvl="1" indent="-342900" fontAlgn="base">
              <a:spcBef>
                <a:spcPct val="0"/>
              </a:spcBef>
              <a:spcAft>
                <a:spcPct val="0"/>
              </a:spcAft>
              <a:buFont typeface="Arial" panose="020B0604020202020204" pitchFamily="34" charset="0"/>
              <a:buChar char="•"/>
              <a:defRPr/>
            </a:pPr>
            <a:r>
              <a:rPr lang="nl-NL" kern="0" dirty="0" err="1">
                <a:solidFill>
                  <a:srgbClr val="294171"/>
                </a:solidFill>
              </a:rPr>
              <a:t>and</a:t>
            </a:r>
            <a:r>
              <a:rPr lang="nl-NL" kern="0" dirty="0">
                <a:solidFill>
                  <a:srgbClr val="294171"/>
                </a:solidFill>
              </a:rPr>
              <a:t> en or plaats je </a:t>
            </a:r>
            <a:r>
              <a:rPr lang="nl-NL" b="1" kern="0" dirty="0">
                <a:solidFill>
                  <a:srgbClr val="294171"/>
                </a:solidFill>
              </a:rPr>
              <a:t>tussen</a:t>
            </a:r>
            <a:r>
              <a:rPr lang="nl-NL" kern="0" dirty="0">
                <a:solidFill>
                  <a:srgbClr val="294171"/>
                </a:solidFill>
              </a:rPr>
              <a:t> twee booleaanse expressies, </a:t>
            </a:r>
            <a:r>
              <a:rPr lang="nl-NL" kern="0" dirty="0" err="1">
                <a:solidFill>
                  <a:srgbClr val="294171"/>
                </a:solidFill>
              </a:rPr>
              <a:t>not</a:t>
            </a:r>
            <a:r>
              <a:rPr lang="nl-NL" kern="0" dirty="0">
                <a:solidFill>
                  <a:srgbClr val="294171"/>
                </a:solidFill>
              </a:rPr>
              <a:t> plaats je </a:t>
            </a:r>
            <a:r>
              <a:rPr lang="nl-NL" b="1" kern="0" dirty="0">
                <a:solidFill>
                  <a:srgbClr val="294171"/>
                </a:solidFill>
              </a:rPr>
              <a:t>ervoor</a:t>
            </a:r>
          </a:p>
          <a:p>
            <a:pPr marL="800100" lvl="1" indent="-342900" fontAlgn="base">
              <a:spcBef>
                <a:spcPct val="0"/>
              </a:spcBef>
              <a:spcAft>
                <a:spcPct val="0"/>
              </a:spcAft>
              <a:buFont typeface="Arial" panose="020B0604020202020204" pitchFamily="34" charset="0"/>
              <a:buChar char="•"/>
              <a:defRPr/>
            </a:pPr>
            <a:endParaRPr lang="nl-NL"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kern="0" dirty="0" err="1">
                <a:solidFill>
                  <a:srgbClr val="294171"/>
                </a:solidFill>
              </a:rPr>
              <a:t>and</a:t>
            </a:r>
            <a:r>
              <a:rPr lang="nl-NL" kern="0" dirty="0">
                <a:solidFill>
                  <a:srgbClr val="294171"/>
                </a:solidFill>
              </a:rPr>
              <a:t>: het resultaat is True als </a:t>
            </a:r>
            <a:r>
              <a:rPr lang="nl-NL" b="1" kern="0" dirty="0">
                <a:solidFill>
                  <a:srgbClr val="294171"/>
                </a:solidFill>
              </a:rPr>
              <a:t>beide</a:t>
            </a:r>
            <a:r>
              <a:rPr lang="nl-NL" kern="0" dirty="0">
                <a:solidFill>
                  <a:srgbClr val="294171"/>
                </a:solidFill>
              </a:rPr>
              <a:t> expressies True zijn; anders is het resultaat </a:t>
            </a:r>
            <a:r>
              <a:rPr lang="nl-NL" kern="0" dirty="0" err="1">
                <a:solidFill>
                  <a:srgbClr val="294171"/>
                </a:solidFill>
              </a:rPr>
              <a:t>False</a:t>
            </a:r>
            <a:r>
              <a:rPr lang="nl-NL" kern="0" dirty="0">
                <a:solidFill>
                  <a:srgbClr val="294171"/>
                </a:solidFill>
              </a:rPr>
              <a:t>.</a:t>
            </a: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rPr>
              <a:t>or: het resultaat is True als </a:t>
            </a:r>
            <a:r>
              <a:rPr lang="nl-NL" b="1" kern="0" dirty="0">
                <a:solidFill>
                  <a:srgbClr val="294171"/>
                </a:solidFill>
              </a:rPr>
              <a:t>één of beide</a:t>
            </a:r>
            <a:r>
              <a:rPr lang="nl-NL" kern="0" dirty="0">
                <a:solidFill>
                  <a:srgbClr val="294171"/>
                </a:solidFill>
              </a:rPr>
              <a:t> expressies True zijn, anders is het resultaat </a:t>
            </a:r>
            <a:r>
              <a:rPr lang="nl-NL" kern="0" dirty="0" err="1">
                <a:solidFill>
                  <a:srgbClr val="294171"/>
                </a:solidFill>
              </a:rPr>
              <a:t>False</a:t>
            </a:r>
            <a:r>
              <a:rPr lang="nl-NL" kern="0" dirty="0">
                <a:solidFill>
                  <a:srgbClr val="294171"/>
                </a:solidFill>
              </a:rPr>
              <a:t>.</a:t>
            </a:r>
          </a:p>
          <a:p>
            <a:pPr marL="800100" lvl="1" indent="-342900" fontAlgn="base">
              <a:spcBef>
                <a:spcPct val="0"/>
              </a:spcBef>
              <a:spcAft>
                <a:spcPct val="0"/>
              </a:spcAft>
              <a:buFont typeface="Arial" panose="020B0604020202020204" pitchFamily="34" charset="0"/>
              <a:buChar char="•"/>
              <a:defRPr/>
            </a:pPr>
            <a:endParaRPr lang="nl-NL" dirty="0"/>
          </a:p>
        </p:txBody>
      </p:sp>
      <p:sp>
        <p:nvSpPr>
          <p:cNvPr id="8" name="Tekstvak 7">
            <a:extLst>
              <a:ext uri="{FF2B5EF4-FFF2-40B4-BE49-F238E27FC236}">
                <a16:creationId xmlns:a16="http://schemas.microsoft.com/office/drawing/2014/main" id="{E6AED001-8257-C810-A763-A14064C3CDF5}"/>
              </a:ext>
            </a:extLst>
          </p:cNvPr>
          <p:cNvSpPr txBox="1"/>
          <p:nvPr/>
        </p:nvSpPr>
        <p:spPr>
          <a:xfrm>
            <a:off x="6973919" y="3122747"/>
            <a:ext cx="2606961" cy="3477875"/>
          </a:xfrm>
          <a:prstGeom prst="rect">
            <a:avLst/>
          </a:prstGeom>
          <a:noFill/>
        </p:spPr>
        <p:txBody>
          <a:bodyPr wrap="square">
            <a:spAutoFit/>
          </a:bodyPr>
          <a:lstStyle/>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True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False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False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True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True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True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False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False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False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True</a:t>
            </a:r>
          </a:p>
          <a:p>
            <a:pPr lvl="0" fontAlgn="base">
              <a:spcBef>
                <a:spcPct val="0"/>
              </a:spcBef>
              <a:spcAft>
                <a:spcPct val="0"/>
              </a:spcAft>
              <a:defRPr/>
            </a:pPr>
            <a:r>
              <a:rPr lang="en-US" sz="2000" kern="0" dirty="0">
                <a:solidFill>
                  <a:prstClr val="black"/>
                </a:solidFill>
                <a:latin typeface="Consolas" panose="020B0609020204030204" pitchFamily="49" charset="0"/>
                <a:cs typeface="Courier New" panose="02070309020205020404" pitchFamily="49" charset="0"/>
              </a:rPr>
              <a:t>True</a:t>
            </a:r>
          </a:p>
        </p:txBody>
      </p:sp>
      <p:sp>
        <p:nvSpPr>
          <p:cNvPr id="2" name="Tekstvak 1">
            <a:extLst>
              <a:ext uri="{FF2B5EF4-FFF2-40B4-BE49-F238E27FC236}">
                <a16:creationId xmlns:a16="http://schemas.microsoft.com/office/drawing/2014/main" id="{EF8A3534-71B1-B11A-7E13-B3F9EBC42025}"/>
              </a:ext>
            </a:extLst>
          </p:cNvPr>
          <p:cNvSpPr txBox="1"/>
          <p:nvPr/>
        </p:nvSpPr>
        <p:spPr>
          <a:xfrm>
            <a:off x="1488910" y="3122747"/>
            <a:ext cx="4596930" cy="3477875"/>
          </a:xfrm>
          <a:prstGeom prst="rect">
            <a:avLst/>
          </a:prstGeom>
          <a:noFill/>
        </p:spPr>
        <p:txBody>
          <a:bodyPr wrap="square">
            <a:spAutoFit/>
          </a:bodyPr>
          <a:lstStyle/>
          <a:p>
            <a:pPr marL="457200" indent="-457200">
              <a:buFont typeface="+mj-lt"/>
              <a:buAutoNum type="arabicPeriod"/>
            </a:pPr>
            <a:r>
              <a:rPr lang="nl-NL" sz="2000" dirty="0">
                <a:latin typeface="Consolas" panose="020B0609020204030204" pitchFamily="49" charset="0"/>
              </a:rPr>
              <a:t> </a:t>
            </a:r>
            <a:r>
              <a:rPr lang="en-US" sz="2000" kern="0" dirty="0">
                <a:solidFill>
                  <a:prstClr val="black"/>
                </a:solidFill>
                <a:latin typeface="Consolas" panose="020B0609020204030204" pitchFamily="49" charset="0"/>
                <a:cs typeface="Courier New" panose="02070309020205020404" pitchFamily="49" charset="0"/>
              </a:rPr>
              <a:t>2&lt;3 and 3&lt;4</a:t>
            </a:r>
            <a:endParaRPr lang="nl-NL" sz="2000" dirty="0">
              <a:latin typeface="Consolas" panose="020B0609020204030204" pitchFamily="49" charset="0"/>
            </a:endParaRPr>
          </a:p>
          <a:p>
            <a:pPr marL="457200" indent="-457200">
              <a:buFont typeface="+mj-lt"/>
              <a:buAutoNum type="arabicPeriod"/>
            </a:pPr>
            <a:r>
              <a:rPr lang="nl-NL" sz="2000" dirty="0">
                <a:latin typeface="Consolas" panose="020B0609020204030204" pitchFamily="49" charset="0"/>
              </a:rPr>
              <a:t> </a:t>
            </a:r>
            <a:r>
              <a:rPr lang="en-US" sz="2000" kern="0" dirty="0">
                <a:solidFill>
                  <a:prstClr val="black"/>
                </a:solidFill>
                <a:latin typeface="Consolas" panose="020B0609020204030204" pitchFamily="49" charset="0"/>
                <a:cs typeface="Courier New" panose="02070309020205020404" pitchFamily="49" charset="0"/>
              </a:rPr>
              <a:t>4==5 and 3&lt;4</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False and True</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True and True</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4==5 or 3&lt;4</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False or True</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False or False</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not(3&lt;4)</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not(True)</a:t>
            </a: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a:t>
            </a:r>
            <a:r>
              <a:rPr lang="en-US" sz="2000" dirty="0">
                <a:latin typeface="Consolas" panose="020B0609020204030204" pitchFamily="49" charset="0"/>
              </a:rPr>
              <a:t>"x" </a:t>
            </a:r>
            <a:r>
              <a:rPr lang="en-US" sz="2000" kern="0" dirty="0">
                <a:solidFill>
                  <a:prstClr val="black"/>
                </a:solidFill>
                <a:latin typeface="Consolas" panose="020B0609020204030204" pitchFamily="49" charset="0"/>
                <a:cs typeface="Courier New" panose="02070309020205020404" pitchFamily="49" charset="0"/>
              </a:rPr>
              <a:t>not in </a:t>
            </a:r>
            <a:r>
              <a:rPr lang="en-US" sz="2000" dirty="0">
                <a:latin typeface="Consolas" panose="020B0609020204030204" pitchFamily="49" charset="0"/>
              </a:rPr>
              <a:t>"Python"</a:t>
            </a:r>
            <a:endParaRPr lang="en-US" sz="2000" kern="0" dirty="0">
              <a:solidFill>
                <a:prstClr val="black"/>
              </a:solidFill>
              <a:latin typeface="Consolas" panose="020B0609020204030204" pitchFamily="49" charset="0"/>
              <a:cs typeface="Courier New" panose="02070309020205020404" pitchFamily="49" charset="0"/>
            </a:endParaRPr>
          </a:p>
          <a:p>
            <a:pPr marL="457200" indent="-457200">
              <a:buFont typeface="+mj-lt"/>
              <a:buAutoNum type="arabicPeriod"/>
            </a:pPr>
            <a:r>
              <a:rPr lang="en-US" sz="2000" kern="0" dirty="0">
                <a:solidFill>
                  <a:prstClr val="black"/>
                </a:solidFill>
                <a:latin typeface="Consolas" panose="020B0609020204030204" pitchFamily="49" charset="0"/>
                <a:cs typeface="Courier New" panose="02070309020205020404" pitchFamily="49" charset="0"/>
              </a:rPr>
              <a:t> 4+1==5 or 4-1&lt;4</a:t>
            </a:r>
            <a:endParaRPr lang="nl-NL" sz="2000" dirty="0">
              <a:latin typeface="Consolas" panose="020B0609020204030204" pitchFamily="49" charset="0"/>
            </a:endParaRPr>
          </a:p>
        </p:txBody>
      </p:sp>
    </p:spTree>
    <p:extLst>
      <p:ext uri="{BB962C8B-B14F-4D97-AF65-F5344CB8AC3E}">
        <p14:creationId xmlns:p14="http://schemas.microsoft.com/office/powerpoint/2010/main" val="385806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500"/>
                                        <p:tgtEl>
                                          <p:spTgt spid="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fade">
                                      <p:cBhvr>
                                        <p:cTn id="52" dur="500"/>
                                        <p:tgtEl>
                                          <p:spTgt spid="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10" end="10"/>
                                            </p:txEl>
                                          </p:spTgt>
                                        </p:tgtEl>
                                        <p:attrNameLst>
                                          <p:attrName>style.visibility</p:attrName>
                                        </p:attrNameLst>
                                      </p:cBhvr>
                                      <p:to>
                                        <p:strVal val="visible"/>
                                      </p:to>
                                    </p:set>
                                    <p:animEffect transition="in" filter="fade">
                                      <p:cBhvr>
                                        <p:cTn id="57"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2A7AAC5-772E-41CE-B954-D2E04DFF1D44}"/>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Even</a:t>
            </a:r>
            <a:r>
              <a:rPr kumimoji="0" lang="en-US" sz="3600" b="1" i="0" u="none" strike="noStrike" kern="0" cap="none" spc="0" normalizeH="0" noProof="0" dirty="0">
                <a:ln>
                  <a:noFill/>
                </a:ln>
                <a:solidFill>
                  <a:prstClr val="black"/>
                </a:solidFill>
                <a:effectLst/>
                <a:uLnTx/>
                <a:uFillTx/>
              </a:rPr>
              <a:t> </a:t>
            </a:r>
            <a:r>
              <a:rPr kumimoji="0" lang="en-US" sz="3600" b="1" i="0" u="none" strike="noStrike" kern="0" cap="none" spc="0" normalizeH="0" noProof="0" dirty="0" err="1">
                <a:ln>
                  <a:noFill/>
                </a:ln>
                <a:solidFill>
                  <a:prstClr val="black"/>
                </a:solidFill>
                <a:effectLst/>
                <a:uLnTx/>
                <a:uFillTx/>
              </a:rPr>
              <a:t>terug</a:t>
            </a:r>
            <a:r>
              <a:rPr kumimoji="0" lang="en-US" sz="3600" b="1" i="0" u="none" strike="noStrike" kern="0" cap="none" spc="0" normalizeH="0" noProof="0" dirty="0">
                <a:ln>
                  <a:noFill/>
                </a:ln>
                <a:solidFill>
                  <a:prstClr val="black"/>
                </a:solidFill>
                <a:effectLst/>
                <a:uLnTx/>
                <a:uFillTx/>
              </a:rPr>
              <a:t> </a:t>
            </a:r>
            <a:r>
              <a:rPr kumimoji="0" lang="en-US" sz="3600" b="1" i="0" u="none" strike="noStrike" kern="0" cap="none" spc="0" normalizeH="0" noProof="0" dirty="0" err="1">
                <a:ln>
                  <a:noFill/>
                </a:ln>
                <a:solidFill>
                  <a:prstClr val="black"/>
                </a:solidFill>
                <a:effectLst/>
                <a:uLnTx/>
                <a:uFillTx/>
              </a:rPr>
              <a:t>naar</a:t>
            </a:r>
            <a:r>
              <a:rPr kumimoji="0" lang="en-US" sz="3600" b="1" i="0" u="none" strike="noStrike" kern="0" cap="none" spc="0" normalizeH="0" noProof="0" dirty="0">
                <a:ln>
                  <a:noFill/>
                </a:ln>
                <a:solidFill>
                  <a:prstClr val="black"/>
                </a:solidFill>
                <a:effectLst/>
                <a:uLnTx/>
                <a:uFillTx/>
              </a:rPr>
              <a:t> </a:t>
            </a:r>
            <a:r>
              <a:rPr lang="en-US" sz="3600" b="1" kern="0" dirty="0">
                <a:solidFill>
                  <a:prstClr val="black"/>
                </a:solidFill>
              </a:rPr>
              <a:t>strings: indices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(§10.4.1)</a:t>
            </a:r>
            <a:endParaRPr kumimoji="0" lang="en-US" sz="2000" b="0" i="0" u="none" strike="noStrike" kern="0" cap="none" spc="0" normalizeH="0" baseline="0" noProof="0" dirty="0">
              <a:ln>
                <a:noFill/>
              </a:ln>
              <a:solidFill>
                <a:prstClr val="black"/>
              </a:solidFill>
              <a:effectLst/>
              <a:uLnTx/>
              <a:uFillTx/>
            </a:endParaRPr>
          </a:p>
        </p:txBody>
      </p:sp>
      <p:sp>
        <p:nvSpPr>
          <p:cNvPr id="3" name="TextBox 22">
            <a:extLst>
              <a:ext uri="{FF2B5EF4-FFF2-40B4-BE49-F238E27FC236}">
                <a16:creationId xmlns:a16="http://schemas.microsoft.com/office/drawing/2014/main" id="{4A72E3F8-66D5-B840-C54E-80895AE1A8B7}"/>
              </a:ext>
            </a:extLst>
          </p:cNvPr>
          <p:cNvSpPr txBox="1"/>
          <p:nvPr/>
        </p:nvSpPr>
        <p:spPr bwMode="auto">
          <a:xfrm>
            <a:off x="709356" y="1475611"/>
            <a:ext cx="7916484"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Een string kan je beschouwen als een verzameling/reeks karakters</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Elk karakter heeft z’n eigen positie/index, zowel positief als negatief:</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p:txBody>
      </p:sp>
      <p:sp>
        <p:nvSpPr>
          <p:cNvPr id="4" name="Tekstvak 3">
            <a:extLst>
              <a:ext uri="{FF2B5EF4-FFF2-40B4-BE49-F238E27FC236}">
                <a16:creationId xmlns:a16="http://schemas.microsoft.com/office/drawing/2014/main" id="{FE731E11-6C5F-DB18-7F19-2C8DC459B599}"/>
              </a:ext>
            </a:extLst>
          </p:cNvPr>
          <p:cNvSpPr txBox="1"/>
          <p:nvPr/>
        </p:nvSpPr>
        <p:spPr>
          <a:xfrm>
            <a:off x="2984998" y="3164840"/>
            <a:ext cx="6009171" cy="892552"/>
          </a:xfrm>
          <a:prstGeom prst="rect">
            <a:avLst/>
          </a:prstGeom>
          <a:noFill/>
        </p:spPr>
        <p:txBody>
          <a:bodyPr wrap="square">
            <a:spAutoFit/>
          </a:bodyPr>
          <a:lstStyle/>
          <a:p>
            <a:r>
              <a:rPr lang="en-US" sz="3200" kern="0" spc="200" dirty="0">
                <a:solidFill>
                  <a:prstClr val="black"/>
                </a:solidFill>
                <a:latin typeface="Consolas" panose="020B0609020204030204" pitchFamily="49" charset="0"/>
                <a:cs typeface="Courier New" panose="02070309020205020404" pitchFamily="49" charset="0"/>
              </a:rPr>
              <a:t>taal = "Python"</a:t>
            </a:r>
          </a:p>
          <a:p>
            <a:endParaRPr lang="en-US" sz="2000" kern="0" dirty="0">
              <a:solidFill>
                <a:prstClr val="black"/>
              </a:solidFill>
              <a:latin typeface="Consolas" panose="020B0609020204030204" pitchFamily="49" charset="0"/>
              <a:cs typeface="Courier New" panose="02070309020205020404" pitchFamily="49" charset="0"/>
            </a:endParaRPr>
          </a:p>
        </p:txBody>
      </p:sp>
      <p:sp>
        <p:nvSpPr>
          <p:cNvPr id="6" name="Tekstvak 5">
            <a:extLst>
              <a:ext uri="{FF2B5EF4-FFF2-40B4-BE49-F238E27FC236}">
                <a16:creationId xmlns:a16="http://schemas.microsoft.com/office/drawing/2014/main" id="{F21922AB-C74B-6AC8-D7E8-2FACD712A41C}"/>
              </a:ext>
            </a:extLst>
          </p:cNvPr>
          <p:cNvSpPr txBox="1"/>
          <p:nvPr/>
        </p:nvSpPr>
        <p:spPr>
          <a:xfrm>
            <a:off x="5033359" y="2824430"/>
            <a:ext cx="213360" cy="369332"/>
          </a:xfrm>
          <a:prstGeom prst="rect">
            <a:avLst/>
          </a:prstGeom>
          <a:noFill/>
        </p:spPr>
        <p:txBody>
          <a:bodyPr wrap="square" rtlCol="0">
            <a:spAutoFit/>
          </a:bodyPr>
          <a:lstStyle/>
          <a:p>
            <a:r>
              <a:rPr lang="nl-NL" dirty="0"/>
              <a:t>0</a:t>
            </a:r>
          </a:p>
        </p:txBody>
      </p:sp>
      <p:sp>
        <p:nvSpPr>
          <p:cNvPr id="7" name="Tekstvak 6">
            <a:extLst>
              <a:ext uri="{FF2B5EF4-FFF2-40B4-BE49-F238E27FC236}">
                <a16:creationId xmlns:a16="http://schemas.microsoft.com/office/drawing/2014/main" id="{721A676F-090B-2B2E-A249-42FC05834716}"/>
              </a:ext>
            </a:extLst>
          </p:cNvPr>
          <p:cNvSpPr txBox="1"/>
          <p:nvPr/>
        </p:nvSpPr>
        <p:spPr>
          <a:xfrm>
            <a:off x="5277199" y="2824430"/>
            <a:ext cx="213360" cy="369332"/>
          </a:xfrm>
          <a:prstGeom prst="rect">
            <a:avLst/>
          </a:prstGeom>
          <a:noFill/>
        </p:spPr>
        <p:txBody>
          <a:bodyPr wrap="square" rtlCol="0">
            <a:spAutoFit/>
          </a:bodyPr>
          <a:lstStyle/>
          <a:p>
            <a:r>
              <a:rPr lang="nl-NL" dirty="0"/>
              <a:t>1</a:t>
            </a:r>
          </a:p>
        </p:txBody>
      </p:sp>
      <p:sp>
        <p:nvSpPr>
          <p:cNvPr id="8" name="Tekstvak 7">
            <a:extLst>
              <a:ext uri="{FF2B5EF4-FFF2-40B4-BE49-F238E27FC236}">
                <a16:creationId xmlns:a16="http://schemas.microsoft.com/office/drawing/2014/main" id="{82760970-2469-17BA-6FAA-E8736F15A83F}"/>
              </a:ext>
            </a:extLst>
          </p:cNvPr>
          <p:cNvSpPr txBox="1"/>
          <p:nvPr/>
        </p:nvSpPr>
        <p:spPr>
          <a:xfrm>
            <a:off x="5521039" y="2824430"/>
            <a:ext cx="213360" cy="369332"/>
          </a:xfrm>
          <a:prstGeom prst="rect">
            <a:avLst/>
          </a:prstGeom>
          <a:noFill/>
        </p:spPr>
        <p:txBody>
          <a:bodyPr wrap="square" rtlCol="0">
            <a:spAutoFit/>
          </a:bodyPr>
          <a:lstStyle/>
          <a:p>
            <a:r>
              <a:rPr lang="nl-NL" dirty="0"/>
              <a:t>2</a:t>
            </a:r>
          </a:p>
        </p:txBody>
      </p:sp>
      <p:sp>
        <p:nvSpPr>
          <p:cNvPr id="9" name="Tekstvak 8">
            <a:extLst>
              <a:ext uri="{FF2B5EF4-FFF2-40B4-BE49-F238E27FC236}">
                <a16:creationId xmlns:a16="http://schemas.microsoft.com/office/drawing/2014/main" id="{F566CF28-612D-BCAD-A4F1-B95BABDA710F}"/>
              </a:ext>
            </a:extLst>
          </p:cNvPr>
          <p:cNvSpPr txBox="1"/>
          <p:nvPr/>
        </p:nvSpPr>
        <p:spPr>
          <a:xfrm>
            <a:off x="5775039" y="2824430"/>
            <a:ext cx="213360" cy="369332"/>
          </a:xfrm>
          <a:prstGeom prst="rect">
            <a:avLst/>
          </a:prstGeom>
          <a:noFill/>
        </p:spPr>
        <p:txBody>
          <a:bodyPr wrap="square" rtlCol="0">
            <a:spAutoFit/>
          </a:bodyPr>
          <a:lstStyle/>
          <a:p>
            <a:r>
              <a:rPr lang="nl-NL" dirty="0"/>
              <a:t>3</a:t>
            </a:r>
          </a:p>
        </p:txBody>
      </p:sp>
      <p:sp>
        <p:nvSpPr>
          <p:cNvPr id="10" name="Tekstvak 9">
            <a:extLst>
              <a:ext uri="{FF2B5EF4-FFF2-40B4-BE49-F238E27FC236}">
                <a16:creationId xmlns:a16="http://schemas.microsoft.com/office/drawing/2014/main" id="{C8075D32-1F36-5165-6F9E-BDCCA745B547}"/>
              </a:ext>
            </a:extLst>
          </p:cNvPr>
          <p:cNvSpPr txBox="1"/>
          <p:nvPr/>
        </p:nvSpPr>
        <p:spPr>
          <a:xfrm>
            <a:off x="6018879" y="2824430"/>
            <a:ext cx="213360" cy="369332"/>
          </a:xfrm>
          <a:prstGeom prst="rect">
            <a:avLst/>
          </a:prstGeom>
          <a:noFill/>
        </p:spPr>
        <p:txBody>
          <a:bodyPr wrap="square" rtlCol="0">
            <a:spAutoFit/>
          </a:bodyPr>
          <a:lstStyle/>
          <a:p>
            <a:r>
              <a:rPr lang="nl-NL" dirty="0"/>
              <a:t>4</a:t>
            </a:r>
          </a:p>
        </p:txBody>
      </p:sp>
      <p:sp>
        <p:nvSpPr>
          <p:cNvPr id="20" name="Tekstvak 19">
            <a:extLst>
              <a:ext uri="{FF2B5EF4-FFF2-40B4-BE49-F238E27FC236}">
                <a16:creationId xmlns:a16="http://schemas.microsoft.com/office/drawing/2014/main" id="{43263A18-1869-A860-FFCA-E824A7C647F1}"/>
              </a:ext>
            </a:extLst>
          </p:cNvPr>
          <p:cNvSpPr txBox="1"/>
          <p:nvPr/>
        </p:nvSpPr>
        <p:spPr>
          <a:xfrm>
            <a:off x="6283099" y="2824430"/>
            <a:ext cx="213360" cy="369332"/>
          </a:xfrm>
          <a:prstGeom prst="rect">
            <a:avLst/>
          </a:prstGeom>
          <a:noFill/>
        </p:spPr>
        <p:txBody>
          <a:bodyPr wrap="square" rtlCol="0">
            <a:spAutoFit/>
          </a:bodyPr>
          <a:lstStyle/>
          <a:p>
            <a:r>
              <a:rPr lang="nl-NL" dirty="0"/>
              <a:t>5</a:t>
            </a:r>
          </a:p>
        </p:txBody>
      </p:sp>
      <p:sp>
        <p:nvSpPr>
          <p:cNvPr id="32" name="Tekstvak 31">
            <a:extLst>
              <a:ext uri="{FF2B5EF4-FFF2-40B4-BE49-F238E27FC236}">
                <a16:creationId xmlns:a16="http://schemas.microsoft.com/office/drawing/2014/main" id="{8E747318-A30E-D85A-CDCC-D831A74C5130}"/>
              </a:ext>
            </a:extLst>
          </p:cNvPr>
          <p:cNvSpPr txBox="1"/>
          <p:nvPr/>
        </p:nvSpPr>
        <p:spPr>
          <a:xfrm>
            <a:off x="6232239" y="3761933"/>
            <a:ext cx="378623" cy="369332"/>
          </a:xfrm>
          <a:prstGeom prst="rect">
            <a:avLst/>
          </a:prstGeom>
          <a:noFill/>
        </p:spPr>
        <p:txBody>
          <a:bodyPr wrap="square" rtlCol="0">
            <a:spAutoFit/>
          </a:bodyPr>
          <a:lstStyle/>
          <a:p>
            <a:r>
              <a:rPr lang="nl-NL" dirty="0"/>
              <a:t>-1</a:t>
            </a:r>
          </a:p>
        </p:txBody>
      </p:sp>
      <p:sp>
        <p:nvSpPr>
          <p:cNvPr id="33" name="Tekstvak 32">
            <a:extLst>
              <a:ext uri="{FF2B5EF4-FFF2-40B4-BE49-F238E27FC236}">
                <a16:creationId xmlns:a16="http://schemas.microsoft.com/office/drawing/2014/main" id="{02B010C4-91E7-84EA-76F9-D8DDE16C9EFF}"/>
              </a:ext>
            </a:extLst>
          </p:cNvPr>
          <p:cNvSpPr txBox="1"/>
          <p:nvPr/>
        </p:nvSpPr>
        <p:spPr>
          <a:xfrm>
            <a:off x="5988399" y="3761933"/>
            <a:ext cx="378623" cy="369332"/>
          </a:xfrm>
          <a:prstGeom prst="rect">
            <a:avLst/>
          </a:prstGeom>
          <a:noFill/>
        </p:spPr>
        <p:txBody>
          <a:bodyPr wrap="square" rtlCol="0">
            <a:spAutoFit/>
          </a:bodyPr>
          <a:lstStyle/>
          <a:p>
            <a:r>
              <a:rPr lang="nl-NL" dirty="0"/>
              <a:t>-2</a:t>
            </a:r>
          </a:p>
        </p:txBody>
      </p:sp>
      <p:sp>
        <p:nvSpPr>
          <p:cNvPr id="34" name="Tekstvak 33">
            <a:extLst>
              <a:ext uri="{FF2B5EF4-FFF2-40B4-BE49-F238E27FC236}">
                <a16:creationId xmlns:a16="http://schemas.microsoft.com/office/drawing/2014/main" id="{BEE5AA3D-3282-4873-36EA-B9E0BE15F2D9}"/>
              </a:ext>
            </a:extLst>
          </p:cNvPr>
          <p:cNvSpPr txBox="1"/>
          <p:nvPr/>
        </p:nvSpPr>
        <p:spPr>
          <a:xfrm>
            <a:off x="5712727" y="3761933"/>
            <a:ext cx="378623" cy="369332"/>
          </a:xfrm>
          <a:prstGeom prst="rect">
            <a:avLst/>
          </a:prstGeom>
          <a:noFill/>
        </p:spPr>
        <p:txBody>
          <a:bodyPr wrap="square" rtlCol="0">
            <a:spAutoFit/>
          </a:bodyPr>
          <a:lstStyle/>
          <a:p>
            <a:r>
              <a:rPr lang="nl-NL" dirty="0"/>
              <a:t>-3</a:t>
            </a:r>
          </a:p>
        </p:txBody>
      </p:sp>
      <p:sp>
        <p:nvSpPr>
          <p:cNvPr id="35" name="Tekstvak 34">
            <a:extLst>
              <a:ext uri="{FF2B5EF4-FFF2-40B4-BE49-F238E27FC236}">
                <a16:creationId xmlns:a16="http://schemas.microsoft.com/office/drawing/2014/main" id="{59F14021-F094-5F1F-0110-8E9B5A78835F}"/>
              </a:ext>
            </a:extLst>
          </p:cNvPr>
          <p:cNvSpPr txBox="1"/>
          <p:nvPr/>
        </p:nvSpPr>
        <p:spPr>
          <a:xfrm>
            <a:off x="5480399" y="3761933"/>
            <a:ext cx="378623" cy="369332"/>
          </a:xfrm>
          <a:prstGeom prst="rect">
            <a:avLst/>
          </a:prstGeom>
          <a:noFill/>
        </p:spPr>
        <p:txBody>
          <a:bodyPr wrap="square" rtlCol="0">
            <a:spAutoFit/>
          </a:bodyPr>
          <a:lstStyle/>
          <a:p>
            <a:r>
              <a:rPr lang="nl-NL" dirty="0"/>
              <a:t>-4</a:t>
            </a:r>
          </a:p>
        </p:txBody>
      </p:sp>
      <p:sp>
        <p:nvSpPr>
          <p:cNvPr id="36" name="Tekstvak 35">
            <a:extLst>
              <a:ext uri="{FF2B5EF4-FFF2-40B4-BE49-F238E27FC236}">
                <a16:creationId xmlns:a16="http://schemas.microsoft.com/office/drawing/2014/main" id="{D6BD6E9F-11DC-3580-7A99-5912946E407E}"/>
              </a:ext>
            </a:extLst>
          </p:cNvPr>
          <p:cNvSpPr txBox="1"/>
          <p:nvPr/>
        </p:nvSpPr>
        <p:spPr>
          <a:xfrm>
            <a:off x="5204727" y="3761933"/>
            <a:ext cx="378623" cy="369332"/>
          </a:xfrm>
          <a:prstGeom prst="rect">
            <a:avLst/>
          </a:prstGeom>
          <a:noFill/>
        </p:spPr>
        <p:txBody>
          <a:bodyPr wrap="square" rtlCol="0">
            <a:spAutoFit/>
          </a:bodyPr>
          <a:lstStyle/>
          <a:p>
            <a:r>
              <a:rPr lang="nl-NL" dirty="0"/>
              <a:t>-5</a:t>
            </a:r>
          </a:p>
        </p:txBody>
      </p:sp>
      <p:sp>
        <p:nvSpPr>
          <p:cNvPr id="37" name="Tekstvak 36">
            <a:extLst>
              <a:ext uri="{FF2B5EF4-FFF2-40B4-BE49-F238E27FC236}">
                <a16:creationId xmlns:a16="http://schemas.microsoft.com/office/drawing/2014/main" id="{678EB853-F3C3-4557-D463-4A8AF80256E4}"/>
              </a:ext>
            </a:extLst>
          </p:cNvPr>
          <p:cNvSpPr txBox="1"/>
          <p:nvPr/>
        </p:nvSpPr>
        <p:spPr>
          <a:xfrm>
            <a:off x="4950727" y="3761933"/>
            <a:ext cx="378623" cy="369332"/>
          </a:xfrm>
          <a:prstGeom prst="rect">
            <a:avLst/>
          </a:prstGeom>
          <a:noFill/>
        </p:spPr>
        <p:txBody>
          <a:bodyPr wrap="square" rtlCol="0">
            <a:spAutoFit/>
          </a:bodyPr>
          <a:lstStyle/>
          <a:p>
            <a:r>
              <a:rPr lang="nl-NL" dirty="0"/>
              <a:t>-6</a:t>
            </a:r>
          </a:p>
        </p:txBody>
      </p:sp>
      <p:sp>
        <p:nvSpPr>
          <p:cNvPr id="38" name="Tekstvak 37">
            <a:extLst>
              <a:ext uri="{FF2B5EF4-FFF2-40B4-BE49-F238E27FC236}">
                <a16:creationId xmlns:a16="http://schemas.microsoft.com/office/drawing/2014/main" id="{823CDBB5-E84B-CE61-19B2-825851ECA9C2}"/>
              </a:ext>
            </a:extLst>
          </p:cNvPr>
          <p:cNvSpPr txBox="1"/>
          <p:nvPr/>
        </p:nvSpPr>
        <p:spPr>
          <a:xfrm>
            <a:off x="7111561" y="4620951"/>
            <a:ext cx="3383719" cy="1323439"/>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taal = "Python"</a:t>
            </a:r>
          </a:p>
          <a:p>
            <a:r>
              <a:rPr lang="nl-NL" sz="2000" kern="0" dirty="0">
                <a:solidFill>
                  <a:prstClr val="black"/>
                </a:solidFill>
                <a:latin typeface="Consolas" panose="020B0609020204030204" pitchFamily="49" charset="0"/>
                <a:cs typeface="Courier New" panose="02070309020205020404" pitchFamily="49" charset="0"/>
              </a:rPr>
              <a:t>print( taal[0] )</a:t>
            </a:r>
          </a:p>
          <a:p>
            <a:r>
              <a:rPr lang="nl-NL" sz="2000" kern="0" dirty="0">
                <a:solidFill>
                  <a:prstClr val="black"/>
                </a:solidFill>
                <a:latin typeface="Consolas" panose="020B0609020204030204" pitchFamily="49" charset="0"/>
                <a:cs typeface="Courier New" panose="02070309020205020404" pitchFamily="49" charset="0"/>
              </a:rPr>
              <a:t>print( taal[-4] )</a:t>
            </a:r>
          </a:p>
          <a:p>
            <a:r>
              <a:rPr lang="nl-NL" sz="2000" kern="0" dirty="0">
                <a:solidFill>
                  <a:prstClr val="black"/>
                </a:solidFill>
                <a:latin typeface="Consolas" panose="020B0609020204030204" pitchFamily="49" charset="0"/>
                <a:cs typeface="Courier New" panose="02070309020205020404" pitchFamily="49" charset="0"/>
              </a:rPr>
              <a:t>print( taal[5] )</a:t>
            </a:r>
          </a:p>
        </p:txBody>
      </p:sp>
      <p:grpSp>
        <p:nvGrpSpPr>
          <p:cNvPr id="39" name="Groep 38">
            <a:extLst>
              <a:ext uri="{FF2B5EF4-FFF2-40B4-BE49-F238E27FC236}">
                <a16:creationId xmlns:a16="http://schemas.microsoft.com/office/drawing/2014/main" id="{E30C63BB-18E0-B547-8A95-6A9F0EBB012E}"/>
              </a:ext>
            </a:extLst>
          </p:cNvPr>
          <p:cNvGrpSpPr/>
          <p:nvPr/>
        </p:nvGrpSpPr>
        <p:grpSpPr>
          <a:xfrm>
            <a:off x="10261825" y="5255113"/>
            <a:ext cx="1220819" cy="1166296"/>
            <a:chOff x="6222079" y="5499300"/>
            <a:chExt cx="1193142" cy="1431985"/>
          </a:xfrm>
        </p:grpSpPr>
        <p:sp>
          <p:nvSpPr>
            <p:cNvPr id="40" name="Tekstvak 39">
              <a:extLst>
                <a:ext uri="{FF2B5EF4-FFF2-40B4-BE49-F238E27FC236}">
                  <a16:creationId xmlns:a16="http://schemas.microsoft.com/office/drawing/2014/main" id="{1386A57D-DFD8-37BF-F73B-077695F689A2}"/>
                </a:ext>
              </a:extLst>
            </p:cNvPr>
            <p:cNvSpPr txBox="1"/>
            <p:nvPr/>
          </p:nvSpPr>
          <p:spPr>
            <a:xfrm>
              <a:off x="6222079" y="5643187"/>
              <a:ext cx="1193142" cy="1288098"/>
            </a:xfrm>
            <a:prstGeom prst="rect">
              <a:avLst/>
            </a:prstGeom>
            <a:solidFill>
              <a:schemeClr val="bg1"/>
            </a:solidFill>
            <a:ln>
              <a:solidFill>
                <a:schemeClr val="accent1"/>
              </a:solidFill>
            </a:ln>
          </p:spPr>
          <p:txBody>
            <a:bodyPr wrap="square" lIns="108000" tIns="144000" rIns="108000" bIns="72000">
              <a:spAutoFit/>
            </a:bodyPr>
            <a:lstStyle/>
            <a:p>
              <a:r>
                <a:rPr lang="nl-NL" kern="0" dirty="0">
                  <a:solidFill>
                    <a:prstClr val="black"/>
                  </a:solidFill>
                  <a:cs typeface="Courier New" panose="02070309020205020404" pitchFamily="49" charset="0"/>
                </a:rPr>
                <a:t>P</a:t>
              </a:r>
            </a:p>
            <a:p>
              <a:r>
                <a:rPr lang="nl-NL" kern="0" dirty="0">
                  <a:solidFill>
                    <a:prstClr val="black"/>
                  </a:solidFill>
                  <a:cs typeface="Courier New" panose="02070309020205020404" pitchFamily="49" charset="0"/>
                </a:rPr>
                <a:t>t</a:t>
              </a:r>
            </a:p>
            <a:p>
              <a:r>
                <a:rPr lang="nl-NL" kern="0" dirty="0">
                  <a:solidFill>
                    <a:prstClr val="black"/>
                  </a:solidFill>
                  <a:cs typeface="Courier New" panose="02070309020205020404" pitchFamily="49" charset="0"/>
                </a:rPr>
                <a:t>n</a:t>
              </a:r>
            </a:p>
          </p:txBody>
        </p:sp>
        <p:sp>
          <p:nvSpPr>
            <p:cNvPr id="41" name="Tekstvak 40">
              <a:extLst>
                <a:ext uri="{FF2B5EF4-FFF2-40B4-BE49-F238E27FC236}">
                  <a16:creationId xmlns:a16="http://schemas.microsoft.com/office/drawing/2014/main" id="{A8CB9138-DCBF-CB76-906C-AA53776E14CB}"/>
                </a:ext>
              </a:extLst>
            </p:cNvPr>
            <p:cNvSpPr txBox="1"/>
            <p:nvPr/>
          </p:nvSpPr>
          <p:spPr>
            <a:xfrm>
              <a:off x="6401396" y="5499300"/>
              <a:ext cx="584791" cy="264523"/>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42" name="TextBox 22">
            <a:extLst>
              <a:ext uri="{FF2B5EF4-FFF2-40B4-BE49-F238E27FC236}">
                <a16:creationId xmlns:a16="http://schemas.microsoft.com/office/drawing/2014/main" id="{336CC01A-9715-DF30-4688-36499FD2BF79}"/>
              </a:ext>
            </a:extLst>
          </p:cNvPr>
          <p:cNvSpPr txBox="1"/>
          <p:nvPr/>
        </p:nvSpPr>
        <p:spPr bwMode="auto">
          <a:xfrm>
            <a:off x="709356" y="4803830"/>
            <a:ext cx="7916484" cy="132343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Met die index kan je een specifieke letter opvragen: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Let op: een string is niet </a:t>
            </a:r>
            <a:r>
              <a:rPr lang="nl-NL" sz="2000" kern="0" dirty="0" err="1">
                <a:solidFill>
                  <a:srgbClr val="294171"/>
                </a:solidFill>
              </a:rPr>
              <a:t>wijzigbaar</a:t>
            </a:r>
            <a:r>
              <a:rPr lang="nl-NL" sz="2000" kern="0" dirty="0">
                <a:solidFill>
                  <a:srgbClr val="294171"/>
                </a:solidFill>
              </a:rPr>
              <a:t> (</a:t>
            </a:r>
            <a:r>
              <a:rPr lang="nl-NL" sz="2000" kern="0" dirty="0" err="1">
                <a:solidFill>
                  <a:srgbClr val="294171"/>
                </a:solidFill>
              </a:rPr>
              <a:t>immutable</a:t>
            </a:r>
            <a:r>
              <a:rPr lang="nl-NL" sz="2000" kern="0" dirty="0">
                <a:solidFill>
                  <a:srgbClr val="294171"/>
                </a:solidFill>
              </a:rPr>
              <a:t>)!</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Dit kan dus niet: </a:t>
            </a:r>
            <a:r>
              <a:rPr lang="nl-NL" strike="sngStrike" kern="0" dirty="0">
                <a:solidFill>
                  <a:srgbClr val="294171"/>
                </a:solidFill>
                <a:latin typeface="Consolas" panose="020B0609020204030204" pitchFamily="49" charset="0"/>
              </a:rPr>
              <a:t>taal[0] = "J"</a:t>
            </a:r>
            <a:endParaRPr lang="nl-NL" sz="2000" strike="sngStrike" kern="0" dirty="0">
              <a:solidFill>
                <a:srgbClr val="294171"/>
              </a:solidFill>
              <a:latin typeface="Consolas" panose="020B0609020204030204" pitchFamily="49" charset="0"/>
            </a:endParaRPr>
          </a:p>
        </p:txBody>
      </p:sp>
    </p:spTree>
    <p:extLst>
      <p:ext uri="{BB962C8B-B14F-4D97-AF65-F5344CB8AC3E}">
        <p14:creationId xmlns:p14="http://schemas.microsoft.com/office/powerpoint/2010/main" val="378876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500"/>
                                        <p:tgtEl>
                                          <p:spTgt spid="3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barn(inVertical)">
                                      <p:cBhvr>
                                        <p:cTn id="55" dur="500"/>
                                        <p:tgtEl>
                                          <p:spTgt spid="42"/>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barn(inVertical)">
                                      <p:cBhvr>
                                        <p:cTn id="58" dur="500"/>
                                        <p:tgtEl>
                                          <p:spTgt spid="38"/>
                                        </p:tgtEl>
                                      </p:cBhvr>
                                    </p:animEffect>
                                  </p:childTnLst>
                                </p:cTn>
                              </p:par>
                              <p:par>
                                <p:cTn id="59" presetID="16" presetClass="entr" presetSubtype="21" fill="hold"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barn(inVertical)">
                                      <p:cBhvr>
                                        <p:cTn id="6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20" grpId="0"/>
      <p:bldP spid="32" grpId="0"/>
      <p:bldP spid="33" grpId="0"/>
      <p:bldP spid="34" grpId="0"/>
      <p:bldP spid="35" grpId="0"/>
      <p:bldP spid="36" grpId="0"/>
      <p:bldP spid="37" grpId="0"/>
      <p:bldP spid="38" grpId="0" animBg="1"/>
      <p:bldP spid="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5DF0740-4342-42AE-8AB1-C51106EF7091}"/>
              </a:ext>
            </a:extLst>
          </p:cNvPr>
          <p:cNvSpPr txBox="1">
            <a:spLocks/>
          </p:cNvSpPr>
          <p:nvPr/>
        </p:nvSpPr>
        <p:spPr bwMode="auto">
          <a:xfrm>
            <a:off x="709358" y="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Oefening</a:t>
            </a:r>
            <a:endParaRPr kumimoji="0" lang="en-US" sz="2000" b="0" i="0" u="none" strike="noStrike" kern="0" cap="none" spc="0" normalizeH="0" baseline="0" noProof="0" dirty="0">
              <a:ln>
                <a:noFill/>
              </a:ln>
              <a:solidFill>
                <a:prstClr val="black"/>
              </a:solidFill>
              <a:effectLst/>
              <a:uLnTx/>
              <a:uFillTx/>
            </a:endParaRPr>
          </a:p>
        </p:txBody>
      </p:sp>
      <p:sp>
        <p:nvSpPr>
          <p:cNvPr id="7" name="TextBox 4">
            <a:extLst>
              <a:ext uri="{FF2B5EF4-FFF2-40B4-BE49-F238E27FC236}">
                <a16:creationId xmlns:a16="http://schemas.microsoft.com/office/drawing/2014/main" id="{D21C5E54-56E4-4592-BD87-BCC953D9E789}"/>
              </a:ext>
            </a:extLst>
          </p:cNvPr>
          <p:cNvSpPr txBox="1"/>
          <p:nvPr/>
        </p:nvSpPr>
        <p:spPr bwMode="auto">
          <a:xfrm>
            <a:off x="8481758" y="1470025"/>
            <a:ext cx="3390900" cy="4401204"/>
          </a:xfrm>
          <a:prstGeom prst="rect">
            <a:avLst/>
          </a:prstGeom>
          <a:solidFill>
            <a:sysClr val="window" lastClr="FFFFFF"/>
          </a:solidFill>
          <a:ln w="38100" cap="flat" cmpd="sng" algn="ctr">
            <a:solidFill>
              <a:sysClr val="windowText" lastClr="000000"/>
            </a:solidFill>
            <a:prstDash val="solid"/>
            <a:roun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prstTxWarp prst="textNoShape">
              <a:avLst/>
            </a:prstTxWarp>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ourier New" panose="02070309020205020404" pitchFamily="49" charset="0"/>
                <a:ea typeface="+mn-ea"/>
                <a:cs typeface="Courier New" panose="02070309020205020404" pitchFamily="49" charset="0"/>
              </a:rPr>
              <a:t>&gt;&gt;&gt; s1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ourier New" panose="02070309020205020404" pitchFamily="49" charset="0"/>
                <a:ea typeface="+mn-ea"/>
                <a:cs typeface="Courier New" panose="02070309020205020404" pitchFamily="49" charset="0"/>
              </a:rPr>
              <a:t>'good'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ourier New" panose="02070309020205020404" pitchFamily="49" charset="0"/>
                <a:ea typeface="+mn-ea"/>
                <a:cs typeface="Courier New" panose="02070309020205020404" pitchFamily="49" charset="0"/>
              </a:rPr>
              <a:t>&gt;&gt;&gt; s2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ourier New" panose="02070309020205020404" pitchFamily="49" charset="0"/>
                <a:ea typeface="+mn-ea"/>
                <a:cs typeface="Courier New" panose="02070309020205020404" pitchFamily="49" charset="0"/>
              </a:rPr>
              <a:t>'bad'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ourier New" panose="02070309020205020404" pitchFamily="49" charset="0"/>
                <a:ea typeface="+mn-ea"/>
                <a:cs typeface="Courier New" panose="02070309020205020404" pitchFamily="49" charset="0"/>
              </a:rPr>
              <a:t>&gt;&gt;&gt; s3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ourier New" panose="02070309020205020404" pitchFamily="49" charset="0"/>
                <a:ea typeface="+mn-ea"/>
                <a:cs typeface="Courier New" panose="02070309020205020404" pitchFamily="49" charset="0"/>
              </a:rPr>
              <a:t>'silly'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ourier New" panose="02070309020205020404" pitchFamily="49" charset="0"/>
                <a:ea typeface="+mn-ea"/>
                <a:cs typeface="Courier New" panose="02070309020205020404" pitchFamily="49" charset="0"/>
              </a:rPr>
              <a:t>&gt;&gt;&gt;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
        <p:nvSpPr>
          <p:cNvPr id="8" name="Rectangle 5">
            <a:extLst>
              <a:ext uri="{FF2B5EF4-FFF2-40B4-BE49-F238E27FC236}">
                <a16:creationId xmlns:a16="http://schemas.microsoft.com/office/drawing/2014/main" id="{DE7DBE17-5F34-4A24-B2AB-2F6585B0BDC6}"/>
              </a:ext>
            </a:extLst>
          </p:cNvPr>
          <p:cNvSpPr/>
          <p:nvPr/>
        </p:nvSpPr>
        <p:spPr>
          <a:xfrm>
            <a:off x="709362" y="1470025"/>
            <a:ext cx="7276398" cy="4493538"/>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294171"/>
                </a:solidFill>
                <a:effectLst/>
                <a:uLnTx/>
                <a:uFillTx/>
              </a:rPr>
              <a:t>Begin </a:t>
            </a:r>
            <a:r>
              <a:rPr kumimoji="0" lang="en-US" sz="2000" b="0" i="0" u="none" strike="noStrike" kern="0" cap="none" spc="0" normalizeH="0" baseline="0" noProof="0" dirty="0" err="1">
                <a:ln>
                  <a:noFill/>
                </a:ln>
                <a:solidFill>
                  <a:srgbClr val="294171"/>
                </a:solidFill>
                <a:effectLst/>
                <a:uLnTx/>
                <a:uFillTx/>
              </a:rPr>
              <a:t>een</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nieuw</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programma</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en</a:t>
            </a:r>
            <a:r>
              <a:rPr kumimoji="0" lang="en-US" sz="2000" b="0" i="0" u="none" strike="noStrike" kern="0" cap="none" spc="0" normalizeH="0" baseline="0" noProof="0" dirty="0">
                <a:ln>
                  <a:noFill/>
                </a:ln>
                <a:solidFill>
                  <a:srgbClr val="294171"/>
                </a:solidFill>
                <a:effectLst/>
                <a:uLnTx/>
                <a:uFillTx/>
              </a:rPr>
              <a:t> start met de </a:t>
            </a:r>
            <a:r>
              <a:rPr kumimoji="0" lang="en-US" sz="2000" b="0" i="0" u="none" strike="noStrike" kern="0" cap="none" spc="0" normalizeH="0" baseline="0" noProof="0" dirty="0" err="1">
                <a:ln>
                  <a:noFill/>
                </a:ln>
                <a:solidFill>
                  <a:srgbClr val="294171"/>
                </a:solidFill>
                <a:effectLst/>
                <a:uLnTx/>
                <a:uFillTx/>
              </a:rPr>
              <a:t>volgende</a:t>
            </a:r>
            <a:r>
              <a:rPr kumimoji="0" lang="en-US" sz="2000" b="0" i="0" u="none" strike="noStrike" kern="0" cap="none" spc="0" normalizeH="0" baseline="0" noProof="0" dirty="0">
                <a:ln>
                  <a:noFill/>
                </a:ln>
                <a:solidFill>
                  <a:srgbClr val="294171"/>
                </a:solidFill>
                <a:effectLst/>
                <a:uLnTx/>
                <a:uFillTx/>
              </a:rPr>
              <a:t> code:</a:t>
            </a:r>
          </a:p>
          <a:p>
            <a:pPr marL="0" marR="0" lvl="0" indent="0" defTabSz="914400" eaLnBrk="1" fontAlgn="base" latinLnBrk="0" hangingPunct="1">
              <a:lnSpc>
                <a:spcPct val="100000"/>
              </a:lnSpc>
              <a:spcBef>
                <a:spcPct val="0"/>
              </a:spcBef>
              <a:spcAft>
                <a:spcPct val="0"/>
              </a:spcAft>
              <a:buClrTx/>
              <a:buSzTx/>
              <a:buFontTx/>
              <a:buNone/>
              <a:tabLst/>
              <a:defRPr/>
            </a:pPr>
            <a:endParaRPr lang="en-US" sz="2000"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294171"/>
                </a:solidFill>
                <a:effectLst/>
                <a:uLnTx/>
                <a:uFillTx/>
              </a:rPr>
              <a:t>	s1 = '</a:t>
            </a:r>
            <a:r>
              <a:rPr kumimoji="0" lang="en-US" sz="2000" b="0" i="0" u="none" strike="noStrike" kern="0" cap="none" spc="0" normalizeH="0" baseline="0" noProof="0" dirty="0" err="1">
                <a:ln>
                  <a:noFill/>
                </a:ln>
                <a:solidFill>
                  <a:srgbClr val="294171"/>
                </a:solidFill>
                <a:effectLst/>
                <a:uLnTx/>
                <a:uFillTx/>
              </a:rPr>
              <a:t>Hogeschool</a:t>
            </a:r>
            <a:r>
              <a:rPr kumimoji="0" lang="en-US" sz="2000" b="0" i="0" u="none" strike="noStrike" kern="0" cap="none" spc="0" normalizeH="0" baseline="0" noProof="0" dirty="0">
                <a:ln>
                  <a:noFill/>
                </a:ln>
                <a:solidFill>
                  <a:srgbClr val="294171"/>
                </a:solidFill>
                <a:effectLst/>
                <a:uLnTx/>
                <a:uFillTx/>
              </a:rPr>
              <a:t> Utrecht'</a:t>
            </a:r>
          </a:p>
          <a:p>
            <a:pPr marL="0" marR="0" lvl="0" indent="0" defTabSz="914400" eaLnBrk="1" fontAlgn="base" latinLnBrk="0" hangingPunct="1">
              <a:lnSpc>
                <a:spcPct val="100000"/>
              </a:lnSpc>
              <a:spcBef>
                <a:spcPct val="0"/>
              </a:spcBef>
              <a:spcAft>
                <a:spcPct val="0"/>
              </a:spcAft>
              <a:buClrTx/>
              <a:buSzTx/>
              <a:buFontTx/>
              <a:buNone/>
              <a:tabLst/>
              <a:defRPr/>
            </a:pPr>
            <a:r>
              <a:rPr lang="en-US" sz="2000" kern="0" dirty="0">
                <a:solidFill>
                  <a:srgbClr val="294171"/>
                </a:solidFill>
              </a:rPr>
              <a:t>	s2 = '</a:t>
            </a:r>
            <a:r>
              <a:rPr lang="en-US" sz="2000" kern="0" dirty="0" err="1">
                <a:solidFill>
                  <a:srgbClr val="294171"/>
                </a:solidFill>
              </a:rPr>
              <a:t>Heidelberglaan</a:t>
            </a:r>
            <a:r>
              <a:rPr lang="en-US" sz="2000" kern="0" dirty="0">
                <a:solidFill>
                  <a:srgbClr val="294171"/>
                </a:solidFill>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294171"/>
                </a:solidFill>
                <a:effectLst/>
                <a:uLnTx/>
                <a:uFillTx/>
              </a:rPr>
              <a:t>	s3 = 'Programming’</a:t>
            </a:r>
          </a:p>
          <a:p>
            <a:pPr marL="0" marR="0" lvl="0" indent="0" defTabSz="914400" eaLnBrk="1" fontAlgn="base" latinLnBrk="0" hangingPunct="1">
              <a:lnSpc>
                <a:spcPct val="100000"/>
              </a:lnSpc>
              <a:spcBef>
                <a:spcPct val="0"/>
              </a:spcBef>
              <a:spcAft>
                <a:spcPct val="0"/>
              </a:spcAft>
              <a:buClrTx/>
              <a:buSzTx/>
              <a:buFontTx/>
              <a:buNone/>
              <a:tabLst/>
              <a:defRPr/>
            </a:pPr>
            <a:endParaRPr lang="en-US" sz="2000"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endParaRPr lang="en-US" sz="2000"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err="1">
                <a:ln>
                  <a:noFill/>
                </a:ln>
                <a:solidFill>
                  <a:srgbClr val="294171"/>
                </a:solidFill>
                <a:effectLst/>
                <a:uLnTx/>
                <a:uFillTx/>
              </a:rPr>
              <a:t>Schrijf</a:t>
            </a:r>
            <a:r>
              <a:rPr kumimoji="0" lang="en-US" sz="2000" b="0" i="0" u="none" strike="noStrike" kern="0" cap="none" spc="0" normalizeH="0" baseline="0" noProof="0" dirty="0">
                <a:ln>
                  <a:noFill/>
                </a:ln>
                <a:solidFill>
                  <a:srgbClr val="294171"/>
                </a:solidFill>
                <a:effectLst/>
                <a:uLnTx/>
                <a:uFillTx/>
              </a:rPr>
              <a:t> Python </a:t>
            </a:r>
            <a:r>
              <a:rPr kumimoji="0" lang="en-US" sz="2000" b="0" i="0" u="none" strike="noStrike" kern="0" cap="none" spc="0" normalizeH="0" baseline="0" noProof="0" dirty="0" err="1">
                <a:ln>
                  <a:noFill/>
                </a:ln>
                <a:solidFill>
                  <a:srgbClr val="294171"/>
                </a:solidFill>
                <a:effectLst/>
                <a:uLnTx/>
                <a:uFillTx/>
              </a:rPr>
              <a:t>expressies</a:t>
            </a:r>
            <a:r>
              <a:rPr kumimoji="0" lang="en-US" sz="2000" b="0" i="0" u="none" strike="noStrike" kern="0" cap="none" spc="0" normalizeH="0" baseline="0" noProof="0" dirty="0">
                <a:ln>
                  <a:noFill/>
                </a:ln>
                <a:solidFill>
                  <a:srgbClr val="294171"/>
                </a:solidFill>
                <a:effectLst/>
                <a:uLnTx/>
                <a:uFillTx/>
              </a:rPr>
              <a:t> om de </a:t>
            </a:r>
            <a:r>
              <a:rPr kumimoji="0" lang="en-US" sz="2000" b="0" i="0" u="none" strike="noStrike" kern="0" cap="none" spc="0" normalizeH="0" baseline="0" noProof="0" dirty="0" err="1">
                <a:ln>
                  <a:noFill/>
                </a:ln>
                <a:solidFill>
                  <a:srgbClr val="294171"/>
                </a:solidFill>
                <a:effectLst/>
                <a:uLnTx/>
                <a:uFillTx/>
              </a:rPr>
              <a:t>volgende</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vragen</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te</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beantwoorden</a:t>
            </a:r>
            <a:r>
              <a:rPr kumimoji="0" lang="en-US" sz="2000" b="0" i="0" u="none" strike="noStrike" kern="0" cap="none" spc="0" normalizeH="0" baseline="0" noProof="0" dirty="0">
                <a:ln>
                  <a:noFill/>
                </a:ln>
                <a:solidFill>
                  <a:srgbClr val="294171"/>
                </a:solidFill>
                <a:effectLst/>
                <a:uLnTx/>
                <a:uFillTx/>
              </a:rPr>
              <a:t>:</a:t>
            </a: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endParaRPr kumimoji="0" lang="en-US" sz="1800" b="0" i="0" u="none" strike="noStrike" kern="0" cap="none" spc="0" normalizeH="0" baseline="0" noProof="0" dirty="0">
              <a:ln>
                <a:noFill/>
              </a:ln>
              <a:solidFill>
                <a:srgbClr val="294171"/>
              </a:solidFill>
              <a:effectLst/>
              <a:uLnTx/>
              <a:uFillTx/>
            </a:endParaRP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r>
              <a:rPr lang="en-US" kern="0" dirty="0" err="1">
                <a:solidFill>
                  <a:srgbClr val="294171"/>
                </a:solidFill>
              </a:rPr>
              <a:t>Komt</a:t>
            </a:r>
            <a:r>
              <a:rPr lang="en-US" kern="0" dirty="0">
                <a:solidFill>
                  <a:srgbClr val="294171"/>
                </a:solidFill>
              </a:rPr>
              <a:t> 'sch’ </a:t>
            </a:r>
            <a:r>
              <a:rPr lang="en-US" kern="0" dirty="0" err="1">
                <a:solidFill>
                  <a:srgbClr val="294171"/>
                </a:solidFill>
              </a:rPr>
              <a:t>voor</a:t>
            </a:r>
            <a:r>
              <a:rPr lang="en-US" kern="0" dirty="0">
                <a:solidFill>
                  <a:srgbClr val="294171"/>
                </a:solidFill>
              </a:rPr>
              <a:t> in s1?</a:t>
            </a:r>
            <a:r>
              <a:rPr kumimoji="0" lang="en-US" sz="1800" b="0" i="0" u="none" strike="noStrike" kern="0" cap="none" spc="0" normalizeH="0" baseline="0" noProof="0" dirty="0">
                <a:ln>
                  <a:noFill/>
                </a:ln>
                <a:solidFill>
                  <a:srgbClr val="294171"/>
                </a:solidFill>
                <a:effectLst/>
                <a:uLnTx/>
                <a:uFillTx/>
              </a:rPr>
              <a:t> </a:t>
            </a: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r>
              <a:rPr lang="en-US" kern="0" dirty="0" err="1">
                <a:solidFill>
                  <a:srgbClr val="294171"/>
                </a:solidFill>
              </a:rPr>
              <a:t>Komt</a:t>
            </a:r>
            <a:r>
              <a:rPr lang="en-US" kern="0" dirty="0">
                <a:solidFill>
                  <a:srgbClr val="294171"/>
                </a:solidFill>
              </a:rPr>
              <a:t> de </a:t>
            </a:r>
            <a:r>
              <a:rPr lang="en-US" kern="0" dirty="0" err="1">
                <a:solidFill>
                  <a:srgbClr val="294171"/>
                </a:solidFill>
              </a:rPr>
              <a:t>spatie</a:t>
            </a:r>
            <a:r>
              <a:rPr lang="en-US" kern="0" dirty="0">
                <a:solidFill>
                  <a:srgbClr val="294171"/>
                </a:solidFill>
              </a:rPr>
              <a:t> </a:t>
            </a:r>
            <a:r>
              <a:rPr lang="en-US" kern="0" dirty="0" err="1">
                <a:solidFill>
                  <a:srgbClr val="294171"/>
                </a:solidFill>
              </a:rPr>
              <a:t>niet</a:t>
            </a:r>
            <a:r>
              <a:rPr lang="en-US" kern="0" dirty="0">
                <a:solidFill>
                  <a:srgbClr val="294171"/>
                </a:solidFill>
              </a:rPr>
              <a:t> </a:t>
            </a:r>
            <a:r>
              <a:rPr lang="en-US" kern="0" dirty="0" err="1">
                <a:solidFill>
                  <a:srgbClr val="294171"/>
                </a:solidFill>
              </a:rPr>
              <a:t>voor</a:t>
            </a:r>
            <a:r>
              <a:rPr lang="en-US" kern="0" dirty="0">
                <a:solidFill>
                  <a:srgbClr val="294171"/>
                </a:solidFill>
              </a:rPr>
              <a:t> in s2?</a:t>
            </a:r>
            <a:endParaRPr kumimoji="0" lang="en-US" sz="1800" b="0" i="0" u="none" strike="noStrike" kern="0" cap="none" spc="0" normalizeH="0" baseline="0" noProof="0" dirty="0">
              <a:ln>
                <a:noFill/>
              </a:ln>
              <a:solidFill>
                <a:srgbClr val="294171"/>
              </a:solidFill>
              <a:effectLst/>
              <a:uLnTx/>
              <a:uFillTx/>
            </a:endParaRP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r>
              <a:rPr kumimoji="0" lang="en-US" sz="1800" b="0" i="0" u="none" strike="noStrike" kern="0" cap="none" spc="0" normalizeH="0" baseline="0" noProof="0" dirty="0">
                <a:ln>
                  <a:noFill/>
                </a:ln>
                <a:solidFill>
                  <a:srgbClr val="294171"/>
                </a:solidFill>
                <a:effectLst/>
                <a:uLnTx/>
                <a:uFillTx/>
              </a:rPr>
              <a:t>Wat is de </a:t>
            </a:r>
            <a:r>
              <a:rPr kumimoji="0" lang="en-US" sz="1800" b="0" i="0" u="none" strike="noStrike" kern="0" cap="none" spc="0" normalizeH="0" baseline="0" noProof="0" dirty="0" err="1">
                <a:ln>
                  <a:noFill/>
                </a:ln>
                <a:solidFill>
                  <a:srgbClr val="294171"/>
                </a:solidFill>
                <a:effectLst/>
                <a:uLnTx/>
                <a:uFillTx/>
              </a:rPr>
              <a:t>gecombineerde</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294171"/>
                </a:solidFill>
                <a:effectLst/>
                <a:uLnTx/>
                <a:uFillTx/>
              </a:rPr>
              <a:t>tekst</a:t>
            </a:r>
            <a:r>
              <a:rPr kumimoji="0" lang="en-US" sz="1800" b="0" i="0" u="none" strike="noStrike" kern="0" cap="none" spc="0" normalizeH="0" baseline="0" noProof="0" dirty="0">
                <a:ln>
                  <a:noFill/>
                </a:ln>
                <a:solidFill>
                  <a:srgbClr val="294171"/>
                </a:solidFill>
                <a:effectLst/>
                <a:uLnTx/>
                <a:uFillTx/>
              </a:rPr>
              <a:t> van s1, s2 </a:t>
            </a:r>
            <a:r>
              <a:rPr kumimoji="0" lang="en-US" sz="1800" b="0" i="0" u="none" strike="noStrike" kern="0" cap="none" spc="0" normalizeH="0" baseline="0" noProof="0" dirty="0" err="1">
                <a:ln>
                  <a:noFill/>
                </a:ln>
                <a:solidFill>
                  <a:srgbClr val="294171"/>
                </a:solidFill>
                <a:effectLst/>
                <a:uLnTx/>
                <a:uFillTx/>
              </a:rPr>
              <a:t>en</a:t>
            </a:r>
            <a:r>
              <a:rPr kumimoji="0" lang="en-US" sz="1800" b="0" i="0" u="none" strike="noStrike" kern="0" cap="none" spc="0" normalizeH="0" baseline="0" noProof="0" dirty="0">
                <a:ln>
                  <a:noFill/>
                </a:ln>
                <a:solidFill>
                  <a:srgbClr val="294171"/>
                </a:solidFill>
                <a:effectLst/>
                <a:uLnTx/>
                <a:uFillTx/>
              </a:rPr>
              <a:t> s3?</a:t>
            </a: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r>
              <a:rPr kumimoji="0" lang="en-US" sz="1800" b="0" i="0" u="none" strike="noStrike" kern="0" cap="none" spc="0" normalizeH="0" baseline="0" noProof="0" dirty="0">
                <a:ln>
                  <a:noFill/>
                </a:ln>
                <a:solidFill>
                  <a:srgbClr val="294171"/>
                </a:solidFill>
                <a:effectLst/>
                <a:uLnTx/>
                <a:uFillTx/>
              </a:rPr>
              <a:t>Wat is de 13e letter van s2?</a:t>
            </a: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r>
              <a:rPr kumimoji="0" lang="en-US" sz="1800" b="0" i="0" u="none" strike="noStrike" kern="0" cap="none" spc="0" normalizeH="0" baseline="0" noProof="0" dirty="0">
                <a:ln>
                  <a:noFill/>
                </a:ln>
                <a:solidFill>
                  <a:srgbClr val="294171"/>
                </a:solidFill>
                <a:effectLst/>
                <a:uLnTx/>
                <a:uFillTx/>
              </a:rPr>
              <a:t>Is de 13e letter van s1 </a:t>
            </a:r>
            <a:r>
              <a:rPr kumimoji="0" lang="en-US" sz="1800" b="0" i="0" u="none" strike="noStrike" kern="0" cap="none" spc="0" normalizeH="0" baseline="0" noProof="0" dirty="0" err="1">
                <a:ln>
                  <a:noFill/>
                </a:ln>
                <a:solidFill>
                  <a:srgbClr val="294171"/>
                </a:solidFill>
                <a:effectLst/>
                <a:uLnTx/>
                <a:uFillTx/>
              </a:rPr>
              <a:t>gelijk</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294171"/>
                </a:solidFill>
                <a:effectLst/>
                <a:uLnTx/>
                <a:uFillTx/>
              </a:rPr>
              <a:t>aan</a:t>
            </a:r>
            <a:r>
              <a:rPr kumimoji="0" lang="en-US" sz="1800" b="0" i="0" u="none" strike="noStrike" kern="0" cap="none" spc="0" normalizeH="0" baseline="0" noProof="0" dirty="0">
                <a:ln>
                  <a:noFill/>
                </a:ln>
                <a:solidFill>
                  <a:srgbClr val="294171"/>
                </a:solidFill>
                <a:effectLst/>
                <a:uLnTx/>
                <a:uFillTx/>
              </a:rPr>
              <a:t> de 9e letter van s3?</a:t>
            </a: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r>
              <a:rPr lang="en-US" kern="0" dirty="0">
                <a:solidFill>
                  <a:srgbClr val="294171"/>
                </a:solidFill>
              </a:rPr>
              <a:t>Is de </a:t>
            </a:r>
            <a:r>
              <a:rPr lang="en-US" kern="0" dirty="0" err="1">
                <a:solidFill>
                  <a:srgbClr val="294171"/>
                </a:solidFill>
              </a:rPr>
              <a:t>lengte</a:t>
            </a:r>
            <a:r>
              <a:rPr lang="en-US" kern="0" dirty="0">
                <a:solidFill>
                  <a:srgbClr val="294171"/>
                </a:solidFill>
              </a:rPr>
              <a:t> van 20 </a:t>
            </a:r>
            <a:r>
              <a:rPr lang="en-US" kern="0" dirty="0" err="1">
                <a:solidFill>
                  <a:srgbClr val="294171"/>
                </a:solidFill>
              </a:rPr>
              <a:t>keer</a:t>
            </a:r>
            <a:r>
              <a:rPr lang="en-US" kern="0" dirty="0">
                <a:solidFill>
                  <a:srgbClr val="294171"/>
                </a:solidFill>
              </a:rPr>
              <a:t> s3 achter </a:t>
            </a:r>
            <a:r>
              <a:rPr lang="en-US" kern="0" dirty="0" err="1">
                <a:solidFill>
                  <a:srgbClr val="294171"/>
                </a:solidFill>
              </a:rPr>
              <a:t>geplakt</a:t>
            </a:r>
            <a:r>
              <a:rPr lang="en-US" kern="0" dirty="0">
                <a:solidFill>
                  <a:srgbClr val="294171"/>
                </a:solidFill>
              </a:rPr>
              <a:t> </a:t>
            </a:r>
            <a:r>
              <a:rPr lang="en-US" kern="0" dirty="0" err="1">
                <a:solidFill>
                  <a:srgbClr val="294171"/>
                </a:solidFill>
              </a:rPr>
              <a:t>groter</a:t>
            </a:r>
            <a:r>
              <a:rPr lang="en-US" kern="0" dirty="0">
                <a:solidFill>
                  <a:srgbClr val="294171"/>
                </a:solidFill>
              </a:rPr>
              <a:t> dan 200?</a:t>
            </a:r>
            <a:endParaRPr kumimoji="0" lang="en-US" sz="1800" b="0" i="0" u="none" strike="noStrike" kern="0" cap="none" spc="0" normalizeH="0" baseline="0" noProof="0" dirty="0">
              <a:ln>
                <a:noFill/>
              </a:ln>
              <a:solidFill>
                <a:srgbClr val="294171"/>
              </a:solidFill>
              <a:effectLst/>
              <a:uLnTx/>
              <a:uFillTx/>
            </a:endParaRPr>
          </a:p>
        </p:txBody>
      </p:sp>
      <p:sp>
        <p:nvSpPr>
          <p:cNvPr id="9" name="TextBox 6">
            <a:extLst>
              <a:ext uri="{FF2B5EF4-FFF2-40B4-BE49-F238E27FC236}">
                <a16:creationId xmlns:a16="http://schemas.microsoft.com/office/drawing/2014/main" id="{FB9AD015-575A-4F81-ADEE-21A1142B92D8}"/>
              </a:ext>
            </a:extLst>
          </p:cNvPr>
          <p:cNvSpPr txBox="1"/>
          <p:nvPr/>
        </p:nvSpPr>
        <p:spPr bwMode="auto">
          <a:xfrm>
            <a:off x="8481758" y="1470025"/>
            <a:ext cx="3390900" cy="4401204"/>
          </a:xfrm>
          <a:prstGeom prst="rect">
            <a:avLst/>
          </a:prstGeom>
          <a:solidFill>
            <a:sysClr val="window" lastClr="FFFFFF"/>
          </a:solidFill>
          <a:ln w="38100" cap="flat" cmpd="sng" algn="ctr">
            <a:solidFill>
              <a:sysClr val="windowText" lastClr="000000"/>
            </a:solidFill>
            <a:prstDash val="solid"/>
            <a:roun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prstTxWarp prst="textNoShape">
              <a:avLst/>
            </a:prstTxWarp>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s1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'good'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s2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'bad'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s3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'silly'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'll' in s3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True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 ' not in s1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True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s1 + s2 + s3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goodbadsilly</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 ' in s1 + s2 + s3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False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10*s3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sillysillysillysillysillysillysillysillysillysilly</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len</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(s1+s2+s3)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12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endParaRPr kumimoji="0" lang="en-US" sz="1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123382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35BD8-24CD-F126-92DA-73DF02AD870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B5BF263-54B0-99CE-0B87-404C42FF35CD}"/>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Dan </a:t>
            </a:r>
            <a:r>
              <a:rPr kumimoji="0" lang="en-US" sz="3600" b="1" i="0" u="none" strike="noStrike" kern="0" cap="none" spc="0" normalizeH="0" baseline="0" noProof="0" dirty="0" err="1">
                <a:ln>
                  <a:noFill/>
                </a:ln>
                <a:solidFill>
                  <a:prstClr val="black"/>
                </a:solidFill>
                <a:effectLst/>
                <a:uLnTx/>
                <a:uFillTx/>
              </a:rPr>
              <a:t>nog</a:t>
            </a:r>
            <a:r>
              <a:rPr kumimoji="0" lang="en-US" sz="3600" b="1" i="0" u="none" strike="noStrike" kern="0" cap="none" spc="0" normalizeH="0" baseline="0" noProof="0" dirty="0">
                <a:ln>
                  <a:noFill/>
                </a:ln>
                <a:solidFill>
                  <a:prstClr val="black"/>
                </a:solidFill>
                <a:effectLst/>
                <a:uLnTx/>
                <a:uFillTx/>
              </a:rPr>
              <a:t> even </a:t>
            </a:r>
            <a:r>
              <a:rPr kumimoji="0" lang="en-US" sz="3600" b="1" i="0" u="none" strike="noStrike" kern="0" cap="none" spc="0" normalizeH="0" baseline="0" noProof="0" dirty="0" err="1">
                <a:ln>
                  <a:noFill/>
                </a:ln>
                <a:solidFill>
                  <a:prstClr val="black"/>
                </a:solidFill>
                <a:effectLst/>
                <a:uLnTx/>
                <a:uFillTx/>
              </a:rPr>
              <a:t>dit</a:t>
            </a:r>
            <a:r>
              <a:rPr kumimoji="0" lang="en-US" sz="3600" b="1" i="0" u="none" strike="noStrike" kern="0" cap="none" spc="0" normalizeH="0" baseline="0" noProof="0" dirty="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cxnSp>
        <p:nvCxnSpPr>
          <p:cNvPr id="15" name="Straight Arrow Connector 12">
            <a:extLst>
              <a:ext uri="{FF2B5EF4-FFF2-40B4-BE49-F238E27FC236}">
                <a16:creationId xmlns:a16="http://schemas.microsoft.com/office/drawing/2014/main" id="{276BC2AD-4564-CC7B-3DE7-2E21AF210647}"/>
              </a:ext>
            </a:extLst>
          </p:cNvPr>
          <p:cNvCxnSpPr/>
          <p:nvPr/>
        </p:nvCxnSpPr>
        <p:spPr>
          <a:xfrm rot="5400000" flipH="1" flipV="1">
            <a:off x="8533700" y="2716542"/>
            <a:ext cx="1170475" cy="1588"/>
          </a:xfrm>
          <a:prstGeom prst="straightConnector1">
            <a:avLst/>
          </a:prstGeom>
          <a:noFill/>
          <a:ln w="25400" cap="flat" cmpd="sng" algn="ctr">
            <a:solidFill>
              <a:srgbClr val="294171"/>
            </a:solidFill>
            <a:prstDash val="solid"/>
            <a:tailEnd type="arrow"/>
          </a:ln>
          <a:effectLst>
            <a:outerShdw blurRad="40000" dist="20000" dir="5400000" rotWithShape="0">
              <a:srgbClr val="000000">
                <a:alpha val="38000"/>
              </a:srgbClr>
            </a:outerShdw>
          </a:effectLst>
        </p:spPr>
      </p:cxnSp>
      <p:sp>
        <p:nvSpPr>
          <p:cNvPr id="16" name="TextBox 15">
            <a:extLst>
              <a:ext uri="{FF2B5EF4-FFF2-40B4-BE49-F238E27FC236}">
                <a16:creationId xmlns:a16="http://schemas.microsoft.com/office/drawing/2014/main" id="{6238D995-519E-731D-06A6-F3FF61CD798F}"/>
              </a:ext>
            </a:extLst>
          </p:cNvPr>
          <p:cNvSpPr txBox="1"/>
          <p:nvPr/>
        </p:nvSpPr>
        <p:spPr bwMode="auto">
          <a:xfrm>
            <a:off x="7851835" y="2403265"/>
            <a:ext cx="1112805" cy="707886"/>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err="1">
                <a:ln>
                  <a:noFill/>
                </a:ln>
                <a:solidFill>
                  <a:srgbClr val="294171"/>
                </a:solidFill>
                <a:effectLst/>
                <a:uLnTx/>
                <a:uFillTx/>
              </a:rPr>
              <a:t>Hogere</a:t>
            </a:r>
            <a:r>
              <a:rPr kumimoji="0" lang="en-US" sz="2000" b="0" i="0" u="none" strike="noStrike" kern="0" cap="none" spc="0" normalizeH="0" baseline="0" noProof="0" dirty="0">
                <a:ln>
                  <a:noFill/>
                </a:ln>
                <a:solidFill>
                  <a:srgbClr val="294171"/>
                </a:solidFill>
                <a:effectLst/>
                <a:uLnTx/>
                <a:uFillTx/>
              </a:rPr>
              <a:t> </a:t>
            </a:r>
            <a:br>
              <a:rPr kumimoji="0" lang="en-US" sz="2000" b="0" i="0" u="none" strike="noStrike" kern="0" cap="none" spc="0" normalizeH="0" baseline="0" noProof="0" dirty="0">
                <a:ln>
                  <a:noFill/>
                </a:ln>
                <a:solidFill>
                  <a:srgbClr val="294171"/>
                </a:solidFill>
                <a:effectLst/>
                <a:uLnTx/>
                <a:uFillTx/>
              </a:rPr>
            </a:br>
            <a:r>
              <a:rPr kumimoji="0" lang="en-US" sz="2000" b="0" i="0" u="none" strike="noStrike" kern="0" cap="none" spc="0" normalizeH="0" baseline="0" noProof="0" dirty="0" err="1">
                <a:ln>
                  <a:noFill/>
                </a:ln>
                <a:solidFill>
                  <a:srgbClr val="294171"/>
                </a:solidFill>
                <a:effectLst/>
                <a:uLnTx/>
                <a:uFillTx/>
              </a:rPr>
              <a:t>prioriteit</a:t>
            </a:r>
            <a:endParaRPr kumimoji="0" lang="en-US" sz="2000" b="0" i="0" u="none" strike="noStrike" kern="0" cap="none" spc="0" normalizeH="0" baseline="0" noProof="0" dirty="0">
              <a:ln>
                <a:noFill/>
              </a:ln>
              <a:solidFill>
                <a:srgbClr val="294171"/>
              </a:solidFill>
              <a:effectLst/>
              <a:uLnTx/>
              <a:uFillTx/>
            </a:endParaRPr>
          </a:p>
        </p:txBody>
      </p:sp>
      <p:cxnSp>
        <p:nvCxnSpPr>
          <p:cNvPr id="17" name="Straight Arrow Connector 17">
            <a:extLst>
              <a:ext uri="{FF2B5EF4-FFF2-40B4-BE49-F238E27FC236}">
                <a16:creationId xmlns:a16="http://schemas.microsoft.com/office/drawing/2014/main" id="{4ECB6AC6-2FBF-4F30-2E56-F963DFBA96DD}"/>
              </a:ext>
            </a:extLst>
          </p:cNvPr>
          <p:cNvCxnSpPr/>
          <p:nvPr/>
        </p:nvCxnSpPr>
        <p:spPr>
          <a:xfrm rot="5400000" flipH="1" flipV="1">
            <a:off x="8533700" y="5515103"/>
            <a:ext cx="1170475" cy="1588"/>
          </a:xfrm>
          <a:prstGeom prst="straightConnector1">
            <a:avLst/>
          </a:prstGeom>
          <a:noFill/>
          <a:ln w="25400" cap="flat" cmpd="sng" algn="ctr">
            <a:solidFill>
              <a:srgbClr val="294171"/>
            </a:solidFill>
            <a:prstDash val="solid"/>
            <a:headEnd type="arrow"/>
            <a:tailEnd type="none"/>
          </a:ln>
          <a:effectLst>
            <a:outerShdw blurRad="40000" dist="20000" dir="5400000" rotWithShape="0">
              <a:srgbClr val="000000">
                <a:alpha val="38000"/>
              </a:srgbClr>
            </a:outerShdw>
          </a:effectLst>
        </p:spPr>
      </p:cxnSp>
      <p:sp>
        <p:nvSpPr>
          <p:cNvPr id="18" name="TextBox 18">
            <a:extLst>
              <a:ext uri="{FF2B5EF4-FFF2-40B4-BE49-F238E27FC236}">
                <a16:creationId xmlns:a16="http://schemas.microsoft.com/office/drawing/2014/main" id="{67F516E0-E562-F10B-4480-48FB77AA6B0D}"/>
              </a:ext>
            </a:extLst>
          </p:cNvPr>
          <p:cNvSpPr txBox="1"/>
          <p:nvPr/>
        </p:nvSpPr>
        <p:spPr bwMode="auto">
          <a:xfrm>
            <a:off x="7925355" y="5161954"/>
            <a:ext cx="1112805" cy="707886"/>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err="1">
                <a:ln>
                  <a:noFill/>
                </a:ln>
                <a:solidFill>
                  <a:srgbClr val="294171"/>
                </a:solidFill>
                <a:effectLst/>
                <a:uLnTx/>
                <a:uFillTx/>
              </a:rPr>
              <a:t>Lagere</a:t>
            </a:r>
            <a:r>
              <a:rPr kumimoji="0" lang="en-US" sz="2000" b="0" i="0" u="none" strike="noStrike" kern="0" cap="none" spc="0" normalizeH="0" baseline="0" noProof="0" dirty="0">
                <a:ln>
                  <a:noFill/>
                </a:ln>
                <a:solidFill>
                  <a:srgbClr val="294171"/>
                </a:solidFill>
                <a:effectLst/>
                <a:uLnTx/>
                <a:uFillTx/>
              </a:rPr>
              <a:t> </a:t>
            </a:r>
            <a:br>
              <a:rPr kumimoji="0" lang="en-US" sz="2000" b="0" i="0" u="none" strike="noStrike" kern="0" cap="none" spc="0" normalizeH="0" baseline="0" noProof="0" dirty="0">
                <a:ln>
                  <a:noFill/>
                </a:ln>
                <a:solidFill>
                  <a:srgbClr val="294171"/>
                </a:solidFill>
                <a:effectLst/>
                <a:uLnTx/>
                <a:uFillTx/>
              </a:rPr>
            </a:br>
            <a:r>
              <a:rPr kumimoji="0" lang="en-US" sz="2000" b="0" i="0" u="none" strike="noStrike" kern="0" cap="none" spc="0" normalizeH="0" baseline="0" noProof="0" dirty="0" err="1">
                <a:ln>
                  <a:noFill/>
                </a:ln>
                <a:solidFill>
                  <a:srgbClr val="294171"/>
                </a:solidFill>
                <a:effectLst/>
                <a:uLnTx/>
                <a:uFillTx/>
              </a:rPr>
              <a:t>prioriteit</a:t>
            </a:r>
            <a:endParaRPr kumimoji="0" lang="en-US" sz="2000" b="0" i="0" u="none" strike="noStrike" kern="0" cap="none" spc="0" normalizeH="0" baseline="0" noProof="0" dirty="0">
              <a:ln>
                <a:noFill/>
              </a:ln>
              <a:solidFill>
                <a:srgbClr val="294171"/>
              </a:solidFill>
              <a:effectLst/>
              <a:uLnTx/>
              <a:uFillTx/>
            </a:endParaRPr>
          </a:p>
        </p:txBody>
      </p:sp>
      <p:graphicFrame>
        <p:nvGraphicFramePr>
          <p:cNvPr id="2" name="Tabel 1">
            <a:extLst>
              <a:ext uri="{FF2B5EF4-FFF2-40B4-BE49-F238E27FC236}">
                <a16:creationId xmlns:a16="http://schemas.microsoft.com/office/drawing/2014/main" id="{821F18EF-FFE6-F286-1171-B44A5E966CF7}"/>
              </a:ext>
            </a:extLst>
          </p:cNvPr>
          <p:cNvGraphicFramePr>
            <a:graphicFrameLocks noGrp="1"/>
          </p:cNvGraphicFramePr>
          <p:nvPr/>
        </p:nvGraphicFramePr>
        <p:xfrm>
          <a:off x="9412403" y="1567949"/>
          <a:ext cx="1902058" cy="4719320"/>
        </p:xfrm>
        <a:graphic>
          <a:graphicData uri="http://schemas.openxmlformats.org/drawingml/2006/table">
            <a:tbl>
              <a:tblPr firstRow="1" bandRow="1">
                <a:tableStyleId>{5C22544A-7EE6-4342-B048-85BDC9FD1C3A}</a:tableStyleId>
              </a:tblPr>
              <a:tblGrid>
                <a:gridCol w="1902058">
                  <a:extLst>
                    <a:ext uri="{9D8B030D-6E8A-4147-A177-3AD203B41FA5}">
                      <a16:colId xmlns:a16="http://schemas.microsoft.com/office/drawing/2014/main" val="4190436692"/>
                    </a:ext>
                  </a:extLst>
                </a:gridCol>
              </a:tblGrid>
              <a:tr h="370840">
                <a:tc>
                  <a:txBody>
                    <a:bodyPr/>
                    <a:lstStyle/>
                    <a:p>
                      <a:r>
                        <a:rPr lang="nl-NL" dirty="0"/>
                        <a:t>Operator</a:t>
                      </a:r>
                    </a:p>
                  </a:txBody>
                  <a:tcPr/>
                </a:tc>
                <a:extLst>
                  <a:ext uri="{0D108BD9-81ED-4DB2-BD59-A6C34878D82A}">
                    <a16:rowId xmlns:a16="http://schemas.microsoft.com/office/drawing/2014/main" val="613158223"/>
                  </a:ext>
                </a:extLst>
              </a:tr>
              <a:tr h="370840">
                <a:tc>
                  <a:txBody>
                    <a:bodyPr/>
                    <a:lstStyle/>
                    <a:p>
                      <a:r>
                        <a:rPr lang="nl-NL" dirty="0">
                          <a:latin typeface="Consolas" panose="020B0609020204030204" pitchFamily="49" charset="0"/>
                        </a:rPr>
                        <a:t>[…]</a:t>
                      </a:r>
                    </a:p>
                  </a:txBody>
                  <a:tcPr/>
                </a:tc>
                <a:extLst>
                  <a:ext uri="{0D108BD9-81ED-4DB2-BD59-A6C34878D82A}">
                    <a16:rowId xmlns:a16="http://schemas.microsoft.com/office/drawing/2014/main" val="2866410977"/>
                  </a:ext>
                </a:extLst>
              </a:tr>
              <a:tr h="370840">
                <a:tc>
                  <a:txBody>
                    <a:bodyPr/>
                    <a:lstStyle/>
                    <a:p>
                      <a:r>
                        <a:rPr lang="nl-NL" dirty="0">
                          <a:latin typeface="Consolas" panose="020B0609020204030204" pitchFamily="49" charset="0"/>
                        </a:rPr>
                        <a:t>x[ ]</a:t>
                      </a:r>
                    </a:p>
                  </a:txBody>
                  <a:tcPr/>
                </a:tc>
                <a:extLst>
                  <a:ext uri="{0D108BD9-81ED-4DB2-BD59-A6C34878D82A}">
                    <a16:rowId xmlns:a16="http://schemas.microsoft.com/office/drawing/2014/main" val="1708822243"/>
                  </a:ext>
                </a:extLst>
              </a:tr>
              <a:tr h="370840">
                <a:tc>
                  <a:txBody>
                    <a:bodyPr/>
                    <a:lstStyle/>
                    <a:p>
                      <a:r>
                        <a:rPr lang="nl-NL" dirty="0">
                          <a:latin typeface="Consolas" panose="020B0609020204030204" pitchFamily="49" charset="0"/>
                        </a:rPr>
                        <a:t>**</a:t>
                      </a:r>
                    </a:p>
                  </a:txBody>
                  <a:tcPr/>
                </a:tc>
                <a:extLst>
                  <a:ext uri="{0D108BD9-81ED-4DB2-BD59-A6C34878D82A}">
                    <a16:rowId xmlns:a16="http://schemas.microsoft.com/office/drawing/2014/main" val="3149238487"/>
                  </a:ext>
                </a:extLst>
              </a:tr>
              <a:tr h="370840">
                <a:tc>
                  <a:txBody>
                    <a:bodyPr/>
                    <a:lstStyle/>
                    <a:p>
                      <a:r>
                        <a:rPr lang="nl-NL" dirty="0">
                          <a:latin typeface="Consolas" panose="020B0609020204030204" pitchFamily="49" charset="0"/>
                        </a:rPr>
                        <a:t>+x, -x</a:t>
                      </a:r>
                    </a:p>
                  </a:txBody>
                  <a:tcPr/>
                </a:tc>
                <a:extLst>
                  <a:ext uri="{0D108BD9-81ED-4DB2-BD59-A6C34878D82A}">
                    <a16:rowId xmlns:a16="http://schemas.microsoft.com/office/drawing/2014/main" val="3323125689"/>
                  </a:ext>
                </a:extLst>
              </a:tr>
              <a:tr h="370840">
                <a:tc>
                  <a:txBody>
                    <a:bodyPr/>
                    <a:lstStyle/>
                    <a:p>
                      <a:r>
                        <a:rPr lang="nl-NL" dirty="0">
                          <a:latin typeface="Consolas" panose="020B0609020204030204" pitchFamily="49" charset="0"/>
                        </a:rPr>
                        <a:t>*, /, //, %</a:t>
                      </a:r>
                    </a:p>
                  </a:txBody>
                  <a:tcPr/>
                </a:tc>
                <a:extLst>
                  <a:ext uri="{0D108BD9-81ED-4DB2-BD59-A6C34878D82A}">
                    <a16:rowId xmlns:a16="http://schemas.microsoft.com/office/drawing/2014/main" val="4149600729"/>
                  </a:ext>
                </a:extLst>
              </a:tr>
              <a:tr h="370840">
                <a:tc>
                  <a:txBody>
                    <a:bodyPr/>
                    <a:lstStyle/>
                    <a:p>
                      <a:r>
                        <a:rPr lang="nl-NL" dirty="0">
                          <a:latin typeface="Consolas" panose="020B0609020204030204" pitchFamily="49" charset="0"/>
                        </a:rPr>
                        <a:t>+, -</a:t>
                      </a:r>
                    </a:p>
                  </a:txBody>
                  <a:tcPr/>
                </a:tc>
                <a:extLst>
                  <a:ext uri="{0D108BD9-81ED-4DB2-BD59-A6C34878D82A}">
                    <a16:rowId xmlns:a16="http://schemas.microsoft.com/office/drawing/2014/main" val="1681220838"/>
                  </a:ext>
                </a:extLst>
              </a:tr>
              <a:tr h="370840">
                <a:tc>
                  <a:txBody>
                    <a:bodyPr/>
                    <a:lstStyle/>
                    <a:p>
                      <a:r>
                        <a:rPr lang="nl-NL" dirty="0">
                          <a:latin typeface="Consolas" panose="020B0609020204030204" pitchFamily="49" charset="0"/>
                        </a:rPr>
                        <a:t>in, </a:t>
                      </a:r>
                      <a:r>
                        <a:rPr lang="nl-NL" dirty="0" err="1">
                          <a:latin typeface="Consolas" panose="020B0609020204030204" pitchFamily="49" charset="0"/>
                        </a:rPr>
                        <a:t>not</a:t>
                      </a:r>
                      <a:r>
                        <a:rPr lang="nl-NL" dirty="0">
                          <a:latin typeface="Consolas" panose="020B0609020204030204" pitchFamily="49" charset="0"/>
                        </a:rPr>
                        <a:t> in</a:t>
                      </a:r>
                    </a:p>
                  </a:txBody>
                  <a:tcPr/>
                </a:tc>
                <a:extLst>
                  <a:ext uri="{0D108BD9-81ED-4DB2-BD59-A6C34878D82A}">
                    <a16:rowId xmlns:a16="http://schemas.microsoft.com/office/drawing/2014/main" val="3360059286"/>
                  </a:ext>
                </a:extLst>
              </a:tr>
              <a:tr h="370840">
                <a:tc>
                  <a:txBody>
                    <a:bodyPr/>
                    <a:lstStyle/>
                    <a:p>
                      <a:r>
                        <a:rPr lang="nl-NL" dirty="0">
                          <a:latin typeface="Consolas" panose="020B0609020204030204" pitchFamily="49" charset="0"/>
                        </a:rPr>
                        <a:t>&lt;, &gt;, &lt;=, &gt;=, ==, !=</a:t>
                      </a:r>
                    </a:p>
                  </a:txBody>
                  <a:tcPr/>
                </a:tc>
                <a:extLst>
                  <a:ext uri="{0D108BD9-81ED-4DB2-BD59-A6C34878D82A}">
                    <a16:rowId xmlns:a16="http://schemas.microsoft.com/office/drawing/2014/main" val="4203343825"/>
                  </a:ext>
                </a:extLst>
              </a:tr>
              <a:tr h="370840">
                <a:tc>
                  <a:txBody>
                    <a:bodyPr/>
                    <a:lstStyle/>
                    <a:p>
                      <a:r>
                        <a:rPr lang="nl-NL" dirty="0" err="1">
                          <a:latin typeface="Consolas" panose="020B0609020204030204" pitchFamily="49" charset="0"/>
                        </a:rPr>
                        <a:t>not</a:t>
                      </a:r>
                      <a:r>
                        <a:rPr lang="nl-NL" dirty="0">
                          <a:latin typeface="Consolas" panose="020B0609020204030204" pitchFamily="49" charset="0"/>
                        </a:rPr>
                        <a:t> x</a:t>
                      </a:r>
                    </a:p>
                  </a:txBody>
                  <a:tcPr/>
                </a:tc>
                <a:extLst>
                  <a:ext uri="{0D108BD9-81ED-4DB2-BD59-A6C34878D82A}">
                    <a16:rowId xmlns:a16="http://schemas.microsoft.com/office/drawing/2014/main" val="1801980299"/>
                  </a:ext>
                </a:extLst>
              </a:tr>
              <a:tr h="370840">
                <a:tc>
                  <a:txBody>
                    <a:bodyPr/>
                    <a:lstStyle/>
                    <a:p>
                      <a:r>
                        <a:rPr lang="nl-NL" dirty="0" err="1">
                          <a:latin typeface="Consolas" panose="020B0609020204030204" pitchFamily="49" charset="0"/>
                        </a:rPr>
                        <a:t>and</a:t>
                      </a:r>
                      <a:endParaRPr lang="nl-NL" dirty="0">
                        <a:latin typeface="Consolas" panose="020B0609020204030204" pitchFamily="49" charset="0"/>
                      </a:endParaRPr>
                    </a:p>
                  </a:txBody>
                  <a:tcPr/>
                </a:tc>
                <a:extLst>
                  <a:ext uri="{0D108BD9-81ED-4DB2-BD59-A6C34878D82A}">
                    <a16:rowId xmlns:a16="http://schemas.microsoft.com/office/drawing/2014/main" val="2655576387"/>
                  </a:ext>
                </a:extLst>
              </a:tr>
              <a:tr h="370840">
                <a:tc>
                  <a:txBody>
                    <a:bodyPr/>
                    <a:lstStyle/>
                    <a:p>
                      <a:r>
                        <a:rPr lang="nl-NL" dirty="0">
                          <a:latin typeface="Consolas" panose="020B0609020204030204" pitchFamily="49" charset="0"/>
                        </a:rPr>
                        <a:t>or</a:t>
                      </a:r>
                    </a:p>
                  </a:txBody>
                  <a:tcPr/>
                </a:tc>
                <a:extLst>
                  <a:ext uri="{0D108BD9-81ED-4DB2-BD59-A6C34878D82A}">
                    <a16:rowId xmlns:a16="http://schemas.microsoft.com/office/drawing/2014/main" val="1973855218"/>
                  </a:ext>
                </a:extLst>
              </a:tr>
            </a:tbl>
          </a:graphicData>
        </a:graphic>
      </p:graphicFrame>
      <p:sp>
        <p:nvSpPr>
          <p:cNvPr id="3" name="TextBox 22">
            <a:extLst>
              <a:ext uri="{FF2B5EF4-FFF2-40B4-BE49-F238E27FC236}">
                <a16:creationId xmlns:a16="http://schemas.microsoft.com/office/drawing/2014/main" id="{4CEE59E8-98F0-3C8D-E543-356356677387}"/>
              </a:ext>
            </a:extLst>
          </p:cNvPr>
          <p:cNvSpPr txBox="1"/>
          <p:nvPr/>
        </p:nvSpPr>
        <p:spPr bwMode="auto">
          <a:xfrm>
            <a:off x="709357" y="1729143"/>
            <a:ext cx="6364572" cy="163121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De verschillende operators </a:t>
            </a:r>
            <a:r>
              <a:rPr lang="nl-NL" sz="2000" kern="0" dirty="0">
                <a:solidFill>
                  <a:srgbClr val="294171"/>
                </a:solidFill>
              </a:rPr>
              <a:t>hebben een eigen prioriteit</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Operator(s) worden van hoge prioriteit naar lage prioriteit geëvalueerd. Met haakjes kan je dit proces beïnvloeden!</a:t>
            </a:r>
          </a:p>
        </p:txBody>
      </p:sp>
      <p:sp>
        <p:nvSpPr>
          <p:cNvPr id="4" name="Tekstvak 3">
            <a:extLst>
              <a:ext uri="{FF2B5EF4-FFF2-40B4-BE49-F238E27FC236}">
                <a16:creationId xmlns:a16="http://schemas.microsoft.com/office/drawing/2014/main" id="{9BADB20D-3AF5-10C0-FC71-E125B328DDBE}"/>
              </a:ext>
            </a:extLst>
          </p:cNvPr>
          <p:cNvSpPr txBox="1"/>
          <p:nvPr/>
        </p:nvSpPr>
        <p:spPr>
          <a:xfrm>
            <a:off x="1064758" y="3961163"/>
            <a:ext cx="6009171" cy="1938992"/>
          </a:xfrm>
          <a:prstGeom prst="rect">
            <a:avLst/>
          </a:prstGeom>
          <a:noFill/>
        </p:spPr>
        <p:txBody>
          <a:bodyPr wrap="square">
            <a:spAutoFit/>
          </a:bodyPr>
          <a:lstStyle/>
          <a:p>
            <a:r>
              <a:rPr lang="en-US" sz="2000" kern="0" dirty="0">
                <a:solidFill>
                  <a:prstClr val="black"/>
                </a:solidFill>
                <a:latin typeface="Consolas" panose="020B0609020204030204" pitchFamily="49" charset="0"/>
                <a:cs typeface="Courier New" panose="02070309020205020404" pitchFamily="49" charset="0"/>
              </a:rPr>
              <a:t>3 + 2 * 9 ** 2			= 165</a:t>
            </a:r>
          </a:p>
          <a:p>
            <a:r>
              <a:rPr lang="en-US" sz="2000" kern="0" dirty="0">
                <a:solidFill>
                  <a:prstClr val="black"/>
                </a:solidFill>
                <a:latin typeface="Consolas" panose="020B0609020204030204" pitchFamily="49" charset="0"/>
                <a:cs typeface="Courier New" panose="02070309020205020404" pitchFamily="49" charset="0"/>
              </a:rPr>
              <a:t>3 + (2 * 9) ** 2			= 327</a:t>
            </a:r>
          </a:p>
          <a:p>
            <a:r>
              <a:rPr lang="en-US" sz="2000" kern="0" dirty="0">
                <a:solidFill>
                  <a:prstClr val="black"/>
                </a:solidFill>
                <a:latin typeface="Consolas" panose="020B0609020204030204" pitchFamily="49" charset="0"/>
                <a:cs typeface="Courier New" panose="02070309020205020404" pitchFamily="49" charset="0"/>
              </a:rPr>
              <a:t>(3 + 2) * 9 ** 2			= 405</a:t>
            </a:r>
          </a:p>
          <a:p>
            <a:endParaRPr lang="en-US" sz="2000" kern="0" dirty="0">
              <a:solidFill>
                <a:prstClr val="black"/>
              </a:solidFill>
              <a:latin typeface="Consolas" panose="020B0609020204030204" pitchFamily="49" charset="0"/>
              <a:cs typeface="Courier New" panose="02070309020205020404" pitchFamily="49" charset="0"/>
            </a:endParaRPr>
          </a:p>
          <a:p>
            <a:r>
              <a:rPr lang="en-US" sz="2000" kern="0" dirty="0">
                <a:solidFill>
                  <a:prstClr val="black"/>
                </a:solidFill>
                <a:latin typeface="Consolas" panose="020B0609020204030204" pitchFamily="49" charset="0"/>
                <a:cs typeface="Courier New" panose="02070309020205020404" pitchFamily="49" charset="0"/>
              </a:rPr>
              <a:t>True or False and False		= True</a:t>
            </a:r>
          </a:p>
          <a:p>
            <a:r>
              <a:rPr lang="en-US" sz="2000" kern="0" dirty="0">
                <a:solidFill>
                  <a:prstClr val="black"/>
                </a:solidFill>
                <a:latin typeface="Consolas" panose="020B0609020204030204" pitchFamily="49" charset="0"/>
                <a:cs typeface="Courier New" panose="02070309020205020404" pitchFamily="49" charset="0"/>
              </a:rPr>
              <a:t>(True or False) and False		= False</a:t>
            </a:r>
          </a:p>
        </p:txBody>
      </p:sp>
    </p:spTree>
    <p:extLst>
      <p:ext uri="{BB962C8B-B14F-4D97-AF65-F5344CB8AC3E}">
        <p14:creationId xmlns:p14="http://schemas.microsoft.com/office/powerpoint/2010/main" val="40698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DD34-486F-F754-B635-9D1B63F5F8FF}"/>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089083F0-7322-EFDF-70EE-8BC95FBD0357}"/>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nl-NL" sz="3600" b="1" dirty="0"/>
              <a:t>Data Types – </a:t>
            </a:r>
            <a:r>
              <a:rPr lang="en-US" sz="3600" b="1" kern="0" dirty="0">
                <a:solidFill>
                  <a:prstClr val="black"/>
                </a:solidFill>
              </a:rPr>
              <a:t>Lists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(§12.1)</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67F1F5CD-CCDC-1EA6-1B4D-8F0706CD2CE1}"/>
              </a:ext>
            </a:extLst>
          </p:cNvPr>
          <p:cNvSpPr txBox="1"/>
          <p:nvPr/>
        </p:nvSpPr>
        <p:spPr bwMode="auto">
          <a:xfrm>
            <a:off x="709358" y="1470029"/>
            <a:ext cx="11025442" cy="1938992"/>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Een (geordende) verzameling van data items (</a:t>
            </a:r>
            <a:r>
              <a:rPr kumimoji="0" lang="nl-NL" sz="2000" b="0" i="0" u="none" strike="noStrike" kern="0" cap="none" spc="0" normalizeH="0" baseline="0" noProof="0" dirty="0" err="1">
                <a:ln>
                  <a:noFill/>
                </a:ln>
                <a:solidFill>
                  <a:srgbClr val="294171"/>
                </a:solidFill>
                <a:effectLst/>
                <a:uLnTx/>
                <a:uFillTx/>
              </a:rPr>
              <a:t>o.a</a:t>
            </a:r>
            <a:r>
              <a:rPr lang="nl-NL" sz="2000" kern="0" dirty="0">
                <a:solidFill>
                  <a:srgbClr val="294171"/>
                </a:solidFill>
              </a:rPr>
              <a:t>. </a:t>
            </a:r>
            <a:r>
              <a:rPr kumimoji="0" lang="nl-NL" sz="2000" b="0" i="0" u="none" strike="noStrike" kern="0" cap="none" spc="0" normalizeH="0" baseline="0" noProof="0" dirty="0">
                <a:ln>
                  <a:noFill/>
                </a:ln>
                <a:solidFill>
                  <a:srgbClr val="294171"/>
                </a:solidFill>
                <a:effectLst/>
                <a:uLnTx/>
                <a:uFillTx/>
              </a:rPr>
              <a:t>strings, getallen, </a:t>
            </a:r>
            <a:r>
              <a:rPr kumimoji="0" lang="nl-NL" sz="2000" b="0" i="0" u="none" strike="noStrike" kern="0" cap="none" spc="0" normalizeH="0" baseline="0" noProof="0" dirty="0" err="1">
                <a:ln>
                  <a:noFill/>
                </a:ln>
                <a:solidFill>
                  <a:srgbClr val="294171"/>
                </a:solidFill>
                <a:effectLst/>
                <a:uLnTx/>
                <a:uFillTx/>
              </a:rPr>
              <a:t>booleans</a:t>
            </a:r>
            <a:r>
              <a:rPr lang="nl-NL" sz="2000" kern="0" dirty="0">
                <a:solidFill>
                  <a:srgbClr val="294171"/>
                </a:solidFill>
              </a:rPr>
              <a:t> en… </a:t>
            </a:r>
            <a:r>
              <a:rPr lang="nl-NL" sz="2000" kern="0" dirty="0" err="1">
                <a:solidFill>
                  <a:srgbClr val="294171"/>
                </a:solidFill>
              </a:rPr>
              <a:t>lists</a:t>
            </a:r>
            <a:r>
              <a:rPr lang="nl-NL" sz="2000" kern="0" dirty="0">
                <a:solidFill>
                  <a:srgbClr val="294171"/>
                </a:solidFill>
              </a:rPr>
              <a:t>)</a:t>
            </a:r>
            <a:endParaRPr kumimoji="0" lang="nl-NL" sz="2000" b="0" i="0" u="none" strike="noStrike" kern="0" cap="none" spc="0" normalizeH="0" baseline="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Elk list-item heeft een index, beginnend bij 0</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Te herkennen aan:  [  en  ]</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Basisfuncties </a:t>
            </a:r>
            <a:r>
              <a:rPr kumimoji="0" lang="nl-NL" sz="2000" b="0" i="0" u="none" strike="noStrike" kern="0" cap="none" spc="0" normalizeH="0" baseline="0" noProof="0" dirty="0" err="1">
                <a:ln>
                  <a:noFill/>
                </a:ln>
                <a:solidFill>
                  <a:srgbClr val="294171"/>
                </a:solidFill>
                <a:effectLst/>
                <a:uLnTx/>
                <a:uFillTx/>
              </a:rPr>
              <a:t>len</a:t>
            </a:r>
            <a:r>
              <a:rPr kumimoji="0" lang="nl-NL" sz="2000" b="0" i="0" u="none" strike="noStrike" kern="0" cap="none" spc="0" normalizeH="0" baseline="0" noProof="0" dirty="0">
                <a:ln>
                  <a:noFill/>
                </a:ln>
                <a:solidFill>
                  <a:srgbClr val="294171"/>
                </a:solidFill>
                <a:effectLst/>
                <a:uLnTx/>
                <a:uFillTx/>
              </a:rPr>
              <a:t>, min, max en (nieuw:) </a:t>
            </a:r>
            <a:r>
              <a:rPr kumimoji="0" lang="nl-NL" sz="2000" b="0" i="0" u="none" strike="noStrike" kern="0" cap="none" spc="0" normalizeH="0" baseline="0" noProof="0" dirty="0" err="1">
                <a:ln>
                  <a:noFill/>
                </a:ln>
                <a:solidFill>
                  <a:srgbClr val="294171"/>
                </a:solidFill>
                <a:effectLst/>
                <a:uLnTx/>
                <a:uFillTx/>
              </a:rPr>
              <a:t>sum</a:t>
            </a:r>
            <a:r>
              <a:rPr kumimoji="0" lang="nl-NL" sz="2000" b="0" i="0" u="none" strike="noStrike" kern="0" cap="none" spc="0" normalizeH="0" baseline="0" noProof="0" dirty="0">
                <a:ln>
                  <a:noFill/>
                </a:ln>
                <a:solidFill>
                  <a:srgbClr val="294171"/>
                </a:solidFill>
                <a:effectLst/>
                <a:uLnTx/>
                <a:uFillTx/>
              </a:rPr>
              <a:t> kan je op een list gebruiken:</a:t>
            </a:r>
          </a:p>
        </p:txBody>
      </p:sp>
      <p:sp>
        <p:nvSpPr>
          <p:cNvPr id="2" name="Tekstvak 1">
            <a:extLst>
              <a:ext uri="{FF2B5EF4-FFF2-40B4-BE49-F238E27FC236}">
                <a16:creationId xmlns:a16="http://schemas.microsoft.com/office/drawing/2014/main" id="{96E04BF9-454D-119C-990A-BC7FCD78D7AE}"/>
              </a:ext>
            </a:extLst>
          </p:cNvPr>
          <p:cNvSpPr txBox="1"/>
          <p:nvPr/>
        </p:nvSpPr>
        <p:spPr>
          <a:xfrm>
            <a:off x="1320800" y="3733857"/>
            <a:ext cx="9550399" cy="2246769"/>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fruitlist = ["appel", "banaan", "kers", 27, 3.14] </a:t>
            </a:r>
          </a:p>
          <a:p>
            <a:r>
              <a:rPr lang="nl-NL" sz="2000" kern="0" dirty="0">
                <a:solidFill>
                  <a:prstClr val="black"/>
                </a:solidFill>
                <a:latin typeface="Consolas" panose="020B0609020204030204" pitchFamily="49" charset="0"/>
                <a:cs typeface="Courier New" panose="02070309020205020404" pitchFamily="49" charset="0"/>
              </a:rPr>
              <a:t>print( </a:t>
            </a:r>
            <a:r>
              <a:rPr lang="nl-NL" sz="2000" kern="0" dirty="0" err="1">
                <a:solidFill>
                  <a:prstClr val="black"/>
                </a:solidFill>
                <a:latin typeface="Consolas" panose="020B0609020204030204" pitchFamily="49" charset="0"/>
                <a:cs typeface="Courier New" panose="02070309020205020404" pitchFamily="49" charset="0"/>
              </a:rPr>
              <a:t>len</a:t>
            </a:r>
            <a:r>
              <a:rPr lang="nl-NL" sz="2000" kern="0" dirty="0">
                <a:solidFill>
                  <a:prstClr val="black"/>
                </a:solidFill>
                <a:latin typeface="Consolas" panose="020B0609020204030204" pitchFamily="49" charset="0"/>
                <a:cs typeface="Courier New" panose="02070309020205020404" pitchFamily="49" charset="0"/>
              </a:rPr>
              <a:t>( fruitlist ) )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err="1">
                <a:solidFill>
                  <a:prstClr val="black"/>
                </a:solidFill>
                <a:latin typeface="Consolas" panose="020B0609020204030204" pitchFamily="49" charset="0"/>
                <a:cs typeface="Courier New" panose="02070309020205020404" pitchFamily="49" charset="0"/>
              </a:rPr>
              <a:t>numlist</a:t>
            </a:r>
            <a:r>
              <a:rPr lang="nl-NL" sz="2000" kern="0" dirty="0">
                <a:solidFill>
                  <a:prstClr val="black"/>
                </a:solidFill>
                <a:latin typeface="Consolas" panose="020B0609020204030204" pitchFamily="49" charset="0"/>
                <a:cs typeface="Courier New" panose="02070309020205020404" pitchFamily="49" charset="0"/>
              </a:rPr>
              <a:t> = [314, 315, 642, 246, 129, 999] </a:t>
            </a:r>
          </a:p>
          <a:p>
            <a:r>
              <a:rPr lang="nl-NL" sz="2000" kern="0" dirty="0">
                <a:solidFill>
                  <a:prstClr val="black"/>
                </a:solidFill>
                <a:latin typeface="Consolas" panose="020B0609020204030204" pitchFamily="49" charset="0"/>
                <a:cs typeface="Courier New" panose="02070309020205020404" pitchFamily="49" charset="0"/>
              </a:rPr>
              <a:t>print( max( </a:t>
            </a:r>
            <a:r>
              <a:rPr lang="nl-NL" sz="2000" kern="0" dirty="0" err="1">
                <a:solidFill>
                  <a:prstClr val="black"/>
                </a:solidFill>
                <a:latin typeface="Consolas" panose="020B0609020204030204" pitchFamily="49" charset="0"/>
                <a:cs typeface="Courier New" panose="02070309020205020404" pitchFamily="49" charset="0"/>
              </a:rPr>
              <a:t>numlist</a:t>
            </a:r>
            <a:r>
              <a:rPr lang="nl-NL" sz="2000" kern="0" dirty="0">
                <a:solidFill>
                  <a:prstClr val="black"/>
                </a:solidFill>
                <a:latin typeface="Consolas" panose="020B0609020204030204" pitchFamily="49" charset="0"/>
                <a:cs typeface="Courier New" panose="02070309020205020404" pitchFamily="49" charset="0"/>
              </a:rPr>
              <a:t> ) ) </a:t>
            </a:r>
          </a:p>
          <a:p>
            <a:r>
              <a:rPr lang="nl-NL" sz="2000" kern="0" dirty="0">
                <a:solidFill>
                  <a:prstClr val="black"/>
                </a:solidFill>
                <a:latin typeface="Consolas" panose="020B0609020204030204" pitchFamily="49" charset="0"/>
                <a:cs typeface="Courier New" panose="02070309020205020404" pitchFamily="49" charset="0"/>
              </a:rPr>
              <a:t>print( min( </a:t>
            </a:r>
            <a:r>
              <a:rPr lang="nl-NL" sz="2000" kern="0" dirty="0" err="1">
                <a:solidFill>
                  <a:prstClr val="black"/>
                </a:solidFill>
                <a:latin typeface="Consolas" panose="020B0609020204030204" pitchFamily="49" charset="0"/>
                <a:cs typeface="Courier New" panose="02070309020205020404" pitchFamily="49" charset="0"/>
              </a:rPr>
              <a:t>numlist</a:t>
            </a:r>
            <a:r>
              <a:rPr lang="nl-NL" sz="2000" kern="0" dirty="0">
                <a:solidFill>
                  <a:prstClr val="black"/>
                </a:solidFill>
                <a:latin typeface="Consolas" panose="020B0609020204030204" pitchFamily="49" charset="0"/>
                <a:cs typeface="Courier New" panose="02070309020205020404" pitchFamily="49" charset="0"/>
              </a:rPr>
              <a:t> ) ) </a:t>
            </a:r>
          </a:p>
          <a:p>
            <a:r>
              <a:rPr lang="nl-NL" sz="2000" kern="0" dirty="0">
                <a:solidFill>
                  <a:prstClr val="black"/>
                </a:solidFill>
                <a:latin typeface="Consolas" panose="020B0609020204030204" pitchFamily="49" charset="0"/>
                <a:cs typeface="Courier New" panose="02070309020205020404" pitchFamily="49" charset="0"/>
              </a:rPr>
              <a:t>print( </a:t>
            </a:r>
            <a:r>
              <a:rPr lang="nl-NL" sz="2000" kern="0" dirty="0" err="1">
                <a:solidFill>
                  <a:prstClr val="black"/>
                </a:solidFill>
                <a:latin typeface="Consolas" panose="020B0609020204030204" pitchFamily="49" charset="0"/>
                <a:cs typeface="Courier New" panose="02070309020205020404" pitchFamily="49" charset="0"/>
              </a:rPr>
              <a:t>sum</a:t>
            </a:r>
            <a:r>
              <a:rPr lang="nl-NL" sz="2000" kern="0" dirty="0">
                <a:solidFill>
                  <a:prstClr val="black"/>
                </a:solidFill>
                <a:latin typeface="Consolas" panose="020B0609020204030204" pitchFamily="49" charset="0"/>
                <a:cs typeface="Courier New" panose="02070309020205020404" pitchFamily="49" charset="0"/>
              </a:rPr>
              <a:t>( </a:t>
            </a:r>
            <a:r>
              <a:rPr lang="nl-NL" sz="2000" kern="0" dirty="0" err="1">
                <a:solidFill>
                  <a:prstClr val="black"/>
                </a:solidFill>
                <a:latin typeface="Consolas" panose="020B0609020204030204" pitchFamily="49" charset="0"/>
                <a:cs typeface="Courier New" panose="02070309020205020404" pitchFamily="49" charset="0"/>
              </a:rPr>
              <a:t>numlist</a:t>
            </a:r>
            <a:r>
              <a:rPr lang="nl-NL" sz="2000" kern="0" dirty="0">
                <a:solidFill>
                  <a:prstClr val="black"/>
                </a:solidFill>
                <a:latin typeface="Consolas" panose="020B0609020204030204" pitchFamily="49" charset="0"/>
                <a:cs typeface="Courier New" panose="02070309020205020404" pitchFamily="49" charset="0"/>
              </a:rPr>
              <a:t> ) )</a:t>
            </a:r>
          </a:p>
        </p:txBody>
      </p:sp>
      <p:grpSp>
        <p:nvGrpSpPr>
          <p:cNvPr id="3" name="Groep 2">
            <a:extLst>
              <a:ext uri="{FF2B5EF4-FFF2-40B4-BE49-F238E27FC236}">
                <a16:creationId xmlns:a16="http://schemas.microsoft.com/office/drawing/2014/main" id="{B1B217FE-F5ED-ECF4-0826-63DE9C9A052A}"/>
              </a:ext>
            </a:extLst>
          </p:cNvPr>
          <p:cNvGrpSpPr/>
          <p:nvPr/>
        </p:nvGrpSpPr>
        <p:grpSpPr>
          <a:xfrm>
            <a:off x="10117744" y="5023045"/>
            <a:ext cx="1220819" cy="1443295"/>
            <a:chOff x="6222079" y="5499300"/>
            <a:chExt cx="1193142" cy="1772086"/>
          </a:xfrm>
        </p:grpSpPr>
        <p:sp>
          <p:nvSpPr>
            <p:cNvPr id="4" name="Tekstvak 3">
              <a:extLst>
                <a:ext uri="{FF2B5EF4-FFF2-40B4-BE49-F238E27FC236}">
                  <a16:creationId xmlns:a16="http://schemas.microsoft.com/office/drawing/2014/main" id="{1F9B8453-8B20-1362-1894-E54A010D1CD2}"/>
                </a:ext>
              </a:extLst>
            </p:cNvPr>
            <p:cNvSpPr txBox="1"/>
            <p:nvPr/>
          </p:nvSpPr>
          <p:spPr>
            <a:xfrm>
              <a:off x="6222079" y="5643187"/>
              <a:ext cx="1193142" cy="1628199"/>
            </a:xfrm>
            <a:prstGeom prst="rect">
              <a:avLst/>
            </a:prstGeom>
            <a:solidFill>
              <a:schemeClr val="bg1"/>
            </a:solidFill>
            <a:ln>
              <a:solidFill>
                <a:schemeClr val="accent1"/>
              </a:solidFill>
            </a:ln>
          </p:spPr>
          <p:txBody>
            <a:bodyPr wrap="square" lIns="108000" tIns="144000" rIns="108000" bIns="72000">
              <a:spAutoFit/>
            </a:bodyPr>
            <a:lstStyle/>
            <a:p>
              <a:r>
                <a:rPr lang="nl-NL" kern="0" dirty="0">
                  <a:solidFill>
                    <a:prstClr val="black"/>
                  </a:solidFill>
                  <a:cs typeface="Courier New" panose="02070309020205020404" pitchFamily="49" charset="0"/>
                </a:rPr>
                <a:t>5</a:t>
              </a:r>
            </a:p>
            <a:p>
              <a:r>
                <a:rPr lang="nl-NL" kern="0" dirty="0">
                  <a:solidFill>
                    <a:prstClr val="black"/>
                  </a:solidFill>
                  <a:cs typeface="Courier New" panose="02070309020205020404" pitchFamily="49" charset="0"/>
                </a:rPr>
                <a:t>999</a:t>
              </a:r>
            </a:p>
            <a:p>
              <a:r>
                <a:rPr lang="nl-NL" kern="0" dirty="0">
                  <a:solidFill>
                    <a:prstClr val="black"/>
                  </a:solidFill>
                  <a:cs typeface="Courier New" panose="02070309020205020404" pitchFamily="49" charset="0"/>
                </a:rPr>
                <a:t>129</a:t>
              </a:r>
            </a:p>
            <a:p>
              <a:r>
                <a:rPr lang="nl-NL" kern="0" dirty="0">
                  <a:solidFill>
                    <a:prstClr val="black"/>
                  </a:solidFill>
                  <a:cs typeface="Courier New" panose="02070309020205020404" pitchFamily="49" charset="0"/>
                </a:rPr>
                <a:t>2645</a:t>
              </a:r>
            </a:p>
          </p:txBody>
        </p:sp>
        <p:sp>
          <p:nvSpPr>
            <p:cNvPr id="5" name="Tekstvak 4">
              <a:extLst>
                <a:ext uri="{FF2B5EF4-FFF2-40B4-BE49-F238E27FC236}">
                  <a16:creationId xmlns:a16="http://schemas.microsoft.com/office/drawing/2014/main" id="{38BF2C0A-64AB-A8CC-CFF9-775732996860}"/>
                </a:ext>
              </a:extLst>
            </p:cNvPr>
            <p:cNvSpPr txBox="1"/>
            <p:nvPr/>
          </p:nvSpPr>
          <p:spPr>
            <a:xfrm>
              <a:off x="6401396" y="5499300"/>
              <a:ext cx="584791" cy="264523"/>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64213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CA5D-DBBD-8F92-65A4-C3601DA1FC49}"/>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F96D0E58-FF85-563F-CDA0-73D641A2B50A}"/>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n-US" sz="3600" b="1" kern="0" dirty="0">
                <a:solidFill>
                  <a:prstClr val="black"/>
                </a:solidFill>
              </a:rPr>
              <a:t>Lists </a:t>
            </a:r>
            <a:r>
              <a:rPr lang="en-US" sz="3600" b="1" kern="0" dirty="0" err="1">
                <a:solidFill>
                  <a:prstClr val="black"/>
                </a:solidFill>
              </a:rPr>
              <a:t>zijn</a:t>
            </a:r>
            <a:r>
              <a:rPr lang="en-US" sz="3600" b="1" kern="0" dirty="0">
                <a:solidFill>
                  <a:prstClr val="black"/>
                </a:solidFill>
              </a:rPr>
              <a:t> </a:t>
            </a:r>
            <a:r>
              <a:rPr lang="en-US" sz="3600" b="1" kern="0" dirty="0" err="1">
                <a:solidFill>
                  <a:prstClr val="black"/>
                </a:solidFill>
              </a:rPr>
              <a:t>veranderbaar</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(§12.2)</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20F50DAD-4982-67EC-DF32-BAEB7939736D}"/>
              </a:ext>
            </a:extLst>
          </p:cNvPr>
          <p:cNvSpPr txBox="1"/>
          <p:nvPr/>
        </p:nvSpPr>
        <p:spPr bwMode="auto">
          <a:xfrm>
            <a:off x="709358" y="2215234"/>
            <a:ext cx="11025442"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De</a:t>
            </a:r>
            <a:r>
              <a:rPr kumimoji="0" lang="nl-NL" sz="2000" b="0" i="0" u="none" strike="noStrike" kern="0" cap="none" spc="0" normalizeH="0" baseline="0" noProof="0" dirty="0">
                <a:ln>
                  <a:noFill/>
                </a:ln>
                <a:solidFill>
                  <a:srgbClr val="294171"/>
                </a:solidFill>
                <a:effectLst/>
                <a:uLnTx/>
                <a:uFillTx/>
              </a:rPr>
              <a:t> inhoud van een lijst kan je opvragen en wijzigen, bijvoorbeeld met behulp van de index:</a:t>
            </a:r>
          </a:p>
        </p:txBody>
      </p:sp>
      <p:sp>
        <p:nvSpPr>
          <p:cNvPr id="2" name="Tekstvak 1">
            <a:extLst>
              <a:ext uri="{FF2B5EF4-FFF2-40B4-BE49-F238E27FC236}">
                <a16:creationId xmlns:a16="http://schemas.microsoft.com/office/drawing/2014/main" id="{5003A665-926A-8F96-A1C8-297115605325}"/>
              </a:ext>
            </a:extLst>
          </p:cNvPr>
          <p:cNvSpPr txBox="1"/>
          <p:nvPr/>
        </p:nvSpPr>
        <p:spPr>
          <a:xfrm>
            <a:off x="1320800" y="3119272"/>
            <a:ext cx="9550399" cy="2246769"/>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fruitlist = ["appel", "banaan", "kers", "doerian", "mango"] </a:t>
            </a:r>
          </a:p>
          <a:p>
            <a:r>
              <a:rPr lang="nl-NL" sz="2000" kern="0" dirty="0">
                <a:solidFill>
                  <a:prstClr val="black"/>
                </a:solidFill>
                <a:latin typeface="Consolas" panose="020B0609020204030204" pitchFamily="49" charset="0"/>
                <a:cs typeface="Courier New" panose="02070309020205020404" pitchFamily="49" charset="0"/>
              </a:rPr>
              <a:t>print( fruitlist )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a:solidFill>
                  <a:prstClr val="black"/>
                </a:solidFill>
                <a:latin typeface="Consolas" panose="020B0609020204030204" pitchFamily="49" charset="0"/>
                <a:cs typeface="Courier New" panose="02070309020205020404" pitchFamily="49" charset="0"/>
              </a:rPr>
              <a:t>fruitlist[</a:t>
            </a:r>
            <a:r>
              <a:rPr lang="nl-NL" sz="2000" kern="0" dirty="0">
                <a:solidFill>
                  <a:prstClr val="black"/>
                </a:solidFill>
                <a:highlight>
                  <a:srgbClr val="FFFF00"/>
                </a:highlight>
                <a:latin typeface="Consolas" panose="020B0609020204030204" pitchFamily="49" charset="0"/>
                <a:cs typeface="Courier New" panose="02070309020205020404" pitchFamily="49" charset="0"/>
              </a:rPr>
              <a:t>2</a:t>
            </a:r>
            <a:r>
              <a:rPr lang="nl-NL" sz="2000" kern="0" dirty="0">
                <a:solidFill>
                  <a:prstClr val="black"/>
                </a:solidFill>
                <a:latin typeface="Consolas" panose="020B0609020204030204" pitchFamily="49" charset="0"/>
                <a:cs typeface="Courier New" panose="02070309020205020404" pitchFamily="49" charset="0"/>
              </a:rPr>
              <a:t>] = "aardbei"</a:t>
            </a:r>
          </a:p>
          <a:p>
            <a:r>
              <a:rPr lang="nl-NL" sz="2000" kern="0" dirty="0">
                <a:solidFill>
                  <a:prstClr val="black"/>
                </a:solidFill>
                <a:latin typeface="Consolas" panose="020B0609020204030204" pitchFamily="49" charset="0"/>
                <a:cs typeface="Courier New" panose="02070309020205020404" pitchFamily="49" charset="0"/>
              </a:rPr>
              <a:t>print( fruitlist )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a:solidFill>
                  <a:prstClr val="black"/>
                </a:solidFill>
                <a:latin typeface="Consolas" panose="020B0609020204030204" pitchFamily="49" charset="0"/>
                <a:cs typeface="Courier New" panose="02070309020205020404" pitchFamily="49" charset="0"/>
              </a:rPr>
              <a:t>print( fruitlist[</a:t>
            </a:r>
            <a:r>
              <a:rPr lang="nl-NL" sz="2000" kern="0" dirty="0">
                <a:solidFill>
                  <a:prstClr val="black"/>
                </a:solidFill>
                <a:highlight>
                  <a:srgbClr val="FFFF00"/>
                </a:highlight>
                <a:latin typeface="Consolas" panose="020B0609020204030204" pitchFamily="49" charset="0"/>
                <a:cs typeface="Courier New" panose="02070309020205020404" pitchFamily="49" charset="0"/>
              </a:rPr>
              <a:t>2</a:t>
            </a:r>
            <a:r>
              <a:rPr lang="nl-NL" sz="2000" kern="0" dirty="0">
                <a:solidFill>
                  <a:prstClr val="black"/>
                </a:solidFill>
                <a:latin typeface="Consolas" panose="020B0609020204030204" pitchFamily="49" charset="0"/>
                <a:cs typeface="Courier New" panose="02070309020205020404" pitchFamily="49" charset="0"/>
              </a:rPr>
              <a:t>] )</a:t>
            </a:r>
          </a:p>
        </p:txBody>
      </p:sp>
      <p:sp>
        <p:nvSpPr>
          <p:cNvPr id="4" name="Tekstvak 3">
            <a:extLst>
              <a:ext uri="{FF2B5EF4-FFF2-40B4-BE49-F238E27FC236}">
                <a16:creationId xmlns:a16="http://schemas.microsoft.com/office/drawing/2014/main" id="{EFA0EBA6-B680-F5E4-81EE-42504ECBD6A3}"/>
              </a:ext>
            </a:extLst>
          </p:cNvPr>
          <p:cNvSpPr txBox="1"/>
          <p:nvPr/>
        </p:nvSpPr>
        <p:spPr>
          <a:xfrm>
            <a:off x="7069741" y="5060515"/>
            <a:ext cx="4665059" cy="1049107"/>
          </a:xfrm>
          <a:prstGeom prst="rect">
            <a:avLst/>
          </a:prstGeom>
          <a:solidFill>
            <a:schemeClr val="bg1"/>
          </a:solidFill>
          <a:ln>
            <a:solidFill>
              <a:schemeClr val="accent1"/>
            </a:solidFill>
          </a:ln>
        </p:spPr>
        <p:txBody>
          <a:bodyPr wrap="square" lIns="108000" tIns="144000" rIns="108000" bIns="72000">
            <a:spAutoFit/>
          </a:bodyPr>
          <a:lstStyle/>
          <a:p>
            <a:r>
              <a:rPr lang="nl-NL" kern="0" dirty="0">
                <a:solidFill>
                  <a:prstClr val="black"/>
                </a:solidFill>
                <a:cs typeface="Courier New" panose="02070309020205020404" pitchFamily="49" charset="0"/>
              </a:rPr>
              <a:t>['appel', 'banaan', 'kers', 'doerian', 'mango']</a:t>
            </a:r>
          </a:p>
          <a:p>
            <a:r>
              <a:rPr lang="nl-NL" kern="0" dirty="0">
                <a:solidFill>
                  <a:prstClr val="black"/>
                </a:solidFill>
                <a:cs typeface="Courier New" panose="02070309020205020404" pitchFamily="49" charset="0"/>
              </a:rPr>
              <a:t>['appel', 'banaan', 'aardbei', 'doerian', 'mango’]</a:t>
            </a:r>
          </a:p>
          <a:p>
            <a:r>
              <a:rPr lang="nl-NL" kern="0" dirty="0">
                <a:solidFill>
                  <a:prstClr val="black"/>
                </a:solidFill>
                <a:cs typeface="Courier New" panose="02070309020205020404" pitchFamily="49" charset="0"/>
              </a:rPr>
              <a:t>aardbei</a:t>
            </a:r>
          </a:p>
        </p:txBody>
      </p:sp>
      <p:sp>
        <p:nvSpPr>
          <p:cNvPr id="5" name="Tekstvak 4">
            <a:extLst>
              <a:ext uri="{FF2B5EF4-FFF2-40B4-BE49-F238E27FC236}">
                <a16:creationId xmlns:a16="http://schemas.microsoft.com/office/drawing/2014/main" id="{069C5515-C487-36DE-D78C-07EA711B72B0}"/>
              </a:ext>
            </a:extLst>
          </p:cNvPr>
          <p:cNvSpPr txBox="1"/>
          <p:nvPr/>
        </p:nvSpPr>
        <p:spPr>
          <a:xfrm>
            <a:off x="7253217" y="4943325"/>
            <a:ext cx="598356" cy="215444"/>
          </a:xfrm>
          <a:prstGeom prst="rect">
            <a:avLst/>
          </a:prstGeom>
          <a:solidFill>
            <a:schemeClr val="bg1"/>
          </a:solidFill>
        </p:spPr>
        <p:txBody>
          <a:bodyPr wrap="square" lIns="36000" tIns="0" rIns="0" bIns="0" rtlCol="0">
            <a:spAutoFit/>
          </a:bodyPr>
          <a:lstStyle/>
          <a:p>
            <a:pPr algn="ctr"/>
            <a:r>
              <a:rPr lang="nl-NL" sz="1400" dirty="0"/>
              <a:t>uitvoer</a:t>
            </a:r>
          </a:p>
        </p:txBody>
      </p:sp>
      <p:sp>
        <p:nvSpPr>
          <p:cNvPr id="18" name="Tekstvak 17">
            <a:extLst>
              <a:ext uri="{FF2B5EF4-FFF2-40B4-BE49-F238E27FC236}">
                <a16:creationId xmlns:a16="http://schemas.microsoft.com/office/drawing/2014/main" id="{9C966B75-0A9E-5768-EF60-515B7EFC7A69}"/>
              </a:ext>
            </a:extLst>
          </p:cNvPr>
          <p:cNvSpPr txBox="1"/>
          <p:nvPr/>
        </p:nvSpPr>
        <p:spPr>
          <a:xfrm>
            <a:off x="3540760" y="2749940"/>
            <a:ext cx="213360" cy="369332"/>
          </a:xfrm>
          <a:prstGeom prst="rect">
            <a:avLst/>
          </a:prstGeom>
          <a:noFill/>
        </p:spPr>
        <p:txBody>
          <a:bodyPr wrap="square" rtlCol="0">
            <a:spAutoFit/>
          </a:bodyPr>
          <a:lstStyle/>
          <a:p>
            <a:r>
              <a:rPr lang="nl-NL" dirty="0"/>
              <a:t>0</a:t>
            </a:r>
          </a:p>
        </p:txBody>
      </p:sp>
      <p:sp>
        <p:nvSpPr>
          <p:cNvPr id="19" name="Tekstvak 18">
            <a:extLst>
              <a:ext uri="{FF2B5EF4-FFF2-40B4-BE49-F238E27FC236}">
                <a16:creationId xmlns:a16="http://schemas.microsoft.com/office/drawing/2014/main" id="{5C360185-4DDA-CAB3-72CA-6AAE89FFB302}"/>
              </a:ext>
            </a:extLst>
          </p:cNvPr>
          <p:cNvSpPr txBox="1"/>
          <p:nvPr/>
        </p:nvSpPr>
        <p:spPr>
          <a:xfrm>
            <a:off x="4902200" y="2749940"/>
            <a:ext cx="213360" cy="369332"/>
          </a:xfrm>
          <a:prstGeom prst="rect">
            <a:avLst/>
          </a:prstGeom>
          <a:noFill/>
        </p:spPr>
        <p:txBody>
          <a:bodyPr wrap="square" rtlCol="0">
            <a:spAutoFit/>
          </a:bodyPr>
          <a:lstStyle/>
          <a:p>
            <a:r>
              <a:rPr lang="nl-NL" dirty="0"/>
              <a:t>1</a:t>
            </a:r>
          </a:p>
        </p:txBody>
      </p:sp>
      <p:sp>
        <p:nvSpPr>
          <p:cNvPr id="20" name="Tekstvak 19">
            <a:extLst>
              <a:ext uri="{FF2B5EF4-FFF2-40B4-BE49-F238E27FC236}">
                <a16:creationId xmlns:a16="http://schemas.microsoft.com/office/drawing/2014/main" id="{B445A501-6EB7-FB62-F5B5-61E88EE9562E}"/>
              </a:ext>
            </a:extLst>
          </p:cNvPr>
          <p:cNvSpPr txBox="1"/>
          <p:nvPr/>
        </p:nvSpPr>
        <p:spPr>
          <a:xfrm>
            <a:off x="6156039" y="2731808"/>
            <a:ext cx="213360" cy="369332"/>
          </a:xfrm>
          <a:prstGeom prst="rect">
            <a:avLst/>
          </a:prstGeom>
          <a:noFill/>
        </p:spPr>
        <p:txBody>
          <a:bodyPr wrap="square" rtlCol="0">
            <a:spAutoFit/>
          </a:bodyPr>
          <a:lstStyle/>
          <a:p>
            <a:r>
              <a:rPr lang="nl-NL" dirty="0"/>
              <a:t>2</a:t>
            </a:r>
          </a:p>
        </p:txBody>
      </p:sp>
      <p:sp>
        <p:nvSpPr>
          <p:cNvPr id="21" name="Tekstvak 20">
            <a:extLst>
              <a:ext uri="{FF2B5EF4-FFF2-40B4-BE49-F238E27FC236}">
                <a16:creationId xmlns:a16="http://schemas.microsoft.com/office/drawing/2014/main" id="{95F2FE02-5116-5776-DBDC-FEBBC75900A8}"/>
              </a:ext>
            </a:extLst>
          </p:cNvPr>
          <p:cNvSpPr txBox="1"/>
          <p:nvPr/>
        </p:nvSpPr>
        <p:spPr>
          <a:xfrm>
            <a:off x="7517479" y="2727334"/>
            <a:ext cx="213360" cy="369332"/>
          </a:xfrm>
          <a:prstGeom prst="rect">
            <a:avLst/>
          </a:prstGeom>
          <a:noFill/>
        </p:spPr>
        <p:txBody>
          <a:bodyPr wrap="square" rtlCol="0">
            <a:spAutoFit/>
          </a:bodyPr>
          <a:lstStyle/>
          <a:p>
            <a:r>
              <a:rPr lang="nl-NL" dirty="0"/>
              <a:t>3</a:t>
            </a:r>
          </a:p>
        </p:txBody>
      </p:sp>
      <p:sp>
        <p:nvSpPr>
          <p:cNvPr id="22" name="Tekstvak 21">
            <a:extLst>
              <a:ext uri="{FF2B5EF4-FFF2-40B4-BE49-F238E27FC236}">
                <a16:creationId xmlns:a16="http://schemas.microsoft.com/office/drawing/2014/main" id="{F4D8EB8F-BB55-82F1-D853-ACB19498FB7A}"/>
              </a:ext>
            </a:extLst>
          </p:cNvPr>
          <p:cNvSpPr txBox="1"/>
          <p:nvPr/>
        </p:nvSpPr>
        <p:spPr>
          <a:xfrm>
            <a:off x="8878919" y="2727334"/>
            <a:ext cx="213360" cy="369332"/>
          </a:xfrm>
          <a:prstGeom prst="rect">
            <a:avLst/>
          </a:prstGeom>
          <a:noFill/>
        </p:spPr>
        <p:txBody>
          <a:bodyPr wrap="square" rtlCol="0">
            <a:spAutoFit/>
          </a:bodyPr>
          <a:lstStyle/>
          <a:p>
            <a:r>
              <a:rPr lang="nl-NL" dirty="0"/>
              <a:t>4</a:t>
            </a:r>
          </a:p>
        </p:txBody>
      </p:sp>
    </p:spTree>
    <p:extLst>
      <p:ext uri="{BB962C8B-B14F-4D97-AF65-F5344CB8AC3E}">
        <p14:creationId xmlns:p14="http://schemas.microsoft.com/office/powerpoint/2010/main" val="392955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500"/>
                                        <p:tgtEl>
                                          <p:spTgt spid="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fade">
                                      <p:cBhvr>
                                        <p:cTn id="33" dur="500"/>
                                        <p:tgtEl>
                                          <p:spTgt spid="2">
                                            <p:txEl>
                                              <p:pRg st="4" end="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animEffect transition="in" filter="fade">
                                      <p:cBhvr>
                                        <p:cTn id="36" dur="500"/>
                                        <p:tgtEl>
                                          <p:spTgt spid="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Effect transition="in" filter="fade">
                                      <p:cBhvr>
                                        <p:cTn id="41" dur="500"/>
                                        <p:tgtEl>
                                          <p:spTgt spid="2">
                                            <p:txEl>
                                              <p:pRg st="6" end="6"/>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405D7-EE4B-96A6-6608-DBCE71529245}"/>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C291E292-F7A0-CA6D-DADE-0733E5602049}"/>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n-US" sz="3600" b="1" kern="0" dirty="0">
                <a:solidFill>
                  <a:prstClr val="black"/>
                </a:solidFill>
              </a:rPr>
              <a:t>Lists </a:t>
            </a:r>
            <a:r>
              <a:rPr lang="en-US" sz="3600" b="1" kern="0" dirty="0" err="1">
                <a:solidFill>
                  <a:prstClr val="black"/>
                </a:solidFill>
              </a:rPr>
              <a:t>en</a:t>
            </a:r>
            <a:r>
              <a:rPr lang="en-US" sz="3600" b="1" kern="0" dirty="0">
                <a:solidFill>
                  <a:prstClr val="black"/>
                </a:solidFill>
              </a:rPr>
              <a:t> </a:t>
            </a:r>
            <a:r>
              <a:rPr lang="en-US" sz="3600" b="1" kern="0" dirty="0" err="1">
                <a:solidFill>
                  <a:prstClr val="black"/>
                </a:solidFill>
              </a:rPr>
              <a:t>operatoren</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(§12.3)</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9F7FCAEE-0181-34C8-3BEA-A51627807B97}"/>
              </a:ext>
            </a:extLst>
          </p:cNvPr>
          <p:cNvSpPr txBox="1"/>
          <p:nvPr/>
        </p:nvSpPr>
        <p:spPr bwMode="auto">
          <a:xfrm>
            <a:off x="709358" y="2215234"/>
            <a:ext cx="11025442"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err="1">
                <a:solidFill>
                  <a:srgbClr val="294171"/>
                </a:solidFill>
              </a:rPr>
              <a:t>Lists</a:t>
            </a:r>
            <a:r>
              <a:rPr lang="nl-NL" sz="2000" kern="0" dirty="0">
                <a:solidFill>
                  <a:srgbClr val="294171"/>
                </a:solidFill>
              </a:rPr>
              <a:t> ondersteunen het gebruik van de operatoren </a:t>
            </a:r>
            <a:r>
              <a:rPr lang="nl-NL" b="1" kern="0" dirty="0">
                <a:solidFill>
                  <a:srgbClr val="294171"/>
                </a:solidFill>
                <a:latin typeface="Consolas" panose="020B0609020204030204" pitchFamily="49" charset="0"/>
              </a:rPr>
              <a:t>+</a:t>
            </a:r>
            <a:r>
              <a:rPr lang="nl-NL" sz="2000" kern="0" dirty="0">
                <a:solidFill>
                  <a:srgbClr val="294171"/>
                </a:solidFill>
              </a:rPr>
              <a:t>, </a:t>
            </a:r>
            <a:r>
              <a:rPr lang="nl-NL" b="1" kern="0" dirty="0">
                <a:solidFill>
                  <a:srgbClr val="294171"/>
                </a:solidFill>
                <a:latin typeface="Consolas" panose="020B0609020204030204" pitchFamily="49" charset="0"/>
              </a:rPr>
              <a:t>*</a:t>
            </a:r>
            <a:r>
              <a:rPr lang="nl-NL" sz="2000" kern="0" dirty="0">
                <a:solidFill>
                  <a:srgbClr val="294171"/>
                </a:solidFill>
              </a:rPr>
              <a:t>, </a:t>
            </a:r>
            <a:r>
              <a:rPr lang="nl-NL" b="1" kern="0" dirty="0">
                <a:solidFill>
                  <a:srgbClr val="294171"/>
                </a:solidFill>
                <a:latin typeface="Consolas" panose="020B0609020204030204" pitchFamily="49" charset="0"/>
              </a:rPr>
              <a:t>in</a:t>
            </a:r>
            <a:r>
              <a:rPr lang="nl-NL" sz="2000" kern="0" dirty="0">
                <a:solidFill>
                  <a:srgbClr val="294171"/>
                </a:solidFill>
              </a:rPr>
              <a:t> en </a:t>
            </a:r>
            <a:r>
              <a:rPr lang="nl-NL" b="1" kern="0" dirty="0" err="1">
                <a:solidFill>
                  <a:srgbClr val="294171"/>
                </a:solidFill>
                <a:latin typeface="Consolas" panose="020B0609020204030204" pitchFamily="49" charset="0"/>
              </a:rPr>
              <a:t>not</a:t>
            </a:r>
            <a:r>
              <a:rPr lang="nl-NL" b="1" kern="0" dirty="0">
                <a:solidFill>
                  <a:srgbClr val="294171"/>
                </a:solidFill>
                <a:latin typeface="Consolas" panose="020B0609020204030204" pitchFamily="49" charset="0"/>
              </a:rPr>
              <a:t> in</a:t>
            </a:r>
            <a:r>
              <a:rPr lang="nl-NL" sz="2000" kern="0" dirty="0">
                <a:solidFill>
                  <a:srgbClr val="294171"/>
                </a:solidFill>
              </a:rPr>
              <a:t>:</a:t>
            </a:r>
            <a:endParaRPr kumimoji="0" lang="nl-NL" sz="2000" b="0" i="0" u="none" strike="noStrike" kern="0" cap="none" spc="0" normalizeH="0" baseline="0" noProof="0" dirty="0">
              <a:ln>
                <a:noFill/>
              </a:ln>
              <a:solidFill>
                <a:srgbClr val="294171"/>
              </a:solidFill>
              <a:effectLst/>
              <a:uLnTx/>
              <a:uFillTx/>
            </a:endParaRPr>
          </a:p>
        </p:txBody>
      </p:sp>
      <p:sp>
        <p:nvSpPr>
          <p:cNvPr id="2" name="Tekstvak 1">
            <a:extLst>
              <a:ext uri="{FF2B5EF4-FFF2-40B4-BE49-F238E27FC236}">
                <a16:creationId xmlns:a16="http://schemas.microsoft.com/office/drawing/2014/main" id="{E24497FE-DAD8-52E8-2400-2719F8C55A3D}"/>
              </a:ext>
            </a:extLst>
          </p:cNvPr>
          <p:cNvSpPr txBox="1"/>
          <p:nvPr/>
        </p:nvSpPr>
        <p:spPr>
          <a:xfrm>
            <a:off x="1320800" y="3312108"/>
            <a:ext cx="9550399" cy="2554545"/>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fruitlist = ["appel", "banaan"] </a:t>
            </a:r>
            <a:r>
              <a:rPr lang="nl-NL" sz="2000" b="1" kern="0" dirty="0">
                <a:solidFill>
                  <a:prstClr val="black"/>
                </a:solidFill>
                <a:latin typeface="Consolas" panose="020B0609020204030204" pitchFamily="49" charset="0"/>
                <a:cs typeface="Courier New" panose="02070309020205020404" pitchFamily="49" charset="0"/>
              </a:rPr>
              <a:t>+</a:t>
            </a:r>
            <a:r>
              <a:rPr lang="nl-NL" sz="2000" kern="0" dirty="0">
                <a:solidFill>
                  <a:prstClr val="black"/>
                </a:solidFill>
                <a:latin typeface="Consolas" panose="020B0609020204030204" pitchFamily="49" charset="0"/>
                <a:cs typeface="Courier New" panose="02070309020205020404" pitchFamily="49" charset="0"/>
              </a:rPr>
              <a:t> ["kers", "doerian"] </a:t>
            </a:r>
          </a:p>
          <a:p>
            <a:r>
              <a:rPr lang="nl-NL" sz="2000" kern="0" dirty="0">
                <a:solidFill>
                  <a:prstClr val="black"/>
                </a:solidFill>
                <a:latin typeface="Consolas" panose="020B0609020204030204" pitchFamily="49" charset="0"/>
                <a:cs typeface="Courier New" panose="02070309020205020404" pitchFamily="49" charset="0"/>
              </a:rPr>
              <a:t>print( fruitlist )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err="1">
                <a:solidFill>
                  <a:prstClr val="black"/>
                </a:solidFill>
                <a:latin typeface="Consolas" panose="020B0609020204030204" pitchFamily="49" charset="0"/>
                <a:cs typeface="Courier New" panose="02070309020205020404" pitchFamily="49" charset="0"/>
              </a:rPr>
              <a:t>numlist</a:t>
            </a:r>
            <a:r>
              <a:rPr lang="nl-NL" sz="2000" kern="0" dirty="0">
                <a:solidFill>
                  <a:prstClr val="black"/>
                </a:solidFill>
                <a:latin typeface="Consolas" panose="020B0609020204030204" pitchFamily="49" charset="0"/>
                <a:cs typeface="Courier New" panose="02070309020205020404" pitchFamily="49" charset="0"/>
              </a:rPr>
              <a:t> = 10 </a:t>
            </a:r>
            <a:r>
              <a:rPr lang="nl-NL" sz="2000" b="1" kern="0" dirty="0">
                <a:solidFill>
                  <a:prstClr val="black"/>
                </a:solidFill>
                <a:latin typeface="Consolas" panose="020B0609020204030204" pitchFamily="49" charset="0"/>
                <a:cs typeface="Courier New" panose="02070309020205020404" pitchFamily="49" charset="0"/>
              </a:rPr>
              <a:t>*</a:t>
            </a:r>
            <a:r>
              <a:rPr lang="nl-NL" sz="2000" kern="0" dirty="0">
                <a:solidFill>
                  <a:prstClr val="black"/>
                </a:solidFill>
                <a:latin typeface="Consolas" panose="020B0609020204030204" pitchFamily="49" charset="0"/>
                <a:cs typeface="Courier New" panose="02070309020205020404" pitchFamily="49" charset="0"/>
              </a:rPr>
              <a:t> [0] </a:t>
            </a:r>
          </a:p>
          <a:p>
            <a:r>
              <a:rPr lang="nl-NL" sz="2000" kern="0" dirty="0">
                <a:solidFill>
                  <a:prstClr val="black"/>
                </a:solidFill>
                <a:latin typeface="Consolas" panose="020B0609020204030204" pitchFamily="49" charset="0"/>
                <a:cs typeface="Courier New" panose="02070309020205020404" pitchFamily="49" charset="0"/>
              </a:rPr>
              <a:t>print( </a:t>
            </a:r>
            <a:r>
              <a:rPr lang="nl-NL" sz="2000" kern="0" dirty="0" err="1">
                <a:solidFill>
                  <a:prstClr val="black"/>
                </a:solidFill>
                <a:latin typeface="Consolas" panose="020B0609020204030204" pitchFamily="49" charset="0"/>
                <a:cs typeface="Courier New" panose="02070309020205020404" pitchFamily="49" charset="0"/>
              </a:rPr>
              <a:t>numlist</a:t>
            </a:r>
            <a:r>
              <a:rPr lang="nl-NL" sz="2000" kern="0" dirty="0">
                <a:solidFill>
                  <a:prstClr val="black"/>
                </a:solidFill>
                <a:latin typeface="Consolas" panose="020B0609020204030204" pitchFamily="49" charset="0"/>
                <a:cs typeface="Courier New" panose="02070309020205020404" pitchFamily="49" charset="0"/>
              </a:rPr>
              <a:t>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a:solidFill>
                  <a:prstClr val="black"/>
                </a:solidFill>
                <a:latin typeface="Consolas" panose="020B0609020204030204" pitchFamily="49" charset="0"/>
                <a:cs typeface="Courier New" panose="02070309020205020404" pitchFamily="49" charset="0"/>
              </a:rPr>
              <a:t>print( 100 </a:t>
            </a:r>
            <a:r>
              <a:rPr lang="nl-NL" sz="2000" b="1" kern="0" dirty="0">
                <a:solidFill>
                  <a:prstClr val="black"/>
                </a:solidFill>
                <a:latin typeface="Consolas" panose="020B0609020204030204" pitchFamily="49" charset="0"/>
                <a:cs typeface="Courier New" panose="02070309020205020404" pitchFamily="49" charset="0"/>
              </a:rPr>
              <a:t>in</a:t>
            </a:r>
            <a:r>
              <a:rPr lang="nl-NL" sz="2000" kern="0" dirty="0">
                <a:solidFill>
                  <a:prstClr val="black"/>
                </a:solidFill>
                <a:latin typeface="Consolas" panose="020B0609020204030204" pitchFamily="49" charset="0"/>
                <a:cs typeface="Courier New" panose="02070309020205020404" pitchFamily="49" charset="0"/>
              </a:rPr>
              <a:t> </a:t>
            </a:r>
            <a:r>
              <a:rPr lang="nl-NL" sz="2000" kern="0" dirty="0" err="1">
                <a:solidFill>
                  <a:prstClr val="black"/>
                </a:solidFill>
                <a:latin typeface="Consolas" panose="020B0609020204030204" pitchFamily="49" charset="0"/>
                <a:cs typeface="Courier New" panose="02070309020205020404" pitchFamily="49" charset="0"/>
              </a:rPr>
              <a:t>numlist</a:t>
            </a:r>
            <a:r>
              <a:rPr lang="nl-NL" sz="2000" kern="0" dirty="0">
                <a:solidFill>
                  <a:prstClr val="black"/>
                </a:solidFill>
                <a:latin typeface="Consolas" panose="020B0609020204030204" pitchFamily="49" charset="0"/>
                <a:cs typeface="Courier New" panose="02070309020205020404" pitchFamily="49" charset="0"/>
              </a:rPr>
              <a:t> )</a:t>
            </a:r>
          </a:p>
          <a:p>
            <a:r>
              <a:rPr lang="nl-NL" sz="2000" kern="0" dirty="0">
                <a:solidFill>
                  <a:prstClr val="black"/>
                </a:solidFill>
                <a:latin typeface="Consolas" panose="020B0609020204030204" pitchFamily="49" charset="0"/>
                <a:cs typeface="Courier New" panose="02070309020205020404" pitchFamily="49" charset="0"/>
              </a:rPr>
              <a:t>print( "peer" </a:t>
            </a:r>
            <a:r>
              <a:rPr lang="nl-NL" sz="2000" b="1" kern="0" dirty="0" err="1">
                <a:solidFill>
                  <a:prstClr val="black"/>
                </a:solidFill>
                <a:latin typeface="Consolas" panose="020B0609020204030204" pitchFamily="49" charset="0"/>
                <a:cs typeface="Courier New" panose="02070309020205020404" pitchFamily="49" charset="0"/>
              </a:rPr>
              <a:t>not</a:t>
            </a:r>
            <a:r>
              <a:rPr lang="nl-NL" sz="2000" b="1" kern="0" dirty="0">
                <a:solidFill>
                  <a:prstClr val="black"/>
                </a:solidFill>
                <a:latin typeface="Consolas" panose="020B0609020204030204" pitchFamily="49" charset="0"/>
                <a:cs typeface="Courier New" panose="02070309020205020404" pitchFamily="49" charset="0"/>
              </a:rPr>
              <a:t> in</a:t>
            </a:r>
            <a:r>
              <a:rPr lang="nl-NL" sz="2000" kern="0" dirty="0">
                <a:solidFill>
                  <a:prstClr val="black"/>
                </a:solidFill>
                <a:latin typeface="Consolas" panose="020B0609020204030204" pitchFamily="49" charset="0"/>
                <a:cs typeface="Courier New" panose="02070309020205020404" pitchFamily="49" charset="0"/>
              </a:rPr>
              <a:t> fruitlist )</a:t>
            </a:r>
          </a:p>
        </p:txBody>
      </p:sp>
      <p:grpSp>
        <p:nvGrpSpPr>
          <p:cNvPr id="16" name="Groep 15">
            <a:extLst>
              <a:ext uri="{FF2B5EF4-FFF2-40B4-BE49-F238E27FC236}">
                <a16:creationId xmlns:a16="http://schemas.microsoft.com/office/drawing/2014/main" id="{A63441CF-093F-C85E-9F17-3C9994D71DC9}"/>
              </a:ext>
            </a:extLst>
          </p:cNvPr>
          <p:cNvGrpSpPr/>
          <p:nvPr/>
        </p:nvGrpSpPr>
        <p:grpSpPr>
          <a:xfrm>
            <a:off x="7069741" y="4943324"/>
            <a:ext cx="4665059" cy="1443295"/>
            <a:chOff x="6222079" y="5499300"/>
            <a:chExt cx="4559300" cy="1772086"/>
          </a:xfrm>
        </p:grpSpPr>
        <p:sp>
          <p:nvSpPr>
            <p:cNvPr id="4" name="Tekstvak 3">
              <a:extLst>
                <a:ext uri="{FF2B5EF4-FFF2-40B4-BE49-F238E27FC236}">
                  <a16:creationId xmlns:a16="http://schemas.microsoft.com/office/drawing/2014/main" id="{D9DFB41C-C7CD-0AAB-C37C-11C1F816CD72}"/>
                </a:ext>
              </a:extLst>
            </p:cNvPr>
            <p:cNvSpPr txBox="1"/>
            <p:nvPr/>
          </p:nvSpPr>
          <p:spPr>
            <a:xfrm>
              <a:off x="6222079" y="5643187"/>
              <a:ext cx="4559300" cy="1628199"/>
            </a:xfrm>
            <a:prstGeom prst="rect">
              <a:avLst/>
            </a:prstGeom>
            <a:solidFill>
              <a:schemeClr val="bg1"/>
            </a:solidFill>
            <a:ln>
              <a:solidFill>
                <a:schemeClr val="accent1"/>
              </a:solidFill>
            </a:ln>
          </p:spPr>
          <p:txBody>
            <a:bodyPr wrap="square" lIns="108000" tIns="144000" rIns="108000" bIns="72000">
              <a:spAutoFit/>
            </a:bodyPr>
            <a:lstStyle/>
            <a:p>
              <a:r>
                <a:rPr lang="nl-NL" kern="0" dirty="0">
                  <a:solidFill>
                    <a:prstClr val="black"/>
                  </a:solidFill>
                  <a:cs typeface="Courier New" panose="02070309020205020404" pitchFamily="49" charset="0"/>
                </a:rPr>
                <a:t>['appel', 'banaan', 'kers', 'doerian']</a:t>
              </a:r>
            </a:p>
            <a:p>
              <a:r>
                <a:rPr lang="nl-NL" kern="0" dirty="0">
                  <a:solidFill>
                    <a:prstClr val="black"/>
                  </a:solidFill>
                  <a:cs typeface="Courier New" panose="02070309020205020404" pitchFamily="49" charset="0"/>
                </a:rPr>
                <a:t>[0, 0, 0, 0, 0, 0, 0, 0, 0, 0]</a:t>
              </a:r>
            </a:p>
            <a:p>
              <a:r>
                <a:rPr lang="nl-NL" kern="0" dirty="0" err="1">
                  <a:solidFill>
                    <a:prstClr val="black"/>
                  </a:solidFill>
                  <a:cs typeface="Courier New" panose="02070309020205020404" pitchFamily="49" charset="0"/>
                </a:rPr>
                <a:t>False</a:t>
              </a:r>
              <a:endParaRPr lang="nl-NL" kern="0" dirty="0">
                <a:solidFill>
                  <a:prstClr val="black"/>
                </a:solidFill>
                <a:cs typeface="Courier New" panose="02070309020205020404" pitchFamily="49" charset="0"/>
              </a:endParaRPr>
            </a:p>
            <a:p>
              <a:r>
                <a:rPr lang="nl-NL" kern="0" dirty="0">
                  <a:solidFill>
                    <a:prstClr val="black"/>
                  </a:solidFill>
                  <a:cs typeface="Courier New" panose="02070309020205020404" pitchFamily="49" charset="0"/>
                </a:rPr>
                <a:t>True</a:t>
              </a:r>
            </a:p>
          </p:txBody>
        </p:sp>
        <p:sp>
          <p:nvSpPr>
            <p:cNvPr id="5" name="Tekstvak 4">
              <a:extLst>
                <a:ext uri="{FF2B5EF4-FFF2-40B4-BE49-F238E27FC236}">
                  <a16:creationId xmlns:a16="http://schemas.microsoft.com/office/drawing/2014/main" id="{C927F9D3-75E5-F1F9-29FD-FFDBB097F85D}"/>
                </a:ext>
              </a:extLst>
            </p:cNvPr>
            <p:cNvSpPr txBox="1"/>
            <p:nvPr/>
          </p:nvSpPr>
          <p:spPr>
            <a:xfrm>
              <a:off x="6401396" y="5499300"/>
              <a:ext cx="584791" cy="264523"/>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2312657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EDA7A-11D1-2FF5-8C84-9C7473C03546}"/>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2E2DC368-8112-50C2-1BE4-D31ABF3BA2D7}"/>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n-US" sz="3600" b="1" kern="0" dirty="0">
                <a:solidFill>
                  <a:prstClr val="black"/>
                </a:solidFill>
              </a:rPr>
              <a:t>List </a:t>
            </a:r>
            <a:r>
              <a:rPr lang="en-US" sz="3600" b="1" kern="0" dirty="0" err="1">
                <a:solidFill>
                  <a:prstClr val="black"/>
                </a:solidFill>
              </a:rPr>
              <a:t>methodes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(§12.4)</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2F089670-B393-7EBE-3CDD-1E707E266E68}"/>
              </a:ext>
            </a:extLst>
          </p:cNvPr>
          <p:cNvSpPr txBox="1"/>
          <p:nvPr/>
        </p:nvSpPr>
        <p:spPr bwMode="auto">
          <a:xfrm>
            <a:off x="709358" y="1470029"/>
            <a:ext cx="11025442"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Met verschillende methodes kan je </a:t>
            </a:r>
            <a:r>
              <a:rPr lang="nl-NL" sz="2000" kern="0" dirty="0" err="1">
                <a:solidFill>
                  <a:srgbClr val="294171"/>
                </a:solidFill>
              </a:rPr>
              <a:t>lists</a:t>
            </a:r>
            <a:r>
              <a:rPr lang="nl-NL" sz="2000" kern="0" dirty="0">
                <a:solidFill>
                  <a:srgbClr val="294171"/>
                </a:solidFill>
              </a:rPr>
              <a:t> wijzigen of er informatie uithalen.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Syntax om een methode te gebruiken: &lt;list&gt;.&lt;methode&gt;()</a:t>
            </a:r>
          </a:p>
        </p:txBody>
      </p:sp>
      <p:graphicFrame>
        <p:nvGraphicFramePr>
          <p:cNvPr id="8" name="Tabel 7">
            <a:extLst>
              <a:ext uri="{FF2B5EF4-FFF2-40B4-BE49-F238E27FC236}">
                <a16:creationId xmlns:a16="http://schemas.microsoft.com/office/drawing/2014/main" id="{28057F97-D7AF-232B-9BAE-9AD3543A42C7}"/>
              </a:ext>
            </a:extLst>
          </p:cNvPr>
          <p:cNvGraphicFramePr>
            <a:graphicFrameLocks noGrp="1"/>
          </p:cNvGraphicFramePr>
          <p:nvPr>
            <p:extLst>
              <p:ext uri="{D42A27DB-BD31-4B8C-83A1-F6EECF244321}">
                <p14:modId xmlns:p14="http://schemas.microsoft.com/office/powerpoint/2010/main" val="1515306881"/>
              </p:ext>
            </p:extLst>
          </p:nvPr>
        </p:nvGraphicFramePr>
        <p:xfrm>
          <a:off x="441960" y="2572677"/>
          <a:ext cx="11308079" cy="3703320"/>
        </p:xfrm>
        <a:graphic>
          <a:graphicData uri="http://schemas.openxmlformats.org/drawingml/2006/table">
            <a:tbl>
              <a:tblPr firstRow="1" bandRow="1">
                <a:tableStyleId>{5C22544A-7EE6-4342-B048-85BDC9FD1C3A}</a:tableStyleId>
              </a:tblPr>
              <a:tblGrid>
                <a:gridCol w="5039359">
                  <a:extLst>
                    <a:ext uri="{9D8B030D-6E8A-4147-A177-3AD203B41FA5}">
                      <a16:colId xmlns:a16="http://schemas.microsoft.com/office/drawing/2014/main" val="3309307922"/>
                    </a:ext>
                  </a:extLst>
                </a:gridCol>
                <a:gridCol w="1249680">
                  <a:extLst>
                    <a:ext uri="{9D8B030D-6E8A-4147-A177-3AD203B41FA5}">
                      <a16:colId xmlns:a16="http://schemas.microsoft.com/office/drawing/2014/main" val="1539415307"/>
                    </a:ext>
                  </a:extLst>
                </a:gridCol>
                <a:gridCol w="5019040">
                  <a:extLst>
                    <a:ext uri="{9D8B030D-6E8A-4147-A177-3AD203B41FA5}">
                      <a16:colId xmlns:a16="http://schemas.microsoft.com/office/drawing/2014/main" val="1402891324"/>
                    </a:ext>
                  </a:extLst>
                </a:gridCol>
              </a:tblGrid>
              <a:tr h="322397">
                <a:tc>
                  <a:txBody>
                    <a:bodyPr/>
                    <a:lstStyle/>
                    <a:p>
                      <a:r>
                        <a:rPr lang="nl-NL" sz="1700" dirty="0"/>
                        <a:t>Methode</a:t>
                      </a:r>
                    </a:p>
                  </a:txBody>
                  <a:tcPr/>
                </a:tc>
                <a:tc>
                  <a:txBody>
                    <a:bodyPr/>
                    <a:lstStyle/>
                    <a:p>
                      <a:r>
                        <a:rPr lang="nl-NL" sz="1700" dirty="0"/>
                        <a:t>Antwoord</a:t>
                      </a:r>
                    </a:p>
                  </a:txBody>
                  <a:tcPr/>
                </a:tc>
                <a:tc>
                  <a:txBody>
                    <a:bodyPr/>
                    <a:lstStyle/>
                    <a:p>
                      <a:r>
                        <a:rPr lang="nl-NL" sz="1700" dirty="0"/>
                        <a:t>fruitlist</a:t>
                      </a:r>
                    </a:p>
                  </a:txBody>
                  <a:tcPr/>
                </a:tc>
                <a:extLst>
                  <a:ext uri="{0D108BD9-81ED-4DB2-BD59-A6C34878D82A}">
                    <a16:rowId xmlns:a16="http://schemas.microsoft.com/office/drawing/2014/main" val="1391052557"/>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latin typeface="Consolas" panose="020B0609020204030204" pitchFamily="49" charset="0"/>
                        </a:rPr>
                        <a:t>fruitlist = [ ]</a:t>
                      </a:r>
                    </a:p>
                  </a:txBody>
                  <a:tcPr/>
                </a:tc>
                <a:tc>
                  <a:txBody>
                    <a:bodyPr/>
                    <a:lstStyle/>
                    <a:p>
                      <a:r>
                        <a:rPr lang="nl-NL" sz="1600" dirty="0">
                          <a:latin typeface="Consolas" panose="020B0609020204030204" pitchFamily="49"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latin typeface="Consolas" panose="020B0609020204030204" pitchFamily="49" charset="0"/>
                        </a:rPr>
                        <a:t>[ ]</a:t>
                      </a:r>
                    </a:p>
                  </a:txBody>
                  <a:tcPr/>
                </a:tc>
                <a:extLst>
                  <a:ext uri="{0D108BD9-81ED-4DB2-BD59-A6C34878D82A}">
                    <a16:rowId xmlns:a16="http://schemas.microsoft.com/office/drawing/2014/main" val="2093539763"/>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append</a:t>
                      </a:r>
                      <a:r>
                        <a:rPr lang="nl-NL" sz="1600" dirty="0">
                          <a:latin typeface="Consolas" panose="020B0609020204030204" pitchFamily="49" charset="0"/>
                        </a:rPr>
                        <a:t>( "appel" )</a:t>
                      </a:r>
                    </a:p>
                  </a:txBody>
                  <a:tcPr/>
                </a:tc>
                <a:tc>
                  <a:txBody>
                    <a:bodyPr/>
                    <a:lstStyle/>
                    <a:p>
                      <a:r>
                        <a:rPr lang="nl-NL" sz="1600" dirty="0">
                          <a:latin typeface="Consolas" panose="020B0609020204030204" pitchFamily="49" charset="0"/>
                        </a:rPr>
                        <a:t>None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latin typeface="Consolas" panose="020B0609020204030204" pitchFamily="49" charset="0"/>
                        </a:rPr>
                        <a:t>[ 'appel' ]</a:t>
                      </a:r>
                    </a:p>
                  </a:txBody>
                  <a:tcPr/>
                </a:tc>
                <a:extLst>
                  <a:ext uri="{0D108BD9-81ED-4DB2-BD59-A6C34878D82A}">
                    <a16:rowId xmlns:a16="http://schemas.microsoft.com/office/drawing/2014/main" val="590393376"/>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extend</a:t>
                      </a:r>
                      <a:r>
                        <a:rPr lang="nl-NL" sz="1600" dirty="0">
                          <a:latin typeface="Consolas" panose="020B0609020204030204" pitchFamily="49" charset="0"/>
                        </a:rPr>
                        <a:t>( [ "framboos", "mango" ] )</a:t>
                      </a:r>
                    </a:p>
                  </a:txBody>
                  <a:tcPr/>
                </a:tc>
                <a:tc>
                  <a:txBody>
                    <a:bodyPr/>
                    <a:lstStyle/>
                    <a:p>
                      <a:r>
                        <a:rPr lang="nl-NL" sz="1600" dirty="0">
                          <a:latin typeface="Consolas" panose="020B0609020204030204" pitchFamily="49" charset="0"/>
                        </a:rPr>
                        <a:t>None</a:t>
                      </a:r>
                    </a:p>
                  </a:txBody>
                  <a:tcPr/>
                </a:tc>
                <a:tc>
                  <a:txBody>
                    <a:bodyPr/>
                    <a:lstStyle/>
                    <a:p>
                      <a:r>
                        <a:rPr lang="nl-NL" sz="1600" dirty="0">
                          <a:latin typeface="Consolas" panose="020B0609020204030204" pitchFamily="49" charset="0"/>
                        </a:rPr>
                        <a:t>[ 'appel', 'framboos', 'mango' ]</a:t>
                      </a:r>
                    </a:p>
                  </a:txBody>
                  <a:tcPr/>
                </a:tc>
                <a:extLst>
                  <a:ext uri="{0D108BD9-81ED-4DB2-BD59-A6C34878D82A}">
                    <a16:rowId xmlns:a16="http://schemas.microsoft.com/office/drawing/2014/main" val="3378637766"/>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insert</a:t>
                      </a:r>
                      <a:r>
                        <a:rPr lang="nl-NL" sz="1600" dirty="0">
                          <a:latin typeface="Consolas" panose="020B0609020204030204" pitchFamily="49" charset="0"/>
                        </a:rPr>
                        <a:t>( 1,  "aardbei" )</a:t>
                      </a:r>
                    </a:p>
                  </a:txBody>
                  <a:tcPr/>
                </a:tc>
                <a:tc>
                  <a:txBody>
                    <a:bodyPr/>
                    <a:lstStyle/>
                    <a:p>
                      <a:r>
                        <a:rPr lang="nl-NL" sz="1600" dirty="0">
                          <a:latin typeface="Consolas" panose="020B0609020204030204" pitchFamily="49" charset="0"/>
                        </a:rPr>
                        <a:t>None</a:t>
                      </a:r>
                    </a:p>
                  </a:txBody>
                  <a:tcPr/>
                </a:tc>
                <a:tc>
                  <a:txBody>
                    <a:bodyPr/>
                    <a:lstStyle/>
                    <a:p>
                      <a:r>
                        <a:rPr lang="nl-NL" sz="1600" dirty="0">
                          <a:latin typeface="Consolas" panose="020B0609020204030204" pitchFamily="49" charset="0"/>
                        </a:rPr>
                        <a:t>[ 'appel', 'aardbei', 'framboos', 'mango' ]</a:t>
                      </a:r>
                    </a:p>
                  </a:txBody>
                  <a:tcPr/>
                </a:tc>
                <a:extLst>
                  <a:ext uri="{0D108BD9-81ED-4DB2-BD59-A6C34878D82A}">
                    <a16:rowId xmlns:a16="http://schemas.microsoft.com/office/drawing/2014/main" val="1094779771"/>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remove</a:t>
                      </a:r>
                      <a:r>
                        <a:rPr lang="nl-NL" sz="1600" dirty="0">
                          <a:latin typeface="Consolas" panose="020B0609020204030204" pitchFamily="49" charset="0"/>
                        </a:rPr>
                        <a:t>( "framboos" )</a:t>
                      </a:r>
                    </a:p>
                  </a:txBody>
                  <a:tcPr/>
                </a:tc>
                <a:tc>
                  <a:txBody>
                    <a:bodyPr/>
                    <a:lstStyle/>
                    <a:p>
                      <a:r>
                        <a:rPr lang="nl-NL" sz="1600" dirty="0">
                          <a:latin typeface="Consolas" panose="020B0609020204030204" pitchFamily="49" charset="0"/>
                        </a:rPr>
                        <a:t>None</a:t>
                      </a:r>
                    </a:p>
                  </a:txBody>
                  <a:tcPr/>
                </a:tc>
                <a:tc>
                  <a:txBody>
                    <a:bodyPr/>
                    <a:lstStyle/>
                    <a:p>
                      <a:r>
                        <a:rPr lang="nl-NL" sz="1600" dirty="0">
                          <a:latin typeface="Consolas" panose="020B0609020204030204" pitchFamily="49" charset="0"/>
                        </a:rPr>
                        <a:t>[ 'appel', 'aardbei', 'mango' ]</a:t>
                      </a:r>
                    </a:p>
                  </a:txBody>
                  <a:tcPr/>
                </a:tc>
                <a:extLst>
                  <a:ext uri="{0D108BD9-81ED-4DB2-BD59-A6C34878D82A}">
                    <a16:rowId xmlns:a16="http://schemas.microsoft.com/office/drawing/2014/main" val="1754460786"/>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pop</a:t>
                      </a:r>
                      <a:r>
                        <a:rPr lang="nl-NL" sz="1600" dirty="0">
                          <a:latin typeface="Consolas" panose="020B0609020204030204" pitchFamily="49" charset="0"/>
                        </a:rPr>
                        <a:t>( 2 )</a:t>
                      </a:r>
                    </a:p>
                  </a:txBody>
                  <a:tcPr/>
                </a:tc>
                <a:tc>
                  <a:txBody>
                    <a:bodyPr/>
                    <a:lstStyle/>
                    <a:p>
                      <a:r>
                        <a:rPr lang="nl-NL" sz="1600" dirty="0">
                          <a:latin typeface="Consolas" panose="020B0609020204030204" pitchFamily="49" charset="0"/>
                        </a:rPr>
                        <a:t>'mango'</a:t>
                      </a:r>
                    </a:p>
                  </a:txBody>
                  <a:tcPr/>
                </a:tc>
                <a:tc>
                  <a:txBody>
                    <a:bodyPr/>
                    <a:lstStyle/>
                    <a:p>
                      <a:r>
                        <a:rPr lang="nl-NL" sz="1600" dirty="0">
                          <a:latin typeface="Consolas" panose="020B0609020204030204" pitchFamily="49" charset="0"/>
                        </a:rPr>
                        <a:t>[ 'appel', 'aardbei' ]</a:t>
                      </a:r>
                    </a:p>
                  </a:txBody>
                  <a:tcPr/>
                </a:tc>
                <a:extLst>
                  <a:ext uri="{0D108BD9-81ED-4DB2-BD59-A6C34878D82A}">
                    <a16:rowId xmlns:a16="http://schemas.microsoft.com/office/drawing/2014/main" val="1630299898"/>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index</a:t>
                      </a:r>
                      <a:r>
                        <a:rPr lang="nl-NL" sz="1600" dirty="0">
                          <a:latin typeface="Consolas" panose="020B0609020204030204" pitchFamily="49" charset="0"/>
                        </a:rPr>
                        <a:t>( "aardbei" )</a:t>
                      </a:r>
                    </a:p>
                  </a:txBody>
                  <a:tcPr/>
                </a:tc>
                <a:tc>
                  <a:txBody>
                    <a:bodyPr/>
                    <a:lstStyle/>
                    <a:p>
                      <a:r>
                        <a:rPr lang="nl-NL" sz="1600" dirty="0">
                          <a:latin typeface="Consolas" panose="020B0609020204030204" pitchFamily="49" charset="0"/>
                        </a:rPr>
                        <a:t>1</a:t>
                      </a:r>
                    </a:p>
                  </a:txBody>
                  <a:tcPr/>
                </a:tc>
                <a:tc>
                  <a:txBody>
                    <a:bodyPr/>
                    <a:lstStyle/>
                    <a:p>
                      <a:r>
                        <a:rPr lang="nl-NL" sz="1600" dirty="0">
                          <a:latin typeface="Consolas" panose="020B0609020204030204" pitchFamily="49" charset="0"/>
                        </a:rPr>
                        <a:t>[ 'appel', 'aardbei' ]</a:t>
                      </a:r>
                    </a:p>
                  </a:txBody>
                  <a:tcPr/>
                </a:tc>
                <a:extLst>
                  <a:ext uri="{0D108BD9-81ED-4DB2-BD59-A6C34878D82A}">
                    <a16:rowId xmlns:a16="http://schemas.microsoft.com/office/drawing/2014/main" val="3572021330"/>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count</a:t>
                      </a:r>
                      <a:r>
                        <a:rPr lang="nl-NL" sz="1600" dirty="0">
                          <a:latin typeface="Consolas" panose="020B0609020204030204" pitchFamily="49" charset="0"/>
                        </a:rPr>
                        <a:t>( "banaan" ) </a:t>
                      </a:r>
                    </a:p>
                  </a:txBody>
                  <a:tcPr/>
                </a:tc>
                <a:tc>
                  <a:txBody>
                    <a:bodyPr/>
                    <a:lstStyle/>
                    <a:p>
                      <a:r>
                        <a:rPr lang="nl-NL" sz="1600" dirty="0">
                          <a:latin typeface="Consolas" panose="020B0609020204030204" pitchFamily="49" charset="0"/>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latin typeface="Consolas" panose="020B0609020204030204" pitchFamily="49" charset="0"/>
                        </a:rPr>
                        <a:t>[ 'appel', 'aardbei' ]</a:t>
                      </a:r>
                    </a:p>
                  </a:txBody>
                  <a:tcPr/>
                </a:tc>
                <a:extLst>
                  <a:ext uri="{0D108BD9-81ED-4DB2-BD59-A6C34878D82A}">
                    <a16:rowId xmlns:a16="http://schemas.microsoft.com/office/drawing/2014/main" val="293963191"/>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sort</a:t>
                      </a:r>
                      <a:r>
                        <a:rPr lang="nl-NL" sz="1600" dirty="0">
                          <a:latin typeface="Consolas" panose="020B0609020204030204" pitchFamily="49" charset="0"/>
                        </a:rPr>
                        <a:t>()</a:t>
                      </a:r>
                    </a:p>
                  </a:txBody>
                  <a:tcPr/>
                </a:tc>
                <a:tc>
                  <a:txBody>
                    <a:bodyPr/>
                    <a:lstStyle/>
                    <a:p>
                      <a:r>
                        <a:rPr lang="nl-NL" sz="1600" dirty="0">
                          <a:latin typeface="Consolas" panose="020B0609020204030204" pitchFamily="49" charset="0"/>
                        </a:rPr>
                        <a:t>None</a:t>
                      </a:r>
                    </a:p>
                  </a:txBody>
                  <a:tcPr/>
                </a:tc>
                <a:tc>
                  <a:txBody>
                    <a:bodyPr/>
                    <a:lstStyle/>
                    <a:p>
                      <a:r>
                        <a:rPr lang="nl-NL" sz="1600" dirty="0">
                          <a:latin typeface="Consolas" panose="020B0609020204030204" pitchFamily="49" charset="0"/>
                        </a:rPr>
                        <a:t>[ 'aardbei', 'appel' ]</a:t>
                      </a:r>
                    </a:p>
                  </a:txBody>
                  <a:tcPr/>
                </a:tc>
                <a:extLst>
                  <a:ext uri="{0D108BD9-81ED-4DB2-BD59-A6C34878D82A}">
                    <a16:rowId xmlns:a16="http://schemas.microsoft.com/office/drawing/2014/main" val="1145487244"/>
                  </a:ext>
                </a:extLst>
              </a:tr>
              <a:tr h="32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fruitlist.</a:t>
                      </a:r>
                      <a:r>
                        <a:rPr lang="nl-NL" sz="1600" dirty="0" err="1">
                          <a:highlight>
                            <a:srgbClr val="FFFF00"/>
                          </a:highlight>
                          <a:latin typeface="Consolas" panose="020B0609020204030204" pitchFamily="49" charset="0"/>
                        </a:rPr>
                        <a:t>reverse</a:t>
                      </a:r>
                      <a:r>
                        <a:rPr lang="nl-NL" sz="1600" dirty="0">
                          <a:latin typeface="Consolas" panose="020B0609020204030204" pitchFamily="49" charset="0"/>
                        </a:rPr>
                        <a:t>()</a:t>
                      </a:r>
                    </a:p>
                  </a:txBody>
                  <a:tcPr/>
                </a:tc>
                <a:tc>
                  <a:txBody>
                    <a:bodyPr/>
                    <a:lstStyle/>
                    <a:p>
                      <a:r>
                        <a:rPr lang="nl-NL" sz="1600" dirty="0">
                          <a:latin typeface="Consolas" panose="020B0609020204030204" pitchFamily="49" charset="0"/>
                        </a:rPr>
                        <a:t>None</a:t>
                      </a:r>
                    </a:p>
                  </a:txBody>
                  <a:tcPr/>
                </a:tc>
                <a:tc>
                  <a:txBody>
                    <a:bodyPr/>
                    <a:lstStyle/>
                    <a:p>
                      <a:r>
                        <a:rPr lang="nl-NL" sz="1600" dirty="0">
                          <a:latin typeface="Consolas" panose="020B0609020204030204" pitchFamily="49" charset="0"/>
                        </a:rPr>
                        <a:t>[ 'appel', 'aardbei' ]</a:t>
                      </a:r>
                    </a:p>
                  </a:txBody>
                  <a:tcPr/>
                </a:tc>
                <a:extLst>
                  <a:ext uri="{0D108BD9-81ED-4DB2-BD59-A6C34878D82A}">
                    <a16:rowId xmlns:a16="http://schemas.microsoft.com/office/drawing/2014/main" val="4100570962"/>
                  </a:ext>
                </a:extLst>
              </a:tr>
            </a:tbl>
          </a:graphicData>
        </a:graphic>
      </p:graphicFrame>
    </p:spTree>
    <p:extLst>
      <p:ext uri="{BB962C8B-B14F-4D97-AF65-F5344CB8AC3E}">
        <p14:creationId xmlns:p14="http://schemas.microsoft.com/office/powerpoint/2010/main" val="98746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D3AAE-22AB-59B6-68A5-B764E7EFD08F}"/>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59E620C9-6316-E3F8-9B92-259E168BE88C}"/>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10E4199B-D496-892C-4F49-AF4575A8C1FC}"/>
              </a:ext>
            </a:extLst>
          </p:cNvPr>
          <p:cNvSpPr txBox="1"/>
          <p:nvPr/>
        </p:nvSpPr>
        <p:spPr bwMode="auto">
          <a:xfrm>
            <a:off x="709358" y="1663069"/>
            <a:ext cx="10492038" cy="4247317"/>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indent="-342900" fontAlgn="base">
              <a:spcBef>
                <a:spcPct val="0"/>
              </a:spcBef>
              <a:spcAft>
                <a:spcPct val="0"/>
              </a:spcAft>
              <a:buFont typeface="Arial" panose="020B0604020202020204" pitchFamily="34" charset="0"/>
              <a:buChar char="•"/>
              <a:defRPr/>
            </a:pPr>
            <a:r>
              <a:rPr kumimoji="0" lang="en-US" sz="2000" b="0" i="0" u="none" strike="noStrike" kern="0" cap="none" spc="0" normalizeH="0" baseline="0" noProof="0" dirty="0">
                <a:ln>
                  <a:noFill/>
                </a:ln>
                <a:solidFill>
                  <a:srgbClr val="294171"/>
                </a:solidFill>
                <a:effectLst/>
                <a:uLnTx/>
                <a:uFillTx/>
              </a:rPr>
              <a:t>List </a:t>
            </a:r>
            <a:r>
              <a:rPr kumimoji="0" lang="en-US"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lst</a:t>
            </a:r>
            <a:r>
              <a:rPr kumimoji="0" lang="en-US" sz="18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a:ln>
                  <a:noFill/>
                </a:ln>
                <a:solidFill>
                  <a:srgbClr val="294171"/>
                </a:solidFill>
                <a:effectLst/>
                <a:uLnTx/>
                <a:uFillTx/>
              </a:rPr>
              <a:t>is </a:t>
            </a:r>
            <a:r>
              <a:rPr kumimoji="0" lang="en-US" sz="2000" b="0" i="0" u="none" strike="noStrike" kern="0" cap="none" spc="0" normalizeH="0" baseline="0" noProof="0" dirty="0" err="1">
                <a:ln>
                  <a:noFill/>
                </a:ln>
                <a:solidFill>
                  <a:srgbClr val="294171"/>
                </a:solidFill>
                <a:effectLst/>
                <a:uLnTx/>
                <a:uFillTx/>
              </a:rPr>
              <a:t>een</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lijst</a:t>
            </a:r>
            <a:r>
              <a:rPr kumimoji="0" lang="en-US" sz="2000" b="0" i="0" u="none" strike="noStrike" kern="0" cap="none" spc="0" normalizeH="0" baseline="0" noProof="0" dirty="0">
                <a:ln>
                  <a:noFill/>
                </a:ln>
                <a:solidFill>
                  <a:srgbClr val="294171"/>
                </a:solidFill>
                <a:effectLst/>
                <a:uLnTx/>
                <a:uFillTx/>
              </a:rPr>
              <a:t> met </a:t>
            </a:r>
            <a:r>
              <a:rPr kumimoji="0" lang="en-US" sz="2000" b="0" i="0" u="none" strike="noStrike" kern="0" cap="none" spc="0" normalizeH="0" baseline="0" noProof="0" dirty="0" err="1">
                <a:ln>
                  <a:noFill/>
                </a:ln>
                <a:solidFill>
                  <a:srgbClr val="294171"/>
                </a:solidFill>
                <a:effectLst/>
                <a:uLnTx/>
                <a:uFillTx/>
              </a:rPr>
              <a:t>prijzen</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voor</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paar</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schoenen</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bij</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verschillende</a:t>
            </a:r>
            <a:r>
              <a:rPr kumimoji="0" lang="en-US" sz="2000" b="0" i="0" u="none" strike="noStrike" kern="0" cap="none" spc="0" normalizeH="0" baseline="0" noProof="0" dirty="0">
                <a:ln>
                  <a:noFill/>
                </a:ln>
                <a:solidFill>
                  <a:srgbClr val="294171"/>
                </a:solidFill>
                <a:effectLst/>
                <a:uLnTx/>
                <a:uFillTx/>
              </a:rPr>
              <a:t> online </a:t>
            </a:r>
            <a:r>
              <a:rPr kumimoji="0" lang="en-US" sz="2000" b="0" i="0" u="none" strike="noStrike" kern="0" cap="none" spc="0" normalizeH="0" baseline="0" noProof="0" dirty="0" err="1">
                <a:ln>
                  <a:noFill/>
                </a:ln>
                <a:solidFill>
                  <a:srgbClr val="294171"/>
                </a:solidFill>
                <a:effectLst/>
                <a:uLnTx/>
                <a:uFillTx/>
              </a:rPr>
              <a:t>verkopers</a:t>
            </a:r>
            <a:r>
              <a:rPr lang="en-US" sz="2000" kern="0" dirty="0">
                <a:solidFill>
                  <a:srgbClr val="294171"/>
                </a:solidFill>
              </a:rPr>
              <a:t>:</a:t>
            </a:r>
          </a:p>
          <a:p>
            <a:pPr marL="342900" indent="-342900" fontAlgn="base">
              <a:spcBef>
                <a:spcPct val="0"/>
              </a:spcBef>
              <a:spcAft>
                <a:spcPct val="0"/>
              </a:spcAft>
              <a:buFont typeface="Arial" panose="020B0604020202020204" pitchFamily="34" charset="0"/>
              <a:buChar char="•"/>
              <a:defRPr/>
            </a:pPr>
            <a:endParaRPr lang="en-US" sz="2000" kern="0" dirty="0">
              <a:solidFill>
                <a:srgbClr val="294171"/>
              </a:solidFill>
            </a:endParaRPr>
          </a:p>
          <a:p>
            <a:pPr lvl="1" fontAlgn="base">
              <a:spcBef>
                <a:spcPct val="0"/>
              </a:spcBef>
              <a:spcAft>
                <a:spcPct val="0"/>
              </a:spcAft>
              <a:defRPr/>
            </a:pPr>
            <a:r>
              <a:rPr lang="en-US" sz="2000" kern="0" dirty="0">
                <a:solidFill>
                  <a:prstClr val="black"/>
                </a:solidFill>
                <a:latin typeface="Courier New" panose="02070309020205020404" pitchFamily="49" charset="0"/>
                <a:cs typeface="Courier New" panose="02070309020205020404" pitchFamily="49" charset="0"/>
              </a:rPr>
              <a:t>	</a:t>
            </a:r>
            <a:r>
              <a:rPr lang="en-US" kern="0" dirty="0" err="1">
                <a:solidFill>
                  <a:prstClr val="black"/>
                </a:solidFill>
                <a:latin typeface="Courier New" panose="02070309020205020404" pitchFamily="49" charset="0"/>
                <a:cs typeface="Courier New" panose="02070309020205020404" pitchFamily="49" charset="0"/>
              </a:rPr>
              <a:t>lst</a:t>
            </a:r>
            <a:r>
              <a:rPr lang="en-US" kern="0" dirty="0">
                <a:solidFill>
                  <a:prstClr val="black"/>
                </a:solidFill>
                <a:latin typeface="Courier New" panose="02070309020205020404" pitchFamily="49" charset="0"/>
                <a:cs typeface="Courier New" panose="02070309020205020404" pitchFamily="49" charset="0"/>
              </a:rPr>
              <a:t> = [</a:t>
            </a:r>
            <a:r>
              <a:rPr kumimoji="0" lang="en-US"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159.99, 160.00, 205.95, 128.83, 175.49]</a:t>
            </a:r>
            <a:endParaRPr kumimoji="0" lang="en-US" b="0" i="0" u="none" strike="noStrike" kern="0" cap="none" spc="0" normalizeH="0" baseline="0" noProof="0" dirty="0">
              <a:ln>
                <a:noFill/>
              </a:ln>
              <a:solidFill>
                <a:srgbClr val="294171"/>
              </a:solidFill>
              <a:effectLst/>
              <a:uLnTx/>
              <a:uFillTx/>
            </a:endParaRPr>
          </a:p>
          <a:p>
            <a:pPr marL="342900" indent="-342900" fontAlgn="base">
              <a:spcBef>
                <a:spcPct val="0"/>
              </a:spcBef>
              <a:spcAft>
                <a:spcPct val="0"/>
              </a:spcAft>
              <a:buFont typeface="Arial" panose="020B0604020202020204" pitchFamily="34" charset="0"/>
              <a:buChar char="•"/>
              <a:defRPr/>
            </a:pPr>
            <a:endParaRPr lang="en-US" sz="2000" kern="0" dirty="0">
              <a:solidFill>
                <a:srgbClr val="294171"/>
              </a:solidFill>
            </a:endParaRPr>
          </a:p>
          <a:p>
            <a:pPr marL="342900" indent="-342900" fontAlgn="base">
              <a:spcBef>
                <a:spcPct val="0"/>
              </a:spcBef>
              <a:spcAft>
                <a:spcPct val="0"/>
              </a:spcAft>
              <a:buFont typeface="Arial" panose="020B0604020202020204" pitchFamily="34" charset="0"/>
              <a:buChar char="•"/>
              <a:defRPr/>
            </a:pPr>
            <a:r>
              <a:rPr kumimoji="0" lang="en-US" sz="2000" b="0" i="0" u="none" strike="noStrike" kern="0" cap="none" spc="0" normalizeH="0" baseline="0" noProof="0" dirty="0" err="1">
                <a:ln>
                  <a:noFill/>
                </a:ln>
                <a:solidFill>
                  <a:srgbClr val="294171"/>
                </a:solidFill>
                <a:effectLst/>
                <a:uLnTx/>
                <a:uFillTx/>
              </a:rPr>
              <a:t>Schrijf</a:t>
            </a:r>
            <a:r>
              <a:rPr kumimoji="0" lang="en-US" sz="2000" b="0" i="0" u="none" strike="noStrike" kern="0" cap="none" spc="0" normalizeH="0" baseline="0" noProof="0" dirty="0">
                <a:ln>
                  <a:noFill/>
                </a:ln>
                <a:solidFill>
                  <a:srgbClr val="294171"/>
                </a:solidFill>
                <a:effectLst/>
                <a:uLnTx/>
                <a:uFillTx/>
              </a:rPr>
              <a:t> code om de </a:t>
            </a:r>
            <a:r>
              <a:rPr kumimoji="0" lang="en-US" sz="2000" b="0" i="0" u="none" strike="noStrike" kern="0" cap="none" spc="0" normalizeH="0" baseline="0" noProof="0" dirty="0" err="1">
                <a:ln>
                  <a:noFill/>
                </a:ln>
                <a:solidFill>
                  <a:srgbClr val="294171"/>
                </a:solidFill>
                <a:effectLst/>
                <a:uLnTx/>
                <a:uFillTx/>
              </a:rPr>
              <a:t>volgende</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opdrachten</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uit</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te</a:t>
            </a:r>
            <a:r>
              <a:rPr kumimoji="0" lang="en-US" sz="2000" b="0" i="0" u="none" strike="noStrike" kern="0" cap="none" spc="0" normalizeH="0" baseline="0" noProof="0" dirty="0">
                <a:ln>
                  <a:noFill/>
                </a:ln>
                <a:solidFill>
                  <a:srgbClr val="294171"/>
                </a:solidFill>
                <a:effectLst/>
                <a:uLnTx/>
                <a:uFillTx/>
              </a:rPr>
              <a:t> </a:t>
            </a:r>
            <a:r>
              <a:rPr kumimoji="0" lang="en-US" sz="2000" b="0" i="0" u="none" strike="noStrike" kern="0" cap="none" spc="0" normalizeH="0" baseline="0" noProof="0" dirty="0" err="1">
                <a:ln>
                  <a:noFill/>
                </a:ln>
                <a:solidFill>
                  <a:srgbClr val="294171"/>
                </a:solidFill>
                <a:effectLst/>
                <a:uLnTx/>
                <a:uFillTx/>
              </a:rPr>
              <a:t>voeren</a:t>
            </a:r>
            <a:r>
              <a:rPr kumimoji="0" lang="en-US" sz="2000" b="0" i="0" u="none" strike="noStrike" kern="0" cap="none" spc="0" normalizeH="0" baseline="0" noProof="0" dirty="0">
                <a:ln>
                  <a:noFill/>
                </a:ln>
                <a:solidFill>
                  <a:srgbClr val="294171"/>
                </a:solidFill>
                <a:effectLst/>
                <a:uLnTx/>
                <a:uFillTx/>
              </a:rPr>
              <a:t>:</a:t>
            </a:r>
          </a:p>
          <a:p>
            <a:pPr marL="342900" indent="-342900" fontAlgn="base">
              <a:spcBef>
                <a:spcPct val="0"/>
              </a:spcBef>
              <a:spcAft>
                <a:spcPct val="0"/>
              </a:spcAft>
              <a:buFont typeface="Arial" panose="020B0604020202020204" pitchFamily="34" charset="0"/>
              <a:buChar char="•"/>
              <a:defRPr/>
            </a:pPr>
            <a:endParaRPr kumimoji="0" lang="en-US" sz="2000" b="0" i="0" u="none" strike="noStrike" kern="0" cap="none" spc="0" normalizeH="0" baseline="0" noProof="0" dirty="0">
              <a:ln>
                <a:noFill/>
              </a:ln>
              <a:solidFill>
                <a:srgbClr val="294171"/>
              </a:solidFill>
              <a:effectLst/>
              <a:uLnTx/>
              <a:uFillTx/>
            </a:endParaRPr>
          </a:p>
          <a:p>
            <a:pPr marL="914400" lvl="1" indent="-457200" fontAlgn="base">
              <a:spcBef>
                <a:spcPct val="0"/>
              </a:spcBef>
              <a:spcAft>
                <a:spcPct val="0"/>
              </a:spcAft>
              <a:buFont typeface="+mj-lt"/>
              <a:buAutoNum type="alphaLcParenR"/>
              <a:defRPr/>
            </a:pPr>
            <a:r>
              <a:rPr lang="en-US" sz="2000" kern="0" dirty="0">
                <a:solidFill>
                  <a:srgbClr val="294171"/>
                </a:solidFill>
              </a:rPr>
              <a:t>Een </a:t>
            </a:r>
            <a:r>
              <a:rPr lang="en-US" sz="2000" kern="0" dirty="0" err="1">
                <a:solidFill>
                  <a:srgbClr val="294171"/>
                </a:solidFill>
              </a:rPr>
              <a:t>n</a:t>
            </a:r>
            <a:r>
              <a:rPr lang="en-US" kern="0" dirty="0" err="1">
                <a:solidFill>
                  <a:srgbClr val="294171"/>
                </a:solidFill>
                <a:cs typeface="Courier New" panose="02070309020205020404" pitchFamily="49" charset="0"/>
              </a:rPr>
              <a:t>ieuwe</a:t>
            </a:r>
            <a:r>
              <a:rPr lang="en-US" kern="0" dirty="0">
                <a:solidFill>
                  <a:srgbClr val="294171"/>
                </a:solidFill>
                <a:cs typeface="Courier New" panose="02070309020205020404" pitchFamily="49" charset="0"/>
              </a:rPr>
              <a:t> </a:t>
            </a:r>
            <a:r>
              <a:rPr lang="en-US" kern="0" dirty="0" err="1">
                <a:solidFill>
                  <a:srgbClr val="294171"/>
                </a:solidFill>
                <a:cs typeface="Courier New" panose="02070309020205020404" pitchFamily="49" charset="0"/>
              </a:rPr>
              <a:t>verkoper</a:t>
            </a:r>
            <a:r>
              <a:rPr lang="en-US" kern="0" dirty="0">
                <a:solidFill>
                  <a:srgbClr val="294171"/>
                </a:solidFill>
                <a:cs typeface="Courier New" panose="02070309020205020404" pitchFamily="49" charset="0"/>
              </a:rPr>
              <a:t> </a:t>
            </a:r>
            <a:r>
              <a:rPr lang="en-US" kern="0" dirty="0" err="1">
                <a:solidFill>
                  <a:srgbClr val="294171"/>
                </a:solidFill>
                <a:cs typeface="Courier New" panose="02070309020205020404" pitchFamily="49" charset="0"/>
              </a:rPr>
              <a:t>verkoopt</a:t>
            </a:r>
            <a:r>
              <a:rPr lang="en-US" kern="0" dirty="0">
                <a:solidFill>
                  <a:srgbClr val="294171"/>
                </a:solidFill>
                <a:cs typeface="Courier New" panose="02070309020205020404" pitchFamily="49" charset="0"/>
              </a:rPr>
              <a:t> de </a:t>
            </a:r>
            <a:r>
              <a:rPr lang="en-US" kern="0" dirty="0" err="1">
                <a:solidFill>
                  <a:srgbClr val="294171"/>
                </a:solidFill>
                <a:cs typeface="Courier New" panose="02070309020205020404" pitchFamily="49" charset="0"/>
              </a:rPr>
              <a:t>schoenen</a:t>
            </a:r>
            <a:r>
              <a:rPr lang="en-US" kern="0" dirty="0">
                <a:solidFill>
                  <a:srgbClr val="294171"/>
                </a:solidFill>
                <a:cs typeface="Courier New" panose="02070309020205020404" pitchFamily="49" charset="0"/>
              </a:rPr>
              <a:t> </a:t>
            </a:r>
            <a:r>
              <a:rPr lang="en-US" kern="0" dirty="0" err="1">
                <a:solidFill>
                  <a:srgbClr val="294171"/>
                </a:solidFill>
                <a:cs typeface="Courier New" panose="02070309020205020404" pitchFamily="49" charset="0"/>
              </a:rPr>
              <a:t>voor</a:t>
            </a:r>
            <a:r>
              <a:rPr lang="en-US" kern="0" dirty="0">
                <a:solidFill>
                  <a:srgbClr val="294171"/>
                </a:solidFill>
                <a:cs typeface="Courier New" panose="02070309020205020404" pitchFamily="49" charset="0"/>
              </a:rPr>
              <a:t> </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€160.00;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voeg</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deze</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prijs</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toe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aan</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a:t>
            </a:r>
            <a:r>
              <a:rPr kumimoji="0" lang="en-US" b="0" i="0" u="none" strike="noStrike" kern="0" cap="none" spc="0" normalizeH="0" baseline="0" noProof="0" dirty="0" err="1">
                <a:ln>
                  <a:noFill/>
                </a:ln>
                <a:solidFill>
                  <a:prstClr val="black"/>
                </a:solidFill>
                <a:effectLst/>
                <a:uLnTx/>
                <a:uFillTx/>
                <a:latin typeface="Courier New" panose="02070309020205020404" pitchFamily="49" charset="0"/>
                <a:cs typeface="Courier New" panose="02070309020205020404" pitchFamily="49" charset="0"/>
              </a:rPr>
              <a:t>lst</a:t>
            </a:r>
            <a:endParaRPr kumimoji="0" lang="en-US" b="0" i="0" u="none" strike="noStrike" kern="0" cap="none" spc="0" normalizeH="0" baseline="0" noProof="0" dirty="0">
              <a:ln>
                <a:noFill/>
              </a:ln>
              <a:solidFill>
                <a:prstClr val="black"/>
              </a:solidFill>
              <a:effectLst/>
              <a:uLnTx/>
              <a:uFillTx/>
              <a:latin typeface="Courier New" panose="02070309020205020404" pitchFamily="49" charset="0"/>
              <a:cs typeface="Courier New" panose="02070309020205020404" pitchFamily="49" charset="0"/>
            </a:endParaRPr>
          </a:p>
          <a:p>
            <a:pPr marL="914400" lvl="1" indent="-457200" fontAlgn="base">
              <a:spcBef>
                <a:spcPct val="0"/>
              </a:spcBef>
              <a:spcAft>
                <a:spcPct val="0"/>
              </a:spcAft>
              <a:buFont typeface="+mj-lt"/>
              <a:buAutoNum type="alphaLcParenR"/>
              <a:defRPr/>
            </a:pP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Bepaal</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het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aan</a:t>
            </a:r>
            <a:r>
              <a:rPr lang="en-US" kern="0" dirty="0" err="1">
                <a:solidFill>
                  <a:srgbClr val="294171"/>
                </a:solidFill>
                <a:cs typeface="Courier New" panose="02070309020205020404" pitchFamily="49" charset="0"/>
              </a:rPr>
              <a:t>tal</a:t>
            </a:r>
            <a:r>
              <a:rPr lang="en-US" kern="0" dirty="0">
                <a:solidFill>
                  <a:srgbClr val="294171"/>
                </a:solidFill>
                <a:cs typeface="Courier New" panose="02070309020205020404" pitchFamily="49" charset="0"/>
              </a:rPr>
              <a:t> </a:t>
            </a:r>
            <a:r>
              <a:rPr lang="en-US" kern="0" dirty="0" err="1">
                <a:solidFill>
                  <a:srgbClr val="294171"/>
                </a:solidFill>
                <a:cs typeface="Courier New" panose="02070309020205020404" pitchFamily="49" charset="0"/>
              </a:rPr>
              <a:t>verkopers</a:t>
            </a:r>
            <a:r>
              <a:rPr lang="en-US" kern="0" dirty="0">
                <a:solidFill>
                  <a:srgbClr val="294171"/>
                </a:solidFill>
                <a:cs typeface="Courier New" panose="02070309020205020404" pitchFamily="49" charset="0"/>
              </a:rPr>
              <a:t> </a:t>
            </a:r>
            <a:r>
              <a:rPr lang="en-US" kern="0" dirty="0" err="1">
                <a:solidFill>
                  <a:srgbClr val="294171"/>
                </a:solidFill>
                <a:cs typeface="Courier New" panose="02070309020205020404" pitchFamily="49" charset="0"/>
              </a:rPr>
              <a:t>dat</a:t>
            </a:r>
            <a:r>
              <a:rPr lang="en-US" kern="0" dirty="0">
                <a:solidFill>
                  <a:srgbClr val="294171"/>
                </a:solidFill>
                <a:cs typeface="Courier New" panose="02070309020205020404" pitchFamily="49" charset="0"/>
              </a:rPr>
              <a:t> de </a:t>
            </a:r>
            <a:r>
              <a:rPr lang="en-US" kern="0" dirty="0" err="1">
                <a:solidFill>
                  <a:srgbClr val="294171"/>
                </a:solidFill>
                <a:cs typeface="Courier New" panose="02070309020205020404" pitchFamily="49" charset="0"/>
              </a:rPr>
              <a:t>schoenen</a:t>
            </a:r>
            <a:r>
              <a:rPr lang="en-US" kern="0" dirty="0">
                <a:solidFill>
                  <a:srgbClr val="294171"/>
                </a:solidFill>
                <a:cs typeface="Courier New" panose="02070309020205020404" pitchFamily="49" charset="0"/>
              </a:rPr>
              <a:t> </a:t>
            </a:r>
            <a:r>
              <a:rPr lang="en-US" kern="0" dirty="0" err="1">
                <a:solidFill>
                  <a:srgbClr val="294171"/>
                </a:solidFill>
                <a:cs typeface="Courier New" panose="02070309020205020404" pitchFamily="49" charset="0"/>
              </a:rPr>
              <a:t>voor</a:t>
            </a:r>
            <a:r>
              <a:rPr lang="en-US" kern="0" dirty="0">
                <a:solidFill>
                  <a:srgbClr val="294171"/>
                </a:solidFill>
                <a:cs typeface="Courier New" panose="02070309020205020404" pitchFamily="49" charset="0"/>
              </a:rPr>
              <a:t> </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€160.00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verkoopt</a:t>
            </a:r>
            <a:endParaRPr kumimoji="0" lang="en-US" b="0" i="0" u="none" strike="noStrike" kern="0" cap="none" spc="0" normalizeH="0" baseline="0" noProof="0" dirty="0">
              <a:ln>
                <a:noFill/>
              </a:ln>
              <a:solidFill>
                <a:srgbClr val="294171"/>
              </a:solidFill>
              <a:effectLst/>
              <a:uLnTx/>
              <a:uFillTx/>
              <a:cs typeface="Courier New" panose="02070309020205020404" pitchFamily="49" charset="0"/>
            </a:endParaRPr>
          </a:p>
          <a:p>
            <a:pPr marL="914400" lvl="1" indent="-457200" fontAlgn="base">
              <a:spcBef>
                <a:spcPct val="0"/>
              </a:spcBef>
              <a:spcAft>
                <a:spcPct val="0"/>
              </a:spcAft>
              <a:buFont typeface="+mj-lt"/>
              <a:buAutoNum type="alphaLcParenR"/>
              <a:defRPr/>
            </a:pPr>
            <a:r>
              <a:rPr kumimoji="0" lang="en-US" b="0" i="0" u="none" strike="noStrike" kern="0" cap="none" spc="0" normalizeH="0" baseline="0" noProof="0" dirty="0">
                <a:ln>
                  <a:noFill/>
                </a:ln>
                <a:solidFill>
                  <a:srgbClr val="294171"/>
                </a:solidFill>
                <a:effectLst/>
                <a:uLnTx/>
                <a:uFillTx/>
                <a:cs typeface="Courier New" panose="02070309020205020404" pitchFamily="49" charset="0"/>
              </a:rPr>
              <a:t>Zoek de </a:t>
            </a:r>
            <a:r>
              <a:rPr lang="en-US" kern="0" dirty="0" err="1">
                <a:solidFill>
                  <a:srgbClr val="294171"/>
                </a:solidFill>
                <a:cs typeface="Courier New" panose="02070309020205020404" pitchFamily="49" charset="0"/>
              </a:rPr>
              <a:t>laagste</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prijs</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in </a:t>
            </a:r>
            <a:r>
              <a:rPr kumimoji="0" lang="en-US" b="0" i="0" u="none" strike="noStrike" kern="0" cap="none" spc="0" normalizeH="0" baseline="0" noProof="0" dirty="0" err="1">
                <a:ln>
                  <a:noFill/>
                </a:ln>
                <a:solidFill>
                  <a:prstClr val="black"/>
                </a:solidFill>
                <a:effectLst/>
                <a:uLnTx/>
                <a:uFillTx/>
                <a:latin typeface="Courier New" panose="02070309020205020404" pitchFamily="49" charset="0"/>
                <a:cs typeface="Courier New" panose="02070309020205020404" pitchFamily="49" charset="0"/>
              </a:rPr>
              <a:t>lst</a:t>
            </a:r>
            <a:endParaRPr kumimoji="0" lang="en-US" b="0" i="0" u="none" strike="noStrike" kern="0" cap="none" spc="0" normalizeH="0" baseline="0" noProof="0" dirty="0">
              <a:ln>
                <a:noFill/>
              </a:ln>
              <a:solidFill>
                <a:prstClr val="black"/>
              </a:solidFill>
              <a:effectLst/>
              <a:uLnTx/>
              <a:uFillTx/>
              <a:latin typeface="Courier New" panose="02070309020205020404" pitchFamily="49" charset="0"/>
              <a:cs typeface="Courier New" panose="02070309020205020404" pitchFamily="49" charset="0"/>
            </a:endParaRPr>
          </a:p>
          <a:p>
            <a:pPr marL="914400" lvl="1" indent="-457200" fontAlgn="base">
              <a:spcBef>
                <a:spcPct val="0"/>
              </a:spcBef>
              <a:spcAft>
                <a:spcPct val="0"/>
              </a:spcAft>
              <a:buFont typeface="+mj-lt"/>
              <a:buAutoNum type="alphaLcParenR"/>
              <a:defRPr/>
            </a:pPr>
            <a:r>
              <a:rPr kumimoji="0" lang="en-US" b="0" i="0" u="none" strike="noStrike" kern="0" cap="none" spc="0" normalizeH="0" baseline="0" noProof="0" dirty="0">
                <a:ln>
                  <a:noFill/>
                </a:ln>
                <a:solidFill>
                  <a:srgbClr val="294171"/>
                </a:solidFill>
                <a:effectLst/>
                <a:uLnTx/>
                <a:uFillTx/>
                <a:cs typeface="Courier New" panose="02070309020205020404" pitchFamily="49" charset="0"/>
              </a:rPr>
              <a:t>Zoe</a:t>
            </a:r>
            <a:r>
              <a:rPr lang="en-US" kern="0" dirty="0">
                <a:solidFill>
                  <a:srgbClr val="294171"/>
                </a:solidFill>
                <a:cs typeface="Courier New" panose="02070309020205020404" pitchFamily="49" charset="0"/>
              </a:rPr>
              <a:t>k, op basis van het </a:t>
            </a:r>
            <a:r>
              <a:rPr lang="en-US" kern="0" dirty="0" err="1">
                <a:solidFill>
                  <a:srgbClr val="294171"/>
                </a:solidFill>
                <a:cs typeface="Courier New" panose="02070309020205020404" pitchFamily="49" charset="0"/>
              </a:rPr>
              <a:t>antwoord</a:t>
            </a:r>
            <a:r>
              <a:rPr lang="en-US" kern="0" dirty="0">
                <a:solidFill>
                  <a:srgbClr val="294171"/>
                </a:solidFill>
                <a:cs typeface="Courier New" panose="02070309020205020404" pitchFamily="49" charset="0"/>
              </a:rPr>
              <a:t> op c), de </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index van de </a:t>
            </a:r>
            <a:r>
              <a:rPr kumimoji="0" lang="en-US" b="0" i="0" u="none" strike="noStrike" kern="0" cap="none" spc="0" normalizeH="0" baseline="0" noProof="0" dirty="0" err="1">
                <a:ln>
                  <a:noFill/>
                </a:ln>
                <a:solidFill>
                  <a:srgbClr val="294171"/>
                </a:solidFill>
                <a:effectLst/>
                <a:uLnTx/>
                <a:uFillTx/>
                <a:cs typeface="Courier New" panose="02070309020205020404" pitchFamily="49" charset="0"/>
              </a:rPr>
              <a:t>laagste</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price in list </a:t>
            </a:r>
            <a:r>
              <a:rPr kumimoji="0" lang="en-US" b="0" i="0" u="none" strike="noStrike" kern="0" cap="none" spc="0" normalizeH="0" baseline="0" noProof="0" dirty="0" err="1">
                <a:ln>
                  <a:noFill/>
                </a:ln>
                <a:solidFill>
                  <a:prstClr val="black"/>
                </a:solidFill>
                <a:effectLst/>
                <a:uLnTx/>
                <a:uFillTx/>
                <a:latin typeface="Courier New" panose="02070309020205020404" pitchFamily="49" charset="0"/>
                <a:cs typeface="Courier New" panose="02070309020205020404" pitchFamily="49" charset="0"/>
              </a:rPr>
              <a:t>lst</a:t>
            </a:r>
            <a:r>
              <a:rPr kumimoji="0" lang="en-US" b="0" i="0" u="none" strike="noStrike" kern="0" cap="none" spc="0" normalizeH="0" baseline="0" noProof="0" dirty="0">
                <a:ln>
                  <a:noFill/>
                </a:ln>
                <a:solidFill>
                  <a:srgbClr val="294171"/>
                </a:solidFill>
                <a:effectLst/>
                <a:uLnTx/>
                <a:uFillTx/>
                <a:cs typeface="Courier New" panose="02070309020205020404" pitchFamily="49" charset="0"/>
              </a:rPr>
              <a:t>  </a:t>
            </a:r>
          </a:p>
          <a:p>
            <a:pPr marL="914400" lvl="1" indent="-457200" fontAlgn="base">
              <a:spcBef>
                <a:spcPct val="0"/>
              </a:spcBef>
              <a:spcAft>
                <a:spcPct val="0"/>
              </a:spcAft>
              <a:buFont typeface="+mj-lt"/>
              <a:buAutoNum type="alphaLcParenR"/>
              <a:defRPr/>
            </a:pPr>
            <a:r>
              <a:rPr lang="en-US" kern="0" dirty="0">
                <a:solidFill>
                  <a:srgbClr val="294171"/>
                </a:solidFill>
                <a:cs typeface="Courier New" panose="02070309020205020404" pitchFamily="49" charset="0"/>
              </a:rPr>
              <a:t>V</a:t>
            </a:r>
            <a:r>
              <a:rPr kumimoji="0" lang="en-US" b="0" i="0" u="none" strike="noStrike" kern="0" cap="none" spc="0" normalizeH="0" baseline="0" noProof="0" dirty="0" err="1">
                <a:ln>
                  <a:noFill/>
                </a:ln>
                <a:solidFill>
                  <a:srgbClr val="294171"/>
                </a:solidFill>
                <a:effectLst/>
                <a:uLnTx/>
                <a:uFillTx/>
              </a:rPr>
              <a:t>erwijder</a:t>
            </a:r>
            <a:r>
              <a:rPr kumimoji="0" lang="en-US" b="0" i="0" u="none" strike="noStrike" kern="0" cap="none" spc="0" normalizeH="0" baseline="0" noProof="0" dirty="0">
                <a:ln>
                  <a:noFill/>
                </a:ln>
                <a:solidFill>
                  <a:srgbClr val="294171"/>
                </a:solidFill>
                <a:effectLst/>
                <a:uLnTx/>
                <a:uFillTx/>
              </a:rPr>
              <a:t>, op basis van het </a:t>
            </a:r>
            <a:r>
              <a:rPr kumimoji="0" lang="en-US" b="0" i="0" u="none" strike="noStrike" kern="0" cap="none" spc="0" normalizeH="0" baseline="0" noProof="0" dirty="0" err="1">
                <a:ln>
                  <a:noFill/>
                </a:ln>
                <a:solidFill>
                  <a:srgbClr val="294171"/>
                </a:solidFill>
                <a:effectLst/>
                <a:uLnTx/>
                <a:uFillTx/>
              </a:rPr>
              <a:t>antwoord</a:t>
            </a:r>
            <a:r>
              <a:rPr kumimoji="0" lang="en-US" b="0" i="0" u="none" strike="noStrike" kern="0" cap="none" spc="0" normalizeH="0" baseline="0" noProof="0" dirty="0">
                <a:ln>
                  <a:noFill/>
                </a:ln>
                <a:solidFill>
                  <a:srgbClr val="294171"/>
                </a:solidFill>
                <a:effectLst/>
                <a:uLnTx/>
                <a:uFillTx/>
              </a:rPr>
              <a:t> op c), de </a:t>
            </a:r>
            <a:r>
              <a:rPr kumimoji="0" lang="en-US" b="0" i="0" u="none" strike="noStrike" kern="0" cap="none" spc="0" normalizeH="0" baseline="0" noProof="0" dirty="0" err="1">
                <a:ln>
                  <a:noFill/>
                </a:ln>
                <a:solidFill>
                  <a:srgbClr val="294171"/>
                </a:solidFill>
                <a:effectLst/>
                <a:uLnTx/>
                <a:uFillTx/>
              </a:rPr>
              <a:t>laagste</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prijs</a:t>
            </a:r>
            <a:r>
              <a:rPr kumimoji="0" lang="en-US" b="0" i="0" u="none" strike="noStrike" kern="0" cap="none" spc="0" normalizeH="0" baseline="0" noProof="0" dirty="0">
                <a:ln>
                  <a:noFill/>
                </a:ln>
                <a:solidFill>
                  <a:srgbClr val="294171"/>
                </a:solidFill>
                <a:effectLst/>
                <a:uLnTx/>
                <a:uFillTx/>
              </a:rPr>
              <a:t> </a:t>
            </a:r>
            <a:r>
              <a:rPr lang="en-US" kern="0" dirty="0" err="1">
                <a:solidFill>
                  <a:srgbClr val="294171"/>
                </a:solidFill>
              </a:rPr>
              <a:t>uit</a:t>
            </a:r>
            <a:r>
              <a:rPr lang="en-US" kern="0" dirty="0">
                <a:solidFill>
                  <a:srgbClr val="294171"/>
                </a:solidFill>
              </a:rPr>
              <a:t> </a:t>
            </a:r>
            <a:r>
              <a:rPr kumimoji="0" lang="en-US" b="0" i="0" u="none" strike="noStrike" kern="0" cap="none" spc="0" normalizeH="0" baseline="0" noProof="0" dirty="0">
                <a:ln>
                  <a:noFill/>
                </a:ln>
                <a:solidFill>
                  <a:srgbClr val="294171"/>
                </a:solidFill>
                <a:effectLst/>
                <a:uLnTx/>
                <a:uFillTx/>
              </a:rPr>
              <a:t>list </a:t>
            </a:r>
            <a:r>
              <a:rPr kumimoji="0" lang="en-US" b="0" i="0" u="none" strike="noStrike" kern="0" cap="none" spc="0" normalizeH="0" baseline="0" noProof="0" dirty="0" err="1">
                <a:ln>
                  <a:noFill/>
                </a:ln>
                <a:solidFill>
                  <a:prstClr val="black"/>
                </a:solidFill>
                <a:effectLst/>
                <a:uLnTx/>
                <a:uFillTx/>
                <a:latin typeface="Courier New" panose="02070309020205020404" pitchFamily="49" charset="0"/>
                <a:cs typeface="Courier New" panose="02070309020205020404" pitchFamily="49" charset="0"/>
              </a:rPr>
              <a:t>lst</a:t>
            </a:r>
            <a:endParaRPr kumimoji="0" lang="en-US" b="0" i="0" u="none" strike="noStrike" kern="0" cap="none" spc="0" normalizeH="0" baseline="0" noProof="0" dirty="0">
              <a:ln>
                <a:noFill/>
              </a:ln>
              <a:solidFill>
                <a:prstClr val="black"/>
              </a:solidFill>
              <a:effectLst/>
              <a:uLnTx/>
              <a:uFillTx/>
              <a:latin typeface="Courier New" panose="02070309020205020404" pitchFamily="49" charset="0"/>
              <a:cs typeface="Courier New" panose="02070309020205020404" pitchFamily="49" charset="0"/>
            </a:endParaRPr>
          </a:p>
          <a:p>
            <a:pPr marL="914400" lvl="1" indent="-457200" fontAlgn="base">
              <a:spcBef>
                <a:spcPct val="0"/>
              </a:spcBef>
              <a:spcAft>
                <a:spcPct val="0"/>
              </a:spcAft>
              <a:buFont typeface="+mj-lt"/>
              <a:buAutoNum type="alphaLcParenR"/>
              <a:defRPr/>
            </a:pPr>
            <a:r>
              <a:rPr kumimoji="0" lang="en-US" b="0" i="0" u="none" strike="noStrike" kern="0" cap="none" spc="0" normalizeH="0" baseline="0" noProof="0" dirty="0" err="1">
                <a:ln>
                  <a:noFill/>
                </a:ln>
                <a:solidFill>
                  <a:srgbClr val="294171"/>
                </a:solidFill>
                <a:effectLst/>
                <a:uLnTx/>
                <a:uFillTx/>
              </a:rPr>
              <a:t>Sorteer</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prstClr val="black"/>
                </a:solidFill>
                <a:effectLst/>
                <a:uLnTx/>
                <a:uFillTx/>
                <a:latin typeface="Courier New" panose="02070309020205020404" pitchFamily="49" charset="0"/>
                <a:cs typeface="Courier New" panose="02070309020205020404" pitchFamily="49" charset="0"/>
              </a:rPr>
              <a:t>lst</a:t>
            </a:r>
            <a:r>
              <a:rPr kumimoji="0" lang="en-US" b="0" i="0" u="none" strike="noStrike" kern="0" cap="none" spc="0" normalizeH="0" baseline="0" noProof="0" dirty="0">
                <a:ln>
                  <a:noFill/>
                </a:ln>
                <a:solidFill>
                  <a:srgbClr val="294171"/>
                </a:solidFill>
                <a:effectLst/>
                <a:uLnTx/>
                <a:uFillTx/>
              </a:rPr>
              <a:t> in </a:t>
            </a:r>
            <a:r>
              <a:rPr kumimoji="0" lang="en-US" b="0" i="0" u="none" strike="noStrike" kern="0" cap="none" spc="0" normalizeH="0" baseline="0" noProof="0" dirty="0" err="1">
                <a:ln>
                  <a:noFill/>
                </a:ln>
                <a:solidFill>
                  <a:srgbClr val="294171"/>
                </a:solidFill>
                <a:effectLst/>
                <a:uLnTx/>
                <a:uFillTx/>
              </a:rPr>
              <a:t>toenemende</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volgorde</a:t>
            </a:r>
            <a:endParaRPr kumimoji="0" lang="en-US" b="0" i="0" u="none" strike="noStrike" kern="0" cap="none" spc="0" normalizeH="0" baseline="0" noProof="0" dirty="0">
              <a:ln>
                <a:noFill/>
              </a:ln>
              <a:solidFill>
                <a:prstClr val="black"/>
              </a:solidFill>
              <a:effectLst/>
              <a:uLnTx/>
              <a:uFillTx/>
              <a:latin typeface="Courier New" panose="02070309020205020404" pitchFamily="49" charset="0"/>
              <a:cs typeface="Courier New" panose="02070309020205020404" pitchFamily="49" charset="0"/>
            </a:endParaRPr>
          </a:p>
          <a:p>
            <a:pPr marL="342900" indent="-342900" fontAlgn="base">
              <a:spcBef>
                <a:spcPct val="0"/>
              </a:spcBef>
              <a:spcAft>
                <a:spcPct val="0"/>
              </a:spcAft>
              <a:buFont typeface="Arial" panose="020B0604020202020204" pitchFamily="34" charset="0"/>
              <a:buChar char="•"/>
              <a:defRPr/>
            </a:pPr>
            <a:endParaRPr kumimoji="0" lang="en-US" sz="2000" b="1" i="0" u="none" strike="noStrike" kern="0" cap="none" spc="0" normalizeH="0" baseline="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p:txBody>
      </p:sp>
    </p:spTree>
    <p:extLst>
      <p:ext uri="{BB962C8B-B14F-4D97-AF65-F5344CB8AC3E}">
        <p14:creationId xmlns:p14="http://schemas.microsoft.com/office/powerpoint/2010/main" val="16613441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D3DF-DC3A-2027-FD8E-3288B950501D}"/>
            </a:ext>
          </a:extLst>
        </p:cNvPr>
        <p:cNvGrpSpPr/>
        <p:nvPr/>
      </p:nvGrpSpPr>
      <p:grpSpPr>
        <a:xfrm>
          <a:off x="0" y="0"/>
          <a:ext cx="0" cy="0"/>
          <a:chOff x="0" y="0"/>
          <a:chExt cx="0" cy="0"/>
        </a:xfrm>
      </p:grpSpPr>
      <p:sp>
        <p:nvSpPr>
          <p:cNvPr id="3" name="Tekstvak 2">
            <a:extLst>
              <a:ext uri="{FF2B5EF4-FFF2-40B4-BE49-F238E27FC236}">
                <a16:creationId xmlns:a16="http://schemas.microsoft.com/office/drawing/2014/main" id="{28298FCF-0A90-02ED-A416-F27B750FE0DE}"/>
              </a:ext>
            </a:extLst>
          </p:cNvPr>
          <p:cNvSpPr txBox="1"/>
          <p:nvPr/>
        </p:nvSpPr>
        <p:spPr>
          <a:xfrm>
            <a:off x="1320800" y="2428210"/>
            <a:ext cx="10220960" cy="1631216"/>
          </a:xfrm>
          <a:prstGeom prst="rect">
            <a:avLst/>
          </a:prstGeom>
          <a:noFill/>
          <a:ln>
            <a:solidFill>
              <a:schemeClr val="accent1"/>
            </a:solidFill>
          </a:ln>
        </p:spPr>
        <p:txBody>
          <a:bodyPr wrap="square">
            <a:spAutoFit/>
          </a:bodyPr>
          <a:lstStyle/>
          <a:p>
            <a:r>
              <a:rPr lang="nl-NL" sz="2000" kern="0" dirty="0" err="1">
                <a:solidFill>
                  <a:prstClr val="black"/>
                </a:solidFill>
                <a:latin typeface="Consolas" panose="020B0609020204030204" pitchFamily="49" charset="0"/>
                <a:cs typeface="Courier New" panose="02070309020205020404" pitchFamily="49" charset="0"/>
              </a:rPr>
              <a:t>fruittuple</a:t>
            </a:r>
            <a:r>
              <a:rPr lang="nl-NL" sz="2000" kern="0" dirty="0">
                <a:solidFill>
                  <a:prstClr val="black"/>
                </a:solidFill>
                <a:latin typeface="Consolas" panose="020B0609020204030204" pitchFamily="49" charset="0"/>
                <a:cs typeface="Courier New" panose="02070309020205020404" pitchFamily="49" charset="0"/>
              </a:rPr>
              <a:t> = </a:t>
            </a:r>
            <a:r>
              <a:rPr lang="nl-NL" sz="2000" kern="0" dirty="0">
                <a:solidFill>
                  <a:prstClr val="black"/>
                </a:solidFill>
                <a:highlight>
                  <a:srgbClr val="FFFF00"/>
                </a:highlight>
                <a:latin typeface="Consolas" panose="020B0609020204030204" pitchFamily="49" charset="0"/>
                <a:cs typeface="Courier New" panose="02070309020205020404" pitchFamily="49" charset="0"/>
              </a:rPr>
              <a:t>(</a:t>
            </a:r>
            <a:r>
              <a:rPr lang="nl-NL" sz="2000" kern="0" dirty="0">
                <a:solidFill>
                  <a:prstClr val="black"/>
                </a:solidFill>
                <a:latin typeface="Consolas" panose="020B0609020204030204" pitchFamily="49" charset="0"/>
                <a:cs typeface="Courier New" panose="02070309020205020404" pitchFamily="49" charset="0"/>
              </a:rPr>
              <a:t>"appel", "banaan", "kers", 27, 3.14</a:t>
            </a:r>
            <a:r>
              <a:rPr lang="nl-NL" sz="2000" kern="0" dirty="0">
                <a:solidFill>
                  <a:prstClr val="black"/>
                </a:solidFill>
                <a:highlight>
                  <a:srgbClr val="FFFF00"/>
                </a:highlight>
                <a:latin typeface="Consolas" panose="020B0609020204030204" pitchFamily="49" charset="0"/>
                <a:cs typeface="Courier New" panose="02070309020205020404" pitchFamily="49" charset="0"/>
              </a:rPr>
              <a:t>)</a:t>
            </a:r>
          </a:p>
          <a:p>
            <a:r>
              <a:rPr lang="nl-NL" sz="2000" kern="0" dirty="0">
                <a:solidFill>
                  <a:prstClr val="black"/>
                </a:solidFill>
                <a:latin typeface="Consolas" panose="020B0609020204030204" pitchFamily="49" charset="0"/>
                <a:cs typeface="Courier New" panose="02070309020205020404" pitchFamily="49" charset="0"/>
              </a:rPr>
              <a:t>print( </a:t>
            </a:r>
            <a:r>
              <a:rPr lang="nl-NL" sz="2000" kern="0" dirty="0" err="1">
                <a:solidFill>
                  <a:prstClr val="black"/>
                </a:solidFill>
                <a:latin typeface="Consolas" panose="020B0609020204030204" pitchFamily="49" charset="0"/>
                <a:cs typeface="Courier New" panose="02070309020205020404" pitchFamily="49" charset="0"/>
              </a:rPr>
              <a:t>len</a:t>
            </a:r>
            <a:r>
              <a:rPr lang="nl-NL" sz="2000" kern="0" dirty="0">
                <a:solidFill>
                  <a:prstClr val="black"/>
                </a:solidFill>
                <a:latin typeface="Consolas" panose="020B0609020204030204" pitchFamily="49" charset="0"/>
                <a:cs typeface="Courier New" panose="02070309020205020404" pitchFamily="49" charset="0"/>
              </a:rPr>
              <a:t>( </a:t>
            </a:r>
            <a:r>
              <a:rPr lang="nl-NL" sz="2000" kern="0" dirty="0" err="1">
                <a:solidFill>
                  <a:prstClr val="black"/>
                </a:solidFill>
                <a:latin typeface="Consolas" panose="020B0609020204030204" pitchFamily="49" charset="0"/>
                <a:cs typeface="Courier New" panose="02070309020205020404" pitchFamily="49" charset="0"/>
              </a:rPr>
              <a:t>fruittuple</a:t>
            </a:r>
            <a:r>
              <a:rPr lang="nl-NL" sz="2000" kern="0" dirty="0">
                <a:solidFill>
                  <a:prstClr val="black"/>
                </a:solidFill>
                <a:latin typeface="Consolas" panose="020B0609020204030204" pitchFamily="49" charset="0"/>
                <a:cs typeface="Courier New" panose="02070309020205020404" pitchFamily="49" charset="0"/>
              </a:rPr>
              <a:t> ) )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err="1">
                <a:solidFill>
                  <a:prstClr val="black"/>
                </a:solidFill>
                <a:latin typeface="Consolas" panose="020B0609020204030204" pitchFamily="49" charset="0"/>
                <a:cs typeface="Courier New" panose="02070309020205020404" pitchFamily="49" charset="0"/>
              </a:rPr>
              <a:t>numtuple</a:t>
            </a:r>
            <a:r>
              <a:rPr lang="nl-NL" sz="2000" kern="0" dirty="0">
                <a:solidFill>
                  <a:prstClr val="black"/>
                </a:solidFill>
                <a:latin typeface="Consolas" panose="020B0609020204030204" pitchFamily="49" charset="0"/>
                <a:cs typeface="Courier New" panose="02070309020205020404" pitchFamily="49" charset="0"/>
              </a:rPr>
              <a:t> = 314, 315, 642, 246, 129, 999 </a:t>
            </a:r>
          </a:p>
          <a:p>
            <a:r>
              <a:rPr lang="nl-NL" sz="2000" kern="0" dirty="0">
                <a:solidFill>
                  <a:prstClr val="black"/>
                </a:solidFill>
                <a:latin typeface="Consolas" panose="020B0609020204030204" pitchFamily="49" charset="0"/>
                <a:cs typeface="Courier New" panose="02070309020205020404" pitchFamily="49" charset="0"/>
              </a:rPr>
              <a:t>print( max( </a:t>
            </a:r>
            <a:r>
              <a:rPr lang="nl-NL" sz="2000" kern="0" dirty="0" err="1">
                <a:solidFill>
                  <a:prstClr val="black"/>
                </a:solidFill>
                <a:latin typeface="Consolas" panose="020B0609020204030204" pitchFamily="49" charset="0"/>
                <a:cs typeface="Courier New" panose="02070309020205020404" pitchFamily="49" charset="0"/>
              </a:rPr>
              <a:t>numtuple</a:t>
            </a:r>
            <a:r>
              <a:rPr lang="nl-NL" sz="2000" kern="0" dirty="0">
                <a:solidFill>
                  <a:prstClr val="black"/>
                </a:solidFill>
                <a:latin typeface="Consolas" panose="020B0609020204030204" pitchFamily="49" charset="0"/>
                <a:cs typeface="Courier New" panose="02070309020205020404" pitchFamily="49" charset="0"/>
              </a:rPr>
              <a:t> ) ) </a:t>
            </a:r>
          </a:p>
        </p:txBody>
      </p:sp>
      <p:sp>
        <p:nvSpPr>
          <p:cNvPr id="17" name="Title 1">
            <a:extLst>
              <a:ext uri="{FF2B5EF4-FFF2-40B4-BE49-F238E27FC236}">
                <a16:creationId xmlns:a16="http://schemas.microsoft.com/office/drawing/2014/main" id="{AC4AE08C-199B-18DE-A244-68F0E404E3BE}"/>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nl-NL" sz="3600" b="1" dirty="0"/>
              <a:t>Data Types – </a:t>
            </a:r>
            <a:r>
              <a:rPr lang="en-US" sz="3600" b="1" kern="0" dirty="0">
                <a:solidFill>
                  <a:prstClr val="black"/>
                </a:solidFill>
              </a:rPr>
              <a:t>Tuples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 11.1)</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C51A6E1F-09A6-E36F-C01D-32617EC57A79}"/>
              </a:ext>
            </a:extLst>
          </p:cNvPr>
          <p:cNvSpPr txBox="1"/>
          <p:nvPr/>
        </p:nvSpPr>
        <p:spPr bwMode="auto">
          <a:xfrm>
            <a:off x="709358" y="1463653"/>
            <a:ext cx="11025442"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Een type dat veel op een list lijkt, is de </a:t>
            </a:r>
            <a:r>
              <a:rPr lang="nl-NL" sz="2000" kern="0" dirty="0" err="1">
                <a:solidFill>
                  <a:srgbClr val="294171"/>
                </a:solidFill>
              </a:rPr>
              <a:t>tuple</a:t>
            </a: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Hierbij kan je  (  en  )  gebruiken, hoewel dat optioneel is tenzij er verwarring ontstaat:</a:t>
            </a:r>
          </a:p>
        </p:txBody>
      </p:sp>
      <p:grpSp>
        <p:nvGrpSpPr>
          <p:cNvPr id="6" name="Groep 5">
            <a:extLst>
              <a:ext uri="{FF2B5EF4-FFF2-40B4-BE49-F238E27FC236}">
                <a16:creationId xmlns:a16="http://schemas.microsoft.com/office/drawing/2014/main" id="{880D7C29-8F33-6E14-9768-C93334C64B62}"/>
              </a:ext>
            </a:extLst>
          </p:cNvPr>
          <p:cNvGrpSpPr/>
          <p:nvPr/>
        </p:nvGrpSpPr>
        <p:grpSpPr>
          <a:xfrm>
            <a:off x="10513981" y="3635188"/>
            <a:ext cx="1220819" cy="889297"/>
            <a:chOff x="6222079" y="5499300"/>
            <a:chExt cx="1193142" cy="1091884"/>
          </a:xfrm>
        </p:grpSpPr>
        <p:sp>
          <p:nvSpPr>
            <p:cNvPr id="7" name="Tekstvak 6">
              <a:extLst>
                <a:ext uri="{FF2B5EF4-FFF2-40B4-BE49-F238E27FC236}">
                  <a16:creationId xmlns:a16="http://schemas.microsoft.com/office/drawing/2014/main" id="{482B3E6B-5D4F-FEEA-ED80-81D2C2D9E228}"/>
                </a:ext>
              </a:extLst>
            </p:cNvPr>
            <p:cNvSpPr txBox="1"/>
            <p:nvPr/>
          </p:nvSpPr>
          <p:spPr>
            <a:xfrm>
              <a:off x="6222079" y="5643187"/>
              <a:ext cx="1193142" cy="947997"/>
            </a:xfrm>
            <a:prstGeom prst="rect">
              <a:avLst/>
            </a:prstGeom>
            <a:solidFill>
              <a:schemeClr val="bg1"/>
            </a:solidFill>
            <a:ln>
              <a:solidFill>
                <a:schemeClr val="accent1"/>
              </a:solidFill>
            </a:ln>
          </p:spPr>
          <p:txBody>
            <a:bodyPr wrap="square" lIns="108000" tIns="144000" rIns="108000" bIns="72000">
              <a:spAutoFit/>
            </a:bodyPr>
            <a:lstStyle/>
            <a:p>
              <a:r>
                <a:rPr lang="nl-NL" kern="0" dirty="0">
                  <a:solidFill>
                    <a:prstClr val="black"/>
                  </a:solidFill>
                  <a:cs typeface="Courier New" panose="02070309020205020404" pitchFamily="49" charset="0"/>
                </a:rPr>
                <a:t>5</a:t>
              </a:r>
            </a:p>
            <a:p>
              <a:r>
                <a:rPr lang="nl-NL" kern="0" dirty="0">
                  <a:solidFill>
                    <a:prstClr val="black"/>
                  </a:solidFill>
                  <a:cs typeface="Courier New" panose="02070309020205020404" pitchFamily="49" charset="0"/>
                </a:rPr>
                <a:t>999</a:t>
              </a:r>
            </a:p>
          </p:txBody>
        </p:sp>
        <p:sp>
          <p:nvSpPr>
            <p:cNvPr id="8" name="Tekstvak 7">
              <a:extLst>
                <a:ext uri="{FF2B5EF4-FFF2-40B4-BE49-F238E27FC236}">
                  <a16:creationId xmlns:a16="http://schemas.microsoft.com/office/drawing/2014/main" id="{F4C3B3C1-CB66-867E-4BA1-BF8BA2C0DA9D}"/>
                </a:ext>
              </a:extLst>
            </p:cNvPr>
            <p:cNvSpPr txBox="1"/>
            <p:nvPr/>
          </p:nvSpPr>
          <p:spPr>
            <a:xfrm>
              <a:off x="6401396" y="5499300"/>
              <a:ext cx="584791" cy="264523"/>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9" name="TextBox 22">
            <a:extLst>
              <a:ext uri="{FF2B5EF4-FFF2-40B4-BE49-F238E27FC236}">
                <a16:creationId xmlns:a16="http://schemas.microsoft.com/office/drawing/2014/main" id="{BEB68FF2-7A8D-4C8F-FE5E-6D14F29EC005}"/>
              </a:ext>
            </a:extLst>
          </p:cNvPr>
          <p:cNvSpPr txBox="1"/>
          <p:nvPr/>
        </p:nvSpPr>
        <p:spPr bwMode="auto">
          <a:xfrm>
            <a:off x="709358" y="4351435"/>
            <a:ext cx="11025442"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Het grote verschil met een list is dat een </a:t>
            </a:r>
            <a:r>
              <a:rPr lang="nl-NL" sz="2000" kern="0" dirty="0" err="1">
                <a:solidFill>
                  <a:srgbClr val="294171"/>
                </a:solidFill>
              </a:rPr>
              <a:t>tuple</a:t>
            </a:r>
            <a:r>
              <a:rPr lang="nl-NL" sz="2000" kern="0" dirty="0">
                <a:solidFill>
                  <a:srgbClr val="294171"/>
                </a:solidFill>
              </a:rPr>
              <a:t> NIET </a:t>
            </a:r>
            <a:r>
              <a:rPr lang="nl-NL" sz="2000" kern="0" dirty="0" err="1">
                <a:solidFill>
                  <a:srgbClr val="294171"/>
                </a:solidFill>
              </a:rPr>
              <a:t>wijzigbaar</a:t>
            </a:r>
            <a:r>
              <a:rPr lang="nl-NL" sz="2000" kern="0" dirty="0">
                <a:solidFill>
                  <a:srgbClr val="294171"/>
                </a:solidFill>
              </a:rPr>
              <a:t> is!</a:t>
            </a:r>
          </a:p>
        </p:txBody>
      </p:sp>
      <p:sp>
        <p:nvSpPr>
          <p:cNvPr id="10" name="Tekstvak 9">
            <a:extLst>
              <a:ext uri="{FF2B5EF4-FFF2-40B4-BE49-F238E27FC236}">
                <a16:creationId xmlns:a16="http://schemas.microsoft.com/office/drawing/2014/main" id="{F39552CD-077F-E4A1-5C9D-11D02A63C3D6}"/>
              </a:ext>
            </a:extLst>
          </p:cNvPr>
          <p:cNvSpPr txBox="1"/>
          <p:nvPr/>
        </p:nvSpPr>
        <p:spPr>
          <a:xfrm>
            <a:off x="1320800" y="4948125"/>
            <a:ext cx="10220960" cy="1602362"/>
          </a:xfrm>
          <a:prstGeom prst="rect">
            <a:avLst/>
          </a:prstGeom>
          <a:noFill/>
          <a:ln>
            <a:solidFill>
              <a:schemeClr val="accent1"/>
            </a:solidFill>
          </a:ln>
        </p:spPr>
        <p:txBody>
          <a:bodyPr wrap="square">
            <a:spAutoFit/>
          </a:bodyPr>
          <a:lstStyle/>
          <a:p>
            <a:pPr>
              <a:lnSpc>
                <a:spcPts val="3000"/>
              </a:lnSpc>
            </a:pPr>
            <a:r>
              <a:rPr lang="nl-NL" sz="2000" kern="0" dirty="0" err="1">
                <a:solidFill>
                  <a:prstClr val="black"/>
                </a:solidFill>
                <a:latin typeface="Consolas" panose="020B0609020204030204" pitchFamily="49" charset="0"/>
                <a:cs typeface="Courier New" panose="02070309020205020404" pitchFamily="49" charset="0"/>
              </a:rPr>
              <a:t>fruittuple</a:t>
            </a:r>
            <a:r>
              <a:rPr lang="nl-NL" sz="2000" kern="0" dirty="0">
                <a:solidFill>
                  <a:prstClr val="black"/>
                </a:solidFill>
                <a:latin typeface="Consolas" panose="020B0609020204030204" pitchFamily="49" charset="0"/>
                <a:cs typeface="Courier New" panose="02070309020205020404" pitchFamily="49" charset="0"/>
              </a:rPr>
              <a:t> = ("appel", "banaan", "kers", 27, 3.14)</a:t>
            </a:r>
          </a:p>
          <a:p>
            <a:pPr>
              <a:lnSpc>
                <a:spcPts val="3000"/>
              </a:lnSpc>
            </a:pPr>
            <a:r>
              <a:rPr lang="nl-NL" sz="2000" kern="0" dirty="0" err="1">
                <a:solidFill>
                  <a:prstClr val="black"/>
                </a:solidFill>
                <a:latin typeface="Consolas" panose="020B0609020204030204" pitchFamily="49" charset="0"/>
                <a:cs typeface="Courier New" panose="02070309020205020404" pitchFamily="49" charset="0"/>
              </a:rPr>
              <a:t>fruittuple.count</a:t>
            </a:r>
            <a:r>
              <a:rPr lang="nl-NL" sz="2000" kern="0" dirty="0">
                <a:solidFill>
                  <a:prstClr val="black"/>
                </a:solidFill>
                <a:latin typeface="Consolas" panose="020B0609020204030204" pitchFamily="49" charset="0"/>
                <a:cs typeface="Courier New" panose="02070309020205020404" pitchFamily="49" charset="0"/>
              </a:rPr>
              <a:t>(27)	</a:t>
            </a:r>
            <a:r>
              <a:rPr lang="nl-NL" sz="2000" kern="0" dirty="0">
                <a:solidFill>
                  <a:prstClr val="black"/>
                </a:solidFill>
                <a:cs typeface="Courier New" panose="02070309020205020404" pitchFamily="49" charset="0"/>
              </a:rPr>
              <a:t># gaat goed, levert 1 op</a:t>
            </a:r>
          </a:p>
          <a:p>
            <a:pPr>
              <a:lnSpc>
                <a:spcPts val="3000"/>
              </a:lnSpc>
            </a:pPr>
            <a:r>
              <a:rPr lang="nl-NL" sz="2000" strike="sngStrike" kern="0" dirty="0" err="1">
                <a:solidFill>
                  <a:prstClr val="black"/>
                </a:solidFill>
                <a:latin typeface="Consolas" panose="020B0609020204030204" pitchFamily="49" charset="0"/>
                <a:cs typeface="Courier New" panose="02070309020205020404" pitchFamily="49" charset="0"/>
              </a:rPr>
              <a:t>fruittuple</a:t>
            </a:r>
            <a:r>
              <a:rPr lang="nl-NL" sz="2000" strike="sngStrike" kern="0" dirty="0">
                <a:solidFill>
                  <a:prstClr val="black"/>
                </a:solidFill>
                <a:latin typeface="Consolas" panose="020B0609020204030204" pitchFamily="49" charset="0"/>
                <a:cs typeface="Courier New" panose="02070309020205020404" pitchFamily="49" charset="0"/>
              </a:rPr>
              <a:t>[1] = "peer"</a:t>
            </a:r>
            <a:r>
              <a:rPr lang="nl-NL" sz="2000" kern="0" dirty="0">
                <a:solidFill>
                  <a:prstClr val="black"/>
                </a:solidFill>
                <a:latin typeface="Consolas" panose="020B0609020204030204" pitchFamily="49" charset="0"/>
                <a:cs typeface="Courier New" panose="02070309020205020404" pitchFamily="49" charset="0"/>
              </a:rPr>
              <a:t>	</a:t>
            </a:r>
            <a:r>
              <a:rPr lang="nl-NL" sz="2000" kern="0" dirty="0">
                <a:solidFill>
                  <a:prstClr val="black"/>
                </a:solidFill>
                <a:cs typeface="Courier New" panose="02070309020205020404" pitchFamily="49" charset="0"/>
              </a:rPr>
              <a:t># </a:t>
            </a:r>
            <a:r>
              <a:rPr lang="en-US" sz="2000" kern="0" dirty="0" err="1">
                <a:solidFill>
                  <a:prstClr val="black"/>
                </a:solidFill>
                <a:highlight>
                  <a:srgbClr val="FFFF00"/>
                </a:highlight>
                <a:cs typeface="Courier New" panose="02070309020205020404" pitchFamily="49" charset="0"/>
              </a:rPr>
              <a:t>TypeError</a:t>
            </a:r>
            <a:r>
              <a:rPr lang="en-US" sz="2000" kern="0" dirty="0">
                <a:solidFill>
                  <a:prstClr val="black"/>
                </a:solidFill>
                <a:highlight>
                  <a:srgbClr val="FFFF00"/>
                </a:highlight>
                <a:cs typeface="Courier New" panose="02070309020205020404" pitchFamily="49" charset="0"/>
              </a:rPr>
              <a:t>: 'tuple' object does not support item assignment</a:t>
            </a:r>
            <a:endParaRPr lang="nl-NL" sz="2000" kern="0" dirty="0">
              <a:solidFill>
                <a:prstClr val="black"/>
              </a:solidFill>
              <a:highlight>
                <a:srgbClr val="FFFF00"/>
              </a:highlight>
              <a:cs typeface="Courier New" panose="02070309020205020404" pitchFamily="49" charset="0"/>
            </a:endParaRPr>
          </a:p>
          <a:p>
            <a:pPr>
              <a:lnSpc>
                <a:spcPts val="3000"/>
              </a:lnSpc>
            </a:pPr>
            <a:r>
              <a:rPr lang="nl-NL" sz="2000" strike="sngStrike" kern="0" dirty="0" err="1">
                <a:solidFill>
                  <a:prstClr val="black"/>
                </a:solidFill>
                <a:latin typeface="Consolas" panose="020B0609020204030204" pitchFamily="49" charset="0"/>
                <a:cs typeface="Courier New" panose="02070309020205020404" pitchFamily="49" charset="0"/>
              </a:rPr>
              <a:t>fruittuple.sort</a:t>
            </a:r>
            <a:r>
              <a:rPr lang="nl-NL" sz="2000" strike="sngStrike" kern="0" dirty="0">
                <a:solidFill>
                  <a:prstClr val="black"/>
                </a:solidFill>
                <a:latin typeface="Consolas" panose="020B0609020204030204" pitchFamily="49" charset="0"/>
                <a:cs typeface="Courier New" panose="02070309020205020404" pitchFamily="49" charset="0"/>
              </a:rPr>
              <a:t>()</a:t>
            </a:r>
            <a:r>
              <a:rPr lang="nl-NL" sz="2000" kern="0" dirty="0">
                <a:solidFill>
                  <a:prstClr val="black"/>
                </a:solidFill>
                <a:latin typeface="Consolas" panose="020B0609020204030204" pitchFamily="49" charset="0"/>
                <a:cs typeface="Courier New" panose="02070309020205020404" pitchFamily="49" charset="0"/>
              </a:rPr>
              <a:t>		</a:t>
            </a:r>
            <a:r>
              <a:rPr lang="nl-NL" sz="2000" kern="0" dirty="0">
                <a:solidFill>
                  <a:prstClr val="black"/>
                </a:solidFill>
                <a:cs typeface="Courier New" panose="02070309020205020404" pitchFamily="49" charset="0"/>
              </a:rPr>
              <a:t># </a:t>
            </a:r>
            <a:r>
              <a:rPr lang="en-US" sz="2000" kern="0" dirty="0" err="1">
                <a:solidFill>
                  <a:prstClr val="black"/>
                </a:solidFill>
                <a:highlight>
                  <a:srgbClr val="FFFF00"/>
                </a:highlight>
                <a:cs typeface="Courier New" panose="02070309020205020404" pitchFamily="49" charset="0"/>
              </a:rPr>
              <a:t>AttributeError</a:t>
            </a:r>
            <a:r>
              <a:rPr lang="en-US" sz="2000" kern="0" dirty="0">
                <a:solidFill>
                  <a:prstClr val="black"/>
                </a:solidFill>
                <a:highlight>
                  <a:srgbClr val="FFFF00"/>
                </a:highlight>
                <a:cs typeface="Courier New" panose="02070309020205020404" pitchFamily="49" charset="0"/>
              </a:rPr>
              <a:t>: 'tuple' object has no attribute 'sort'</a:t>
            </a:r>
            <a:endParaRPr lang="nl-NL" sz="2000" kern="0" dirty="0">
              <a:solidFill>
                <a:prstClr val="black"/>
              </a:solidFill>
              <a:highlight>
                <a:srgbClr val="FFFF00"/>
              </a:highlight>
              <a:cs typeface="Courier New" panose="02070309020205020404" pitchFamily="49" charset="0"/>
            </a:endParaRPr>
          </a:p>
        </p:txBody>
      </p:sp>
    </p:spTree>
    <p:extLst>
      <p:ext uri="{BB962C8B-B14F-4D97-AF65-F5344CB8AC3E}">
        <p14:creationId xmlns:p14="http://schemas.microsoft.com/office/powerpoint/2010/main" val="282178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94AEEB-266C-4D74-BBEE-1BF49F1596FF}"/>
              </a:ext>
            </a:extLst>
          </p:cNvPr>
          <p:cNvSpPr txBox="1">
            <a:spLocks noChangeArrowheads="1"/>
          </p:cNvSpPr>
          <p:nvPr/>
        </p:nvSpPr>
        <p:spPr>
          <a:xfrm>
            <a:off x="709358" y="1724025"/>
            <a:ext cx="8229600" cy="36957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Deze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a:t>
            </a:r>
            <a:r>
              <a:rPr lang="nl-NL" sz="2400" dirty="0">
                <a:solidFill>
                  <a:sysClr val="windowText" lastClr="000000"/>
                </a:solidFill>
                <a:latin typeface="Calibri"/>
              </a:rPr>
              <a:t>de </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hlinkClick r:id="rId2"/>
              </a:rPr>
              <a:t>quiz</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(optioneel)</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a:ln>
                  <a:noFill/>
                </a:ln>
                <a:solidFill>
                  <a:sysClr val="windowText" lastClr="000000"/>
                </a:solidFill>
                <a:effectLst/>
                <a:uLnTx/>
                <a:uFillTx/>
                <a:latin typeface="Calibri"/>
                <a:ea typeface="+mn-ea"/>
                <a:cs typeface="+mn-cs"/>
              </a:rPr>
              <a:t>Maak openstaande </a:t>
            </a:r>
            <a:r>
              <a:rPr lang="nl-NL" sz="2400" dirty="0">
                <a:solidFill>
                  <a:sysClr val="windowText" lastClr="000000"/>
                </a:solidFill>
                <a:latin typeface="Calibri"/>
              </a:rPr>
              <a:t>opdrachten af</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Voor volgende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de voorbereidingsopdrachten </a:t>
            </a:r>
          </a:p>
          <a:p>
            <a:pPr>
              <a:defRPr/>
            </a:pPr>
            <a:r>
              <a:rPr lang="nl-NL" sz="2400" b="1" u="sng" dirty="0">
                <a:solidFill>
                  <a:sysClr val="windowText" lastClr="000000"/>
                </a:solidFill>
                <a:latin typeface="Calibri"/>
              </a:rPr>
              <a:t>L</a:t>
            </a:r>
            <a:r>
              <a:rPr kumimoji="0" lang="nl-NL" sz="2400" b="1" i="0" u="sng" strike="noStrike" kern="1200" cap="none" spc="0" normalizeH="0" baseline="0" noProof="0" dirty="0" err="1">
                <a:ln>
                  <a:noFill/>
                </a:ln>
                <a:solidFill>
                  <a:sysClr val="windowText" lastClr="000000"/>
                </a:solidFill>
                <a:effectLst/>
                <a:uLnTx/>
                <a:uFillTx/>
                <a:latin typeface="Calibri"/>
                <a:ea typeface="+mn-ea"/>
                <a:cs typeface="+mn-cs"/>
              </a:rPr>
              <a:t>ees</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de op Canvas genoemde literatuur!!</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Start met de oefeningen op Canvas</a:t>
            </a:r>
            <a:endParaRPr kumimoji="0" lang="nl-NL" sz="18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5" name="Title 1">
            <a:extLst>
              <a:ext uri="{FF2B5EF4-FFF2-40B4-BE49-F238E27FC236}">
                <a16:creationId xmlns:a16="http://schemas.microsoft.com/office/drawing/2014/main" id="{B2B9EAFB-4588-4AEE-920A-6D9E8F393F07}"/>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Opdracht</a:t>
            </a:r>
            <a:r>
              <a:rPr kumimoji="0" lang="en-US" sz="3600" b="1" i="0" u="none" strike="noStrike" kern="0" cap="none" spc="0" normalizeH="0" baseline="0" noProof="0" dirty="0">
                <a:ln>
                  <a:noFill/>
                </a:ln>
                <a:solidFill>
                  <a:prstClr val="black"/>
                </a:solidFill>
                <a:effectLst/>
                <a:uLnTx/>
                <a:uFillTx/>
              </a:rPr>
              <a:t>(</a:t>
            </a:r>
            <a:r>
              <a:rPr kumimoji="0" lang="en-US" sz="3600" b="1" i="0" u="none" strike="noStrike" kern="0" cap="none" spc="0" normalizeH="0" baseline="0" noProof="0" dirty="0" err="1">
                <a:ln>
                  <a:noFill/>
                </a:ln>
                <a:solidFill>
                  <a:prstClr val="black"/>
                </a:solidFill>
                <a:effectLst/>
                <a:uLnTx/>
                <a:uFillTx/>
              </a:rPr>
              <a:t>en</a:t>
            </a:r>
            <a:r>
              <a:rPr kumimoji="0" lang="en-US" sz="3600" b="1" i="0" u="none" strike="noStrike" kern="0" cap="none" spc="0" normalizeH="0" baseline="0" noProof="0" dirty="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324152304"/>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37077</TotalTime>
  <Words>3591</Words>
  <Application>Microsoft Office PowerPoint</Application>
  <PresentationFormat>Breedbeeld</PresentationFormat>
  <Paragraphs>621</Paragraphs>
  <Slides>36</Slides>
  <Notes>0</Notes>
  <HiddenSlides>0</HiddenSlides>
  <MMClips>0</MMClips>
  <ScaleCrop>false</ScaleCrop>
  <HeadingPairs>
    <vt:vector size="6" baseType="variant">
      <vt:variant>
        <vt:lpstr>Gebruikte lettertypen</vt:lpstr>
      </vt:variant>
      <vt:variant>
        <vt:i4>6</vt:i4>
      </vt:variant>
      <vt:variant>
        <vt:lpstr>Thema</vt:lpstr>
      </vt:variant>
      <vt:variant>
        <vt:i4>2</vt:i4>
      </vt:variant>
      <vt:variant>
        <vt:lpstr>Diatitels</vt:lpstr>
      </vt:variant>
      <vt:variant>
        <vt:i4>36</vt:i4>
      </vt:variant>
    </vt:vector>
  </HeadingPairs>
  <TitlesOfParts>
    <vt:vector size="44" baseType="lpstr">
      <vt:lpstr>Courier New</vt:lpstr>
      <vt:lpstr>Wingdings</vt:lpstr>
      <vt:lpstr>Calibri Light</vt:lpstr>
      <vt:lpstr>Arial</vt:lpstr>
      <vt:lpstr>Calibri</vt:lpstr>
      <vt:lpstr>Consolas</vt:lpstr>
      <vt:lpstr>Kantoorthema</vt:lpstr>
      <vt:lpstr>1_Kantoorthema</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Bart van Eijkelenburg</dc:creator>
  <cp:lastModifiedBy>Bart van Eijkelenburg</cp:lastModifiedBy>
  <cp:revision>44</cp:revision>
  <dcterms:created xsi:type="dcterms:W3CDTF">2020-09-14T08:21:41Z</dcterms:created>
  <dcterms:modified xsi:type="dcterms:W3CDTF">2025-07-01T02:21:14Z</dcterms:modified>
</cp:coreProperties>
</file>